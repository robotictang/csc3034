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Logic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and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Sets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192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Introduction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390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and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2838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vs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Probability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6315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9763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3210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Hedges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66882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4122" y="3150692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0002" y="1646646"/>
            <a:ext cx="171127" cy="171127"/>
          </a:xfrm>
          <a:prstGeom prst="rect">
            <a:avLst/>
          </a:prstGeom>
          <a:solidFill>
            <a:srgbClr val="FFA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455" y="1646646"/>
            <a:ext cx="171127" cy="171127"/>
          </a:xfrm>
          <a:prstGeom prst="rect">
            <a:avLst/>
          </a:prstGeom>
          <a:solidFill>
            <a:srgbClr val="FEA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6908" y="1646646"/>
            <a:ext cx="171127" cy="171127"/>
          </a:xfrm>
          <a:prstGeom prst="rect">
            <a:avLst/>
          </a:prstGeom>
          <a:solidFill>
            <a:srgbClr val="FD97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0361" y="1646646"/>
            <a:ext cx="171127" cy="171127"/>
          </a:xfrm>
          <a:prstGeom prst="rect">
            <a:avLst/>
          </a:prstGeom>
          <a:solidFill>
            <a:srgbClr val="FC8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33814" y="1646646"/>
            <a:ext cx="171127" cy="171127"/>
          </a:xfrm>
          <a:prstGeom prst="rect">
            <a:avLst/>
          </a:prstGeom>
          <a:solidFill>
            <a:srgbClr val="FB8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77267" y="1646646"/>
            <a:ext cx="171128" cy="171127"/>
          </a:xfrm>
          <a:prstGeom prst="rect">
            <a:avLst/>
          </a:prstGeom>
          <a:solidFill>
            <a:srgbClr val="FA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0720" y="1646646"/>
            <a:ext cx="171128" cy="171127"/>
          </a:xfrm>
          <a:prstGeom prst="rect">
            <a:avLst/>
          </a:prstGeom>
          <a:solidFill>
            <a:srgbClr val="F86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64174" y="1646646"/>
            <a:ext cx="171127" cy="171127"/>
          </a:xfrm>
          <a:prstGeom prst="rect">
            <a:avLst/>
          </a:prstGeom>
          <a:solidFill>
            <a:srgbClr val="F76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07626" y="1646646"/>
            <a:ext cx="171127" cy="171127"/>
          </a:xfrm>
          <a:prstGeom prst="rect">
            <a:avLst/>
          </a:prstGeom>
          <a:solidFill>
            <a:srgbClr val="F65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51079" y="1646646"/>
            <a:ext cx="171128" cy="171127"/>
          </a:xfrm>
          <a:prstGeom prst="rect">
            <a:avLst/>
          </a:prstGeom>
          <a:solidFill>
            <a:srgbClr val="F54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94532" y="1646646"/>
            <a:ext cx="171127" cy="171127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7985" y="1646646"/>
            <a:ext cx="171127" cy="171127"/>
          </a:xfrm>
          <a:prstGeom prst="rect">
            <a:avLst/>
          </a:prstGeom>
          <a:solidFill>
            <a:srgbClr val="DC3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81438" y="1646646"/>
            <a:ext cx="171127" cy="171127"/>
          </a:xfrm>
          <a:prstGeom prst="rect">
            <a:avLst/>
          </a:prstGeom>
          <a:solidFill>
            <a:srgbClr val="C33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24891" y="1646646"/>
            <a:ext cx="171127" cy="171127"/>
          </a:xfrm>
          <a:prstGeom prst="rect">
            <a:avLst/>
          </a:prstGeom>
          <a:solidFill>
            <a:srgbClr val="AB2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768344" y="1646646"/>
            <a:ext cx="171127" cy="171127"/>
          </a:xfrm>
          <a:prstGeom prst="rect">
            <a:avLst/>
          </a:prstGeom>
          <a:solidFill>
            <a:srgbClr val="922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11798" y="1646646"/>
            <a:ext cx="171127" cy="171127"/>
          </a:xfrm>
          <a:prstGeom prst="rect">
            <a:avLst/>
          </a:prstGeom>
          <a:solidFill>
            <a:srgbClr val="7A2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55251" y="1646646"/>
            <a:ext cx="171127" cy="171127"/>
          </a:xfrm>
          <a:prstGeom prst="rect">
            <a:avLst/>
          </a:prstGeom>
          <a:solidFill>
            <a:srgbClr val="621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98704" y="1646646"/>
            <a:ext cx="171127" cy="171127"/>
          </a:xfrm>
          <a:prstGeom prst="rect">
            <a:avLst/>
          </a:prstGeom>
          <a:solidFill>
            <a:srgbClr val="491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42157" y="1646646"/>
            <a:ext cx="171127" cy="171127"/>
          </a:xfrm>
          <a:prstGeom prst="rect">
            <a:avLst/>
          </a:prstGeom>
          <a:solidFill>
            <a:srgbClr val="310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85610" y="1646646"/>
            <a:ext cx="171127" cy="171127"/>
          </a:xfrm>
          <a:prstGeom prst="rect">
            <a:avLst/>
          </a:prstGeom>
          <a:solidFill>
            <a:srgbClr val="180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229063" y="1646646"/>
            <a:ext cx="171127" cy="171127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Orange,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Red,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Blue?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0805" y="1505299"/>
            <a:ext cx="535459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5259" y="1505299"/>
            <a:ext cx="5120137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8103" y="1504853"/>
            <a:ext cx="4877292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644" y="1505299"/>
            <a:ext cx="463375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4669" y="1504853"/>
            <a:ext cx="439072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38029" y="1504853"/>
            <a:ext cx="414736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83957" y="1505299"/>
            <a:ext cx="3901438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25634" y="1504853"/>
            <a:ext cx="365976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8376" y="1504853"/>
            <a:ext cx="3417019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92859" y="1505093"/>
            <a:ext cx="319253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50544" y="1505299"/>
            <a:ext cx="293485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84999" y="1505299"/>
            <a:ext cx="2700396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27844" y="1504853"/>
            <a:ext cx="245755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71384" y="1505299"/>
            <a:ext cx="221401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14418" y="1504853"/>
            <a:ext cx="1970977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57770" y="1504853"/>
            <a:ext cx="1727625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03706" y="1505299"/>
            <a:ext cx="1481689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45374" y="1504853"/>
            <a:ext cx="1240021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88125" y="1504853"/>
            <a:ext cx="997270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18362" y="1505093"/>
            <a:ext cx="767033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76056" y="1505299"/>
            <a:ext cx="509339" cy="14522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3120" y="3150693"/>
            <a:ext cx="1222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73" y="3150917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3283" y="3150693"/>
            <a:ext cx="1221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3" y="3150917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283" y="3150693"/>
            <a:ext cx="1221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3" y="3150917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3283" y="3150693"/>
            <a:ext cx="1221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3" y="3150917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283" y="3150693"/>
            <a:ext cx="1221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9" y="3150915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289" y="3150691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5153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running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7479" y="3150915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3289" y="3150691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5153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running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09650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9" y="3150915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289" y="3150691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5153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running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09650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6" y="2367752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Electric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9" y="3150917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3289" y="3150693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5153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running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09650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6" y="2367752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Electric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625867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High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rapid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dynamics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precise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regulation.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286" y="3150693"/>
            <a:ext cx="122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609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382" y="791145"/>
            <a:ext cx="5323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✖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609" y="1049259"/>
            <a:ext cx="5334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Dingbats"/>
              </a:rPr>
              <a:t>✔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describe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29155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admit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4966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5153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running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09650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6" y="2367752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Electric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625867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High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rapid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dynamics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precise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regulation.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094" y="288398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Sunway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quite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short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Puchong.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5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3286" y="3150691"/>
            <a:ext cx="122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17" y="-24363554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56" y="-24363554"/>
            <a:ext cx="0" cy="93634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797" y="-24363554"/>
            <a:ext cx="0" cy="93634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17" y="-2342720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27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181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3" y="3150915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2596" y="3150691"/>
            <a:ext cx="12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103677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2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97312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27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181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8" y="123730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conventional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8" y="1409387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distinguish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‘tall’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‘short’.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103677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2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97312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27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181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8" y="123730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conventional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8" y="1409387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distinguish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‘tall’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‘short’.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8" y="171986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 example, the boundary is 180 cm.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 is 179 cm, therefore he is a short guy.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103677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2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97312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27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181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8" y="123730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conventional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8" y="1409387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distinguish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‘tall’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‘short’.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8" y="171986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 example, the boundary is 180 cm.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 is 179 cm, therefore he is a short guy.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1231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arbitrary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drawn?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103677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2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1036777"/>
            <a:ext cx="0" cy="93634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97312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27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181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8" y="123730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conventional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8" y="1409387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distinguish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‘tall’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‘short’.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8" y="171986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 example, the boundary is 180 cm.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 is 179 cm, therefore he is a short guy.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1231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Samuel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arbitrary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drawn?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24860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avoid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situation.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89650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1233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2447" y="3150694"/>
            <a:ext cx="122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89650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1233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Jan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Lukasiewicz,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philosopher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1930s.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7" y="3150694"/>
            <a:ext cx="122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89650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1233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Jan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Lukasiewicz,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philosopher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1930s.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extended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447" y="3150694"/>
            <a:ext cx="122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89650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1233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Jan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Lukasiewicz,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philosopher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1930s.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extended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84290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Lotfi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Zadeh,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professor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Berkeley,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published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famous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paper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205875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1965.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2447" y="3150694"/>
            <a:ext cx="122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89650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1233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Jan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Lukasiewicz,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philosopher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1930s.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extended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84290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Lotfi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Zadeh,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professor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Berkeley,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published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famous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paper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205875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1965.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227309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Zadeh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extended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6" y="315091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447" y="3150694"/>
            <a:ext cx="122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270533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70533" y="1373418"/>
            <a:ext cx="7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90542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270533" y="1733422"/>
            <a:ext cx="7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993900" y="1371600"/>
            <a:ext cx="711200" cy="355600"/>
          </a:xfrm>
          <a:custGeom>
            <a:avLst/>
            <a:gdLst/>
            <a:ahLst/>
            <a:cxnLst/>
            <a:rect l="l" t="t" r="r" b="b"/>
            <a:pathLst>
              <a:path w="56" h="28">
                <a:moveTo>
                  <a:pt x="0" y="28"/>
                </a:moveTo>
                <a:lnTo>
                  <a:pt x="0" y="0"/>
                </a:lnTo>
                <a:lnTo>
                  <a:pt x="56" y="0"/>
                </a:lnTo>
                <a:lnTo>
                  <a:pt x="56" y="28"/>
                </a:lnTo>
                <a:lnTo>
                  <a:pt x="0" y="28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270533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0550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070555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70555" y="1373418"/>
            <a:ext cx="14400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10573" y="1373418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070555" y="1733422"/>
            <a:ext cx="14400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70555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30559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790564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150568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510573" y="1733422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0555" y="1373418"/>
            <a:ext cx="1440017" cy="36000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Boolean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7112" y="1030609"/>
            <a:ext cx="35882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27645" y="1797651"/>
            <a:ext cx="45577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88703" y="1797651"/>
            <a:ext cx="30966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96783" y="2135166"/>
            <a:ext cx="41886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7654" y="1797651"/>
            <a:ext cx="27577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04590" y="1797651"/>
            <a:ext cx="2480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9712" y="1797651"/>
            <a:ext cx="2085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26737" y="1797651"/>
            <a:ext cx="17586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88712" y="1797651"/>
            <a:ext cx="1296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89554" y="2135166"/>
            <a:ext cx="26958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Fuzzy/multi-valued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6472" y="3150693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3588" y="3150691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9677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588" y="3150691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9677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548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3588" y="3150691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9677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548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7821" y="1327217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588" y="3150695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9677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548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7821" y="1327217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7821" y="1499302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does not belong to the 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588" y="3150695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3865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principle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dichotomy.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9677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548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7821" y="1327217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7821" y="1499302"/>
            <a:ext cx="3957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does not belong to the 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6870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9348" y="2042628"/>
            <a:ext cx="32660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35335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3294" y="2614120"/>
            <a:ext cx="3452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59683" y="2476820"/>
            <a:ext cx="2925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278" y="2517537"/>
            <a:ext cx="2814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17582" y="2515214"/>
            <a:ext cx="25678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278" y="2724026"/>
            <a:ext cx="2814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17582" y="2721704"/>
            <a:ext cx="25678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∈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3588" y="3150695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880004" y="1412709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80004" y="158857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80004" y="175938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80004" y="193019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80004" y="210099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80004" y="22718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80004" y="244261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80004" y="261343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80004" y="278424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59993" y="1586052"/>
            <a:ext cx="25225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77464" y="1586052"/>
            <a:ext cx="25225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59538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list,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7187" y="919987"/>
            <a:ext cx="42582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6152" y="919987"/>
            <a:ext cx="36492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butter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3400" y="919987"/>
            <a:ext cx="31619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coffee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96351" y="919987"/>
            <a:ext cx="26890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39476" y="919987"/>
            <a:ext cx="20459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keyboard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79955" y="1071815"/>
            <a:ext cx="42054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23381" y="1071815"/>
            <a:ext cx="36620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00588" y="1071815"/>
            <a:ext cx="308480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96864" y="1071815"/>
            <a:ext cx="26885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85160" y="1071815"/>
            <a:ext cx="20002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323" y="1441355"/>
            <a:ext cx="47400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NOT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days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7820" y="1441355"/>
            <a:ext cx="2087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days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2446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039149" y="866508"/>
            <a:ext cx="0" cy="2075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20845" y="866508"/>
            <a:ext cx="0" cy="2075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39149" y="1074013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20845" y="1074013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39149" y="1276464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20845" y="1276464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39149" y="1478902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20845" y="1478902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39149" y="1681340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20845" y="1681340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039149" y="1883778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720845" y="1883778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039149" y="208621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20845" y="208621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039149" y="228866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20845" y="2288666"/>
            <a:ext cx="0" cy="202438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59993" y="1071486"/>
            <a:ext cx="168168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36622" y="1071486"/>
            <a:ext cx="168675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18318" y="1071486"/>
            <a:ext cx="168168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4597" y="897089"/>
            <a:ext cx="49107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26680" y="897089"/>
            <a:ext cx="33587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94848" y="897089"/>
            <a:ext cx="179054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6134" y="1104594"/>
            <a:ext cx="48092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9677" y="1307032"/>
            <a:ext cx="48057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9152" y="1509483"/>
            <a:ext cx="4896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2664" y="1711921"/>
            <a:ext cx="483273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8890" y="1914359"/>
            <a:ext cx="47565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3172" y="2116797"/>
            <a:ext cx="48322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7330" y="2319247"/>
            <a:ext cx="47880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73" y="315092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4773" y="3150696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3" y="315092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54773" y="3150696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54773" y="3150692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54773" y="3150692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4773" y="3150692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7267" y="1893597"/>
            <a:ext cx="36181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54773" y="3150692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7267" y="1893597"/>
            <a:ext cx="36181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55659" y="2065671"/>
            <a:ext cx="3529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54773" y="3150694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7267" y="1893597"/>
            <a:ext cx="36181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55659" y="2065671"/>
            <a:ext cx="3529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4262" y="2237757"/>
            <a:ext cx="37311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54773" y="3150694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7267" y="1893597"/>
            <a:ext cx="36181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55659" y="2065671"/>
            <a:ext cx="3529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4262" y="2237757"/>
            <a:ext cx="37311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6" y="243392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094" y="264977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54773" y="3150694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5024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boundaries.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7606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0187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3032" y="1374250"/>
            <a:ext cx="3312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626" y="1684975"/>
            <a:ext cx="5105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67267" y="1893597"/>
            <a:ext cx="36181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55659" y="2065671"/>
            <a:ext cx="3529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4262" y="2237757"/>
            <a:ext cx="37311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0056" y="243392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094" y="264977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0056" y="28641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thinking.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54773" y="3150694"/>
            <a:ext cx="130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9542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55459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9542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5459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1375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79540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5457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374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9540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55457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31374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79539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55456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31372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79537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55454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1371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79536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5453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731369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79537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55454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1371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79537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55454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731371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79537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55454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731371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79537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55454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31371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9536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255453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31369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6000" y="1014703"/>
            <a:ext cx="475916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7155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253072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28988" y="1014703"/>
            <a:ext cx="593161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605438" y="-23300323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848691" y="-23300323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091948" y="-23300323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605438" y="-2464998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848691" y="-2464998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091948" y="-2464998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410830" y="-2337757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410830" y="-2360891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8410830" y="-23840264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8410830" y="-24071609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410830" y="-24302955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8410830" y="-24534300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29248131" y="-23377573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9248131" y="-23608918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9248131" y="-23840264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9248131" y="-24071609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29248131" y="-24302955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9248131" y="-24534300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8483811" y="-23377573"/>
            <a:ext cx="364880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848691" y="-24534300"/>
            <a:ext cx="0" cy="11567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8848691" y="-24534300"/>
            <a:ext cx="364883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173513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0420887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668264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173513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420887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668264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43" y="-2337690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43" y="-2360839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43" y="-2383989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43" y="-2407138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43" y="-243028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76843" y="-24534372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7" y="-2337690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7" y="-2360839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7" y="-2383989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7" y="-2407138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7" y="-2430287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0814137" y="-2453437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049824" y="-23377765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062192" y="-23378067"/>
            <a:ext cx="12369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0074561" y="-23378473"/>
            <a:ext cx="12371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0086932" y="-23379024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0099300" y="-23379763"/>
            <a:ext cx="12368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111668" y="-23380762"/>
            <a:ext cx="12369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0124037" y="-23382106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136405" y="-23383915"/>
            <a:ext cx="12368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0148773" y="-23386349"/>
            <a:ext cx="12372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0161145" y="-23389618"/>
            <a:ext cx="12368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0173513" y="-23394003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0185881" y="-23399866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0198249" y="-23407687"/>
            <a:ext cx="12368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0210617" y="-23418074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0222986" y="-23431796"/>
            <a:ext cx="12371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35357" y="-23449791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47725" y="-23473171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60094" y="-23503177"/>
            <a:ext cx="12368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72462" y="-23541090"/>
            <a:ext cx="12368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84830" y="-23588054"/>
            <a:ext cx="12371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297201" y="-23644828"/>
            <a:ext cx="12369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09570" y="-23711468"/>
            <a:ext cx="12368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21938" y="-23787044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34306" y="-23869471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46674" y="-23955636"/>
            <a:ext cx="12369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59043" y="-24041802"/>
            <a:ext cx="12371" cy="86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71414" y="-24124229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83782" y="-24199805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396150" y="-24266445"/>
            <a:ext cx="12369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08519" y="-24323219"/>
            <a:ext cx="12368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20887" y="-24370183"/>
            <a:ext cx="12368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33255" y="-24408096"/>
            <a:ext cx="12371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45626" y="-24438102"/>
            <a:ext cx="12369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57995" y="-24461482"/>
            <a:ext cx="12368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30470363" y="-24479477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30482731" y="-24493199"/>
            <a:ext cx="12368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30495099" y="-24503586"/>
            <a:ext cx="12372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30507471" y="-24511407"/>
            <a:ext cx="12368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30519839" y="-24517270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0532207" y="-24521655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30544575" y="-24524924"/>
            <a:ext cx="12369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30556944" y="-24527358"/>
            <a:ext cx="12368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30569312" y="-24529167"/>
            <a:ext cx="12371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0581683" y="-24530511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0594051" y="-24531510"/>
            <a:ext cx="12369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0606420" y="-24532249"/>
            <a:ext cx="12368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0618788" y="-24532800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0631156" y="-24533206"/>
            <a:ext cx="12368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643524" y="-24533508"/>
            <a:ext cx="12372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0655896" y="-24533731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0668264" y="-24533897"/>
            <a:ext cx="12368" cy="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0680632" y="-24534020"/>
            <a:ext cx="12368" cy="1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0693000" y="-24534111"/>
            <a:ext cx="12369" cy="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0705369" y="-24534179"/>
            <a:ext cx="12368" cy="6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0717737" y="-24534229"/>
            <a:ext cx="12371" cy="5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0730108" y="-24534266"/>
            <a:ext cx="12369" cy="3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0742477" y="-24534293"/>
            <a:ext cx="12368" cy="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0754845" y="-24534313"/>
            <a:ext cx="12368" cy="2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767213" y="-24534328"/>
            <a:ext cx="12368" cy="1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80008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tall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men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5020" y="797972"/>
            <a:ext cx="537037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Name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0924" y="741353"/>
            <a:ext cx="4904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Height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1202" y="854578"/>
            <a:ext cx="48641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(cm)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29351" y="717524"/>
            <a:ext cx="44560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89116" y="878407"/>
            <a:ext cx="439627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916264" y="878407"/>
            <a:ext cx="38691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9663" y="1044064"/>
            <a:ext cx="534573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Chris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39353" y="1044064"/>
            <a:ext cx="48460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33944" y="1204961"/>
            <a:ext cx="53514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Mark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38686" y="1204961"/>
            <a:ext cx="484670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52294" y="1365845"/>
            <a:ext cx="533310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52746" y="1365845"/>
            <a:ext cx="483264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198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45" y="1526739"/>
            <a:ext cx="532815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Tom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62941" y="1526739"/>
            <a:ext cx="482245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20686" y="1687634"/>
            <a:ext cx="536470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David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55271" y="1687634"/>
            <a:ext cx="483012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43952" y="1848519"/>
            <a:ext cx="53414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Mike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55654" y="1848519"/>
            <a:ext cx="482974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61921" y="2009416"/>
            <a:ext cx="532347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Bob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54555" y="2009416"/>
            <a:ext cx="483084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167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06570" y="2170300"/>
            <a:ext cx="537882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Steven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52882" y="2170300"/>
            <a:ext cx="483251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81276" y="2331195"/>
            <a:ext cx="530411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Bill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52268" y="2331195"/>
            <a:ext cx="483312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36943" y="2492080"/>
            <a:ext cx="53484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Peter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53222" y="2492080"/>
            <a:ext cx="483217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897479" y="3150921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640213" y="3150697"/>
            <a:ext cx="145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9542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55459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9542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5459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1375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79540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5457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374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9540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55457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31374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79539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55456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31372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79537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55454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1371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79536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5453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731369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79537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55454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1371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79537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55454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731371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79537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55454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731371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79537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55454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31371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9536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255453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31369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6000" y="1014703"/>
            <a:ext cx="475916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7155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253072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28988" y="1014703"/>
            <a:ext cx="593161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605438" y="-23300323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848691" y="-23300323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091948" y="-23300323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605438" y="-2464998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848691" y="-2464998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091948" y="-2464998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410830" y="-2337757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410830" y="-2360891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8410830" y="-23840264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8410830" y="-24071609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410830" y="-24302955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8410830" y="-24534300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29248131" y="-23377573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9248131" y="-23608918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9248131" y="-23840264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9248131" y="-24071609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29248131" y="-24302955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9248131" y="-24534300"/>
            <a:ext cx="3842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8483811" y="-23377573"/>
            <a:ext cx="364880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848691" y="-24534300"/>
            <a:ext cx="0" cy="11567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8848691" y="-24534300"/>
            <a:ext cx="364883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173513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0420887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668264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173513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420887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668264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43" y="-2337690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43" y="-2360839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43" y="-2383989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43" y="-2407138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43" y="-243028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76843" y="-24534372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7" y="-2337690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7" y="-2360839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7" y="-2383989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7" y="-2407138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7" y="-2430287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0814137" y="-2453437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049824" y="-23377765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062192" y="-23378067"/>
            <a:ext cx="12369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0074561" y="-23378473"/>
            <a:ext cx="12371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0086932" y="-23379024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0099300" y="-23379763"/>
            <a:ext cx="12368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111668" y="-23380762"/>
            <a:ext cx="12369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0124037" y="-23382106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136405" y="-23383915"/>
            <a:ext cx="12368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0148773" y="-23386349"/>
            <a:ext cx="12372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0161145" y="-23389618"/>
            <a:ext cx="12368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0173513" y="-23394003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0185881" y="-23399866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0198249" y="-23407687"/>
            <a:ext cx="12368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0210617" y="-23418074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0222986" y="-23431796"/>
            <a:ext cx="12371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35357" y="-23449791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47725" y="-23473171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60094" y="-23503177"/>
            <a:ext cx="12368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72462" y="-23541090"/>
            <a:ext cx="12368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84830" y="-23588054"/>
            <a:ext cx="12371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297201" y="-23644828"/>
            <a:ext cx="12369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09570" y="-23711468"/>
            <a:ext cx="12368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21938" y="-23787044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34306" y="-23869471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46674" y="-23955636"/>
            <a:ext cx="12369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59043" y="-24041802"/>
            <a:ext cx="12371" cy="86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71414" y="-24124229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83782" y="-24199805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396150" y="-24266445"/>
            <a:ext cx="12369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08519" y="-24323219"/>
            <a:ext cx="12368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20887" y="-24370183"/>
            <a:ext cx="12368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33255" y="-24408096"/>
            <a:ext cx="12371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45626" y="-24438102"/>
            <a:ext cx="12369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57995" y="-24461482"/>
            <a:ext cx="12368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30470363" y="-24479477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30482731" y="-24493199"/>
            <a:ext cx="12368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30495099" y="-24503586"/>
            <a:ext cx="12372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30507471" y="-24511407"/>
            <a:ext cx="12368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30519839" y="-24517270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0532207" y="-24521655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30544575" y="-24524924"/>
            <a:ext cx="12369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30556944" y="-24527358"/>
            <a:ext cx="12368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30569312" y="-24529167"/>
            <a:ext cx="12371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0581683" y="-24530511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0594051" y="-24531510"/>
            <a:ext cx="12369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0606420" y="-24532249"/>
            <a:ext cx="12368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0618788" y="-24532800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0631156" y="-24533206"/>
            <a:ext cx="12368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643524" y="-24533508"/>
            <a:ext cx="12372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0655896" y="-24533731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0668264" y="-24533897"/>
            <a:ext cx="12368" cy="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0680632" y="-24534020"/>
            <a:ext cx="12368" cy="1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0693000" y="-24534111"/>
            <a:ext cx="12369" cy="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0705369" y="-24534179"/>
            <a:ext cx="12368" cy="6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0717737" y="-24534229"/>
            <a:ext cx="12371" cy="5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0730108" y="-24534266"/>
            <a:ext cx="12369" cy="3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0742477" y="-24534293"/>
            <a:ext cx="12368" cy="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0754845" y="-24534313"/>
            <a:ext cx="12368" cy="2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767213" y="-24534328"/>
            <a:ext cx="12368" cy="1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3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80008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tall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men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5020" y="797972"/>
            <a:ext cx="537037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Name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0924" y="741353"/>
            <a:ext cx="4904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Height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1202" y="854578"/>
            <a:ext cx="48641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(cm)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29351" y="717524"/>
            <a:ext cx="44560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89116" y="878407"/>
            <a:ext cx="439627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916264" y="878407"/>
            <a:ext cx="38691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9663" y="1044064"/>
            <a:ext cx="534573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Chris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39353" y="1044064"/>
            <a:ext cx="48460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78404" y="1044065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33944" y="1204961"/>
            <a:ext cx="53514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Mark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8686" y="1204961"/>
            <a:ext cx="484670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478402" y="1204961"/>
            <a:ext cx="43069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2294" y="1365845"/>
            <a:ext cx="533310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52746" y="1365845"/>
            <a:ext cx="483264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198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478402" y="1365844"/>
            <a:ext cx="43069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45" y="1526739"/>
            <a:ext cx="532815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Tom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962941" y="1526739"/>
            <a:ext cx="482245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478401" y="1526739"/>
            <a:ext cx="43069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20686" y="1687634"/>
            <a:ext cx="536470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David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55271" y="1687634"/>
            <a:ext cx="483012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63901" y="1687635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43952" y="1848519"/>
            <a:ext cx="53414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Mike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654" y="1848519"/>
            <a:ext cx="482974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463899" y="1848520"/>
            <a:ext cx="432149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1921" y="2009416"/>
            <a:ext cx="532347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Bob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54555" y="2009416"/>
            <a:ext cx="483084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167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463901" y="2009415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06570" y="2170300"/>
            <a:ext cx="537882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Steven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52882" y="2170300"/>
            <a:ext cx="483251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463901" y="2170300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81276" y="2331195"/>
            <a:ext cx="530411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Bill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2268" y="2331195"/>
            <a:ext cx="483312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901" y="2331196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36943" y="2492080"/>
            <a:ext cx="53484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Peter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53222" y="2492080"/>
            <a:ext cx="483217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463901" y="2492079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897479" y="3150921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640213" y="3150697"/>
            <a:ext cx="145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9542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55459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9542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5459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1375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79540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5457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374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9540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55457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31374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79539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55456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31372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79537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55454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1371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79536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5453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731369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79537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55454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1371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79537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55454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731371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79537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55454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731371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79537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55454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31371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9536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255453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31369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6000" y="1014703"/>
            <a:ext cx="475916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7155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253072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28988" y="1014703"/>
            <a:ext cx="593161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205112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48366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91620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05112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48366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691620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10504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10504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0504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10504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10504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10504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3847803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3847803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847803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847803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847803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847803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83485" y="2022753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48366" y="866026"/>
            <a:ext cx="0" cy="11567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448366" y="866026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173507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0420881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668258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173507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420881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668258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36" y="-23376901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36" y="-23608396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36" y="-23839890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36" y="-24071383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36" y="-24302877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76836" y="-24534372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1" y="-2337690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1" y="-2360839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1" y="-2383989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1" y="-2407138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1" y="-2430287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0814131" y="-2453437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049818" y="-23377765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062186" y="-23378067"/>
            <a:ext cx="12368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0074554" y="-23378473"/>
            <a:ext cx="12372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0086926" y="-23379024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0099294" y="-23379763"/>
            <a:ext cx="12368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111662" y="-23380762"/>
            <a:ext cx="12369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0124031" y="-23382106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136399" y="-23383915"/>
            <a:ext cx="12368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0148767" y="-23386349"/>
            <a:ext cx="12371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0161138" y="-23389618"/>
            <a:ext cx="12369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0173507" y="-23394003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0185875" y="-23399866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0198243" y="-23407687"/>
            <a:ext cx="12368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0210611" y="-23418074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0222980" y="-23431796"/>
            <a:ext cx="12371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35351" y="-23449791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47719" y="-23473171"/>
            <a:ext cx="12368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60087" y="-23503177"/>
            <a:ext cx="12369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72456" y="-23541090"/>
            <a:ext cx="12368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84824" y="-23588054"/>
            <a:ext cx="12371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297195" y="-23644828"/>
            <a:ext cx="12368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09563" y="-23711468"/>
            <a:ext cx="12369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21932" y="-23787044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34300" y="-23869471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46668" y="-23955636"/>
            <a:ext cx="12368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59036" y="-24041802"/>
            <a:ext cx="12372" cy="86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71408" y="-24124229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83776" y="-24199805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396144" y="-24266445"/>
            <a:ext cx="12368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08512" y="-24323219"/>
            <a:ext cx="12369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20881" y="-24370183"/>
            <a:ext cx="12368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33249" y="-24408096"/>
            <a:ext cx="12371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45620" y="-24438102"/>
            <a:ext cx="12368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57988" y="-24461482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30470357" y="-24479477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30482725" y="-24493199"/>
            <a:ext cx="12368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30495093" y="-24503586"/>
            <a:ext cx="12371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30507464" y="-24511407"/>
            <a:ext cx="12369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30519833" y="-24517270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0532201" y="-24521655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30544569" y="-24524924"/>
            <a:ext cx="12368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30556937" y="-24527358"/>
            <a:ext cx="12369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30569306" y="-24529167"/>
            <a:ext cx="12371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0581677" y="-24530511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0594045" y="-24531510"/>
            <a:ext cx="12368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0606413" y="-24532249"/>
            <a:ext cx="12369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0618782" y="-24532800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0631150" y="-24533206"/>
            <a:ext cx="12368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643518" y="-24533508"/>
            <a:ext cx="12372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0655890" y="-24533731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0668258" y="-24533897"/>
            <a:ext cx="12368" cy="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0680626" y="-24534020"/>
            <a:ext cx="12368" cy="1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0692994" y="-24534111"/>
            <a:ext cx="12368" cy="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0705362" y="-24534179"/>
            <a:ext cx="12369" cy="6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0717731" y="-24534229"/>
            <a:ext cx="12371" cy="5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0730102" y="-24534266"/>
            <a:ext cx="12368" cy="3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0742470" y="-24534293"/>
            <a:ext cx="12369" cy="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0754839" y="-24534313"/>
            <a:ext cx="12368" cy="2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767207" y="-24534328"/>
            <a:ext cx="12368" cy="1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-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80001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tall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men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5020" y="797972"/>
            <a:ext cx="537037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Name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0924" y="741353"/>
            <a:ext cx="4904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Height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1202" y="854578"/>
            <a:ext cx="48641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(cm)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29351" y="717524"/>
            <a:ext cx="44560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89116" y="878407"/>
            <a:ext cx="439627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916264" y="878407"/>
            <a:ext cx="38691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9663" y="1044064"/>
            <a:ext cx="534573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Chris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39353" y="1044064"/>
            <a:ext cx="48460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78404" y="1044065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33944" y="1204961"/>
            <a:ext cx="53514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Mark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8686" y="1204961"/>
            <a:ext cx="484670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478402" y="1204961"/>
            <a:ext cx="43069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2294" y="1365845"/>
            <a:ext cx="533310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52746" y="1365845"/>
            <a:ext cx="483264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198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478402" y="1365844"/>
            <a:ext cx="43069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45" y="1526739"/>
            <a:ext cx="532815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Tom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962941" y="1526739"/>
            <a:ext cx="482245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478401" y="1526739"/>
            <a:ext cx="43069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20686" y="1687634"/>
            <a:ext cx="536470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David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55271" y="1687634"/>
            <a:ext cx="483012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63901" y="1687635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43952" y="1848519"/>
            <a:ext cx="53414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Mike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654" y="1848519"/>
            <a:ext cx="482974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463899" y="1848520"/>
            <a:ext cx="432149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1921" y="2009416"/>
            <a:ext cx="532347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Bob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54555" y="2009416"/>
            <a:ext cx="483084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167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463901" y="2009415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06570" y="2170300"/>
            <a:ext cx="537882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Steven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52882" y="2170300"/>
            <a:ext cx="483251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463901" y="2170300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81276" y="2331195"/>
            <a:ext cx="530411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Bill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2268" y="2331195"/>
            <a:ext cx="483312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901" y="2331196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36943" y="2492080"/>
            <a:ext cx="53484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Peter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53222" y="2492080"/>
            <a:ext cx="483217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463901" y="2492079"/>
            <a:ext cx="432149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147713" y="2163221"/>
            <a:ext cx="2637682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390962" y="2163221"/>
            <a:ext cx="2394434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634219" y="2163221"/>
            <a:ext cx="215117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937577" y="1989669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2878057" y="1758332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878057" y="1526985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878057" y="1295648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878057" y="1064301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937577" y="832955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282948" y="2304524"/>
            <a:ext cx="250244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2658772" y="1096391"/>
            <a:ext cx="3126623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897473" y="3150921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640206" y="3150697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9542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55459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9542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5459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1375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79544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5460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377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9544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55460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31377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79542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55459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31375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79540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55457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1374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79539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5456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731372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79540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55457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1374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79540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55457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731374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79540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55457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731374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79540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55457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31374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9539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255456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31372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6003" y="1014703"/>
            <a:ext cx="475917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7158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253075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28991" y="1014703"/>
            <a:ext cx="593162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205112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48366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91620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05112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48366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691620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10504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10504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0504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10504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10504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10504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3847803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3847803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847803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847803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847803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847803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83485" y="2022753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48366" y="866026"/>
            <a:ext cx="0" cy="11567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448366" y="866026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173507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0420881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668258" y="-23300280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173507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420881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668258" y="-24650014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36" y="-23376901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36" y="-23608396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36" y="-23839890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36" y="-24071383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36" y="-24302877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76836" y="-24534372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1" y="-2337690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1" y="-2360839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1" y="-2383989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1" y="-2407138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1" y="-2430287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0814131" y="-2453437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049818" y="-23377765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062186" y="-23378067"/>
            <a:ext cx="12368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0074554" y="-23378473"/>
            <a:ext cx="12372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0086926" y="-23379024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0099294" y="-23379763"/>
            <a:ext cx="12368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111662" y="-23380762"/>
            <a:ext cx="12369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0124031" y="-23382106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136399" y="-23383915"/>
            <a:ext cx="12368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0148767" y="-23386349"/>
            <a:ext cx="12371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0161138" y="-23389618"/>
            <a:ext cx="12369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0173507" y="-23394003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0185875" y="-23399866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0198243" y="-23407687"/>
            <a:ext cx="12368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0210611" y="-23418074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0222980" y="-23431796"/>
            <a:ext cx="12371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35351" y="-23449791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47719" y="-23473171"/>
            <a:ext cx="12368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60087" y="-23503177"/>
            <a:ext cx="12369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72456" y="-23541090"/>
            <a:ext cx="12368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84824" y="-23588054"/>
            <a:ext cx="12371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297195" y="-23644828"/>
            <a:ext cx="12368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09563" y="-23711468"/>
            <a:ext cx="12369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21932" y="-23787044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34300" y="-23869471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46668" y="-23955636"/>
            <a:ext cx="12368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59036" y="-24041802"/>
            <a:ext cx="12372" cy="86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71408" y="-24124229"/>
            <a:ext cx="12368" cy="824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83776" y="-24199805"/>
            <a:ext cx="12368" cy="755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396144" y="-24266445"/>
            <a:ext cx="12368" cy="666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08512" y="-24323219"/>
            <a:ext cx="12369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20881" y="-24370183"/>
            <a:ext cx="12368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33249" y="-24408096"/>
            <a:ext cx="12371" cy="3791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45620" y="-24438102"/>
            <a:ext cx="12368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57988" y="-24461482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30470357" y="-24479477"/>
            <a:ext cx="12368" cy="1799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30482725" y="-24493199"/>
            <a:ext cx="12368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30495093" y="-24503586"/>
            <a:ext cx="12371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30507464" y="-24511407"/>
            <a:ext cx="12369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30519833" y="-24517270"/>
            <a:ext cx="12368" cy="586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30532201" y="-24521655"/>
            <a:ext cx="12368" cy="438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30544569" y="-24524924"/>
            <a:ext cx="12368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30556937" y="-24527358"/>
            <a:ext cx="12369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30569306" y="-24529167"/>
            <a:ext cx="12371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0581677" y="-24530511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0594045" y="-24531510"/>
            <a:ext cx="12368" cy="99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0606413" y="-24532249"/>
            <a:ext cx="12369" cy="73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0618782" y="-24532800"/>
            <a:ext cx="12368" cy="55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0631150" y="-24533206"/>
            <a:ext cx="12368" cy="4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643518" y="-24533508"/>
            <a:ext cx="12372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0655890" y="-24533731"/>
            <a:ext cx="12368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0668258" y="-24533897"/>
            <a:ext cx="12368" cy="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0680626" y="-24534020"/>
            <a:ext cx="12368" cy="1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0692994" y="-24534111"/>
            <a:ext cx="12368" cy="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0705362" y="-24534179"/>
            <a:ext cx="12369" cy="6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0717731" y="-24534229"/>
            <a:ext cx="12371" cy="5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0730102" y="-24534266"/>
            <a:ext cx="12368" cy="3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0742470" y="-24534293"/>
            <a:ext cx="12369" cy="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0754839" y="-24534313"/>
            <a:ext cx="12368" cy="2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767207" y="-24534328"/>
            <a:ext cx="12368" cy="1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-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80001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tall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men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5020" y="797972"/>
            <a:ext cx="537037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Name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0924" y="741353"/>
            <a:ext cx="4904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Height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1202" y="854578"/>
            <a:ext cx="48641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(cm)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29351" y="717524"/>
            <a:ext cx="44560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89116" y="878407"/>
            <a:ext cx="439627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916264" y="878407"/>
            <a:ext cx="38691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9663" y="1044064"/>
            <a:ext cx="534573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Chris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39353" y="1044064"/>
            <a:ext cx="48460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78404" y="1044065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946054" y="1044065"/>
            <a:ext cx="383934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3947" y="1204961"/>
            <a:ext cx="535144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Mark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38689" y="1204961"/>
            <a:ext cx="484670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478405" y="1204961"/>
            <a:ext cx="430699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6056" y="1204961"/>
            <a:ext cx="383933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2297" y="1365845"/>
            <a:ext cx="533309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52749" y="1365845"/>
            <a:ext cx="483264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198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78405" y="1365844"/>
            <a:ext cx="430699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940864" y="1365844"/>
            <a:ext cx="38445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0.98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7248" y="1526739"/>
            <a:ext cx="532814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Tom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62944" y="1526739"/>
            <a:ext cx="482245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78404" y="1526739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941903" y="1526739"/>
            <a:ext cx="384349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0.82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20689" y="1687634"/>
            <a:ext cx="536470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David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55274" y="1687634"/>
            <a:ext cx="483012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179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463904" y="1687635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943385" y="1687635"/>
            <a:ext cx="384201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0.78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43955" y="1848519"/>
            <a:ext cx="534144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Mike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55657" y="1848519"/>
            <a:ext cx="482973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63902" y="1848520"/>
            <a:ext cx="43214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942427" y="1848520"/>
            <a:ext cx="384296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0.24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61924" y="2009416"/>
            <a:ext cx="5323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Bob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4558" y="2009416"/>
            <a:ext cx="483083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167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904" y="2009415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950443" y="2009415"/>
            <a:ext cx="38349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0.15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06573" y="2170300"/>
            <a:ext cx="537882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Steven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952885" y="2170300"/>
            <a:ext cx="483251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463904" y="2170300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935849" y="2170300"/>
            <a:ext cx="384954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0.06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81279" y="2331195"/>
            <a:ext cx="530411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Bill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52271" y="2331195"/>
            <a:ext cx="483312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463904" y="2331196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946053" y="2331196"/>
            <a:ext cx="38393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36946" y="2492080"/>
            <a:ext cx="534844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Peter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53225" y="2492080"/>
            <a:ext cx="483217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463904" y="2492079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931565" y="2492079"/>
            <a:ext cx="385383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147713" y="2163221"/>
            <a:ext cx="2637682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90962" y="2163221"/>
            <a:ext cx="2394434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634219" y="2163221"/>
            <a:ext cx="215117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937577" y="1989669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878057" y="1758332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2878057" y="1526985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878057" y="1295648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878057" y="1064301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937577" y="832955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282948" y="2304524"/>
            <a:ext cx="250244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58772" y="1096391"/>
            <a:ext cx="3126623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897473" y="3150921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5640206" y="3150697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79542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55459" y="690542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9542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5459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731375" y="851438"/>
            <a:ext cx="0" cy="165657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79544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5460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1377" y="1017083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9544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55460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31377" y="1177979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779542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55459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31375" y="1338861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79540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55457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731374" y="149975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79539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5456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731372" y="1660642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79540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55457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1374" y="1821538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79540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55457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731374" y="198243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79540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55457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731374" y="2143318"/>
            <a:ext cx="0" cy="160895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79540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55457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31374" y="2304214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9539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255456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31372" y="2465097"/>
            <a:ext cx="0" cy="160896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6003" y="1014703"/>
            <a:ext cx="475917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77158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253075" y="1014703"/>
            <a:ext cx="480690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28991" y="1014703"/>
            <a:ext cx="593162" cy="0"/>
          </a:xfrm>
          <a:prstGeom prst="line">
            <a:avLst/>
          </a:prstGeom>
          <a:ln w="476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205112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48366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691620" y="2100002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205112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48366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691620" y="750346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10504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10504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10504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10504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10504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10504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3847803" y="2022753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3847803" y="1791408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847803" y="1560062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847803" y="1328717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847803" y="1097371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847803" y="866026"/>
            <a:ext cx="3842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83485" y="2022753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48366" y="866026"/>
            <a:ext cx="0" cy="11567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448366" y="866026"/>
            <a:ext cx="36488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773179" y="2100046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020555" y="2100046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267931" y="2100046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773179" y="750312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020555" y="750312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267931" y="750312"/>
            <a:ext cx="0" cy="384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6512" y="2023424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576512" y="179193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576512" y="156043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76512" y="132894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6512" y="1097449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576512" y="86595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5413803" y="2023424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5413803" y="179193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413803" y="1560437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5413803" y="1328943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5413803" y="109744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5413803" y="865955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649492" y="2022561"/>
            <a:ext cx="12368" cy="22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661860" y="2022260"/>
            <a:ext cx="12369" cy="30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674229" y="2021852"/>
            <a:ext cx="12369" cy="40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686598" y="2021303"/>
            <a:ext cx="12369" cy="54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4698967" y="2020563"/>
            <a:ext cx="12369" cy="74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711336" y="2019565"/>
            <a:ext cx="12368" cy="99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723704" y="2018220"/>
            <a:ext cx="12369" cy="134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736073" y="2016411"/>
            <a:ext cx="12369" cy="18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748442" y="2013977"/>
            <a:ext cx="12369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4760811" y="2010708"/>
            <a:ext cx="12368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4773179" y="2006324"/>
            <a:ext cx="12369" cy="438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785548" y="2000460"/>
            <a:ext cx="12369" cy="58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797917" y="1992639"/>
            <a:ext cx="12369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810286" y="1982252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822655" y="1968531"/>
            <a:ext cx="12368" cy="137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835023" y="1950535"/>
            <a:ext cx="12369" cy="1799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847392" y="1927155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859761" y="1897148"/>
            <a:ext cx="12369" cy="3000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872130" y="1859237"/>
            <a:ext cx="12369" cy="3791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84499" y="1812273"/>
            <a:ext cx="12368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896867" y="1755499"/>
            <a:ext cx="12369" cy="567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909236" y="1688857"/>
            <a:ext cx="12369" cy="666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921605" y="1613283"/>
            <a:ext cx="12369" cy="7557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933974" y="1530855"/>
            <a:ext cx="12369" cy="824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946343" y="1444690"/>
            <a:ext cx="12368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958711" y="1358525"/>
            <a:ext cx="12369" cy="8616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971080" y="1276097"/>
            <a:ext cx="12369" cy="824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83449" y="1200522"/>
            <a:ext cx="12368" cy="7557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995817" y="1133880"/>
            <a:ext cx="12369" cy="666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5008186" y="1077107"/>
            <a:ext cx="12369" cy="5677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20555" y="1030143"/>
            <a:ext cx="12369" cy="469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032924" y="992231"/>
            <a:ext cx="12369" cy="3791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045293" y="962225"/>
            <a:ext cx="12368" cy="3000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5057661" y="938845"/>
            <a:ext cx="12369" cy="2338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5070030" y="920849"/>
            <a:ext cx="12369" cy="1799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5082399" y="907127"/>
            <a:ext cx="12369" cy="13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094768" y="896740"/>
            <a:ext cx="12369" cy="1038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5107137" y="888919"/>
            <a:ext cx="12369" cy="78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5119506" y="883055"/>
            <a:ext cx="12368" cy="586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5131874" y="878672"/>
            <a:ext cx="12369" cy="438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5144243" y="875403"/>
            <a:ext cx="12369" cy="326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156612" y="872969"/>
            <a:ext cx="12369" cy="243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5168981" y="871159"/>
            <a:ext cx="12369" cy="18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5181350" y="869815"/>
            <a:ext cx="12368" cy="13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5193718" y="868817"/>
            <a:ext cx="12369" cy="99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5206087" y="868076"/>
            <a:ext cx="12369" cy="74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5218456" y="867527"/>
            <a:ext cx="12368" cy="54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5230824" y="867120"/>
            <a:ext cx="12369" cy="40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5243193" y="866818"/>
            <a:ext cx="12369" cy="30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5255562" y="866595"/>
            <a:ext cx="12369" cy="2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5267931" y="866429"/>
            <a:ext cx="12369" cy="1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5280300" y="866306"/>
            <a:ext cx="12368" cy="1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5292668" y="866215"/>
            <a:ext cx="12369" cy="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5305037" y="866148"/>
            <a:ext cx="12369" cy="6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5317406" y="866098"/>
            <a:ext cx="12369" cy="5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5329775" y="866061"/>
            <a:ext cx="12369" cy="3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5342144" y="866033"/>
            <a:ext cx="12368" cy="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5354512" y="866013"/>
            <a:ext cx="12369" cy="2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5366881" y="865998"/>
            <a:ext cx="12369" cy="1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-8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9995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tall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men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5020" y="797972"/>
            <a:ext cx="5370375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Name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0924" y="741353"/>
            <a:ext cx="4904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Height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1202" y="854578"/>
            <a:ext cx="48641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(cm)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329351" y="717524"/>
            <a:ext cx="445604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750" b="0">
                <a:solidFill>
                  <a:srgbClr val="000000"/>
                </a:solidFill>
                <a:latin typeface="Josefin Sans"/>
              </a:rPr>
              <a:t> </a:t>
            </a:r>
            <a:r>
              <a:rPr sz="7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389116" y="878407"/>
            <a:ext cx="439627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916264" y="878407"/>
            <a:ext cx="38691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9663" y="1044064"/>
            <a:ext cx="534573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Chris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39353" y="1044064"/>
            <a:ext cx="48460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78404" y="1044065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946054" y="1044065"/>
            <a:ext cx="383934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3947" y="1204961"/>
            <a:ext cx="535144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Mark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38689" y="1204961"/>
            <a:ext cx="484670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205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478405" y="1204961"/>
            <a:ext cx="430699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6056" y="1204961"/>
            <a:ext cx="383933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2297" y="1365845"/>
            <a:ext cx="533309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52749" y="1365845"/>
            <a:ext cx="483264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198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78405" y="1365844"/>
            <a:ext cx="430699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940864" y="1365844"/>
            <a:ext cx="384453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0.98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7248" y="1526739"/>
            <a:ext cx="532814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Tom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62944" y="1526739"/>
            <a:ext cx="482245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78404" y="1526739"/>
            <a:ext cx="43069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941903" y="1526739"/>
            <a:ext cx="384349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0.82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20689" y="1687634"/>
            <a:ext cx="536470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David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55274" y="1687634"/>
            <a:ext cx="483012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179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463904" y="1687635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943385" y="1687635"/>
            <a:ext cx="384201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0.78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43955" y="1848519"/>
            <a:ext cx="534144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Mike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55657" y="1848519"/>
            <a:ext cx="482973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463902" y="1848520"/>
            <a:ext cx="4321493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942427" y="1848520"/>
            <a:ext cx="3842968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0.24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61924" y="2009416"/>
            <a:ext cx="532347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Bob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54558" y="2009416"/>
            <a:ext cx="4830837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167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904" y="2009415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950443" y="2009415"/>
            <a:ext cx="383495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0.15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06573" y="2170300"/>
            <a:ext cx="537882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Steven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952885" y="2170300"/>
            <a:ext cx="483251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463904" y="2170300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935849" y="2170300"/>
            <a:ext cx="384954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0.06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81279" y="2331195"/>
            <a:ext cx="5304116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Bill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52271" y="2331195"/>
            <a:ext cx="4833124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463904" y="2331196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946053" y="2331196"/>
            <a:ext cx="3839342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36946" y="2492080"/>
            <a:ext cx="5348449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Peter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953225" y="2492080"/>
            <a:ext cx="483217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152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463904" y="2492079"/>
            <a:ext cx="4321491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931565" y="2492079"/>
            <a:ext cx="3853830" cy="147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147713" y="2163221"/>
            <a:ext cx="2637682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90962" y="2163221"/>
            <a:ext cx="2394434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634219" y="2163221"/>
            <a:ext cx="215117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937577" y="1989669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878057" y="1758332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2878057" y="1526985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878057" y="1295648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878057" y="1064301"/>
            <a:ext cx="290733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937577" y="832955"/>
            <a:ext cx="284781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282948" y="2304524"/>
            <a:ext cx="2502448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658772" y="1096391"/>
            <a:ext cx="3126623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715780" y="2163262"/>
            <a:ext cx="1069615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963150" y="2163262"/>
            <a:ext cx="822245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210519" y="2163262"/>
            <a:ext cx="57487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03584" y="1990342"/>
            <a:ext cx="128181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444064" y="1758851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444064" y="1527360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444064" y="1295869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444064" y="1064378"/>
            <a:ext cx="134133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503584" y="832887"/>
            <a:ext cx="128181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848954" y="2304564"/>
            <a:ext cx="936441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224779" y="1096397"/>
            <a:ext cx="156061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897466" y="3150921"/>
            <a:ext cx="887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640200" y="3150697"/>
            <a:ext cx="145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77150" y="7954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7150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0834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149" y="114217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50834" y="114217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77149" y="13129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50834" y="13129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77149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50834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77153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50837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7153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0837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977153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0837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77153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50837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009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4625" y="1139649"/>
            <a:ext cx="67873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8297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535951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640202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8744453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8848704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952955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057206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61457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535951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40202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744453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848704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952955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057206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161457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410848" y="-23330589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410848" y="-2356194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410848" y="-2379329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410848" y="-2402464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410848" y="-2425599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410848" y="-2448735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9248134" y="-2333058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9248134" y="-2356194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9248134" y="-2379329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9248134" y="-2402464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29248134" y="-2425599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29248134" y="-2448735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483827" y="-23330589"/>
            <a:ext cx="417004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8900831" y="-24487350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8900831" y="-24487350"/>
            <a:ext cx="20850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9109333" y="-24487350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109333" y="-23330589"/>
            <a:ext cx="10425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0049824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0173513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297201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20887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544575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0668264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0791953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049824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173513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297201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420887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544575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668264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791953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976843" y="-2333065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43" y="-23561995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43" y="-2379334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43" y="-2402468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43" y="-24256032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43" y="-2448737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30814137" y="-2333065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7" y="-2356199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7" y="-2379334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7" y="-2402468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7" y="-2425603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7" y="-2448737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049824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062192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074561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086932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099300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111668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12403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13640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0148773" y="-23330650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16114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0173513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85881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0198249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0210617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0222986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23535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47725" y="-23337059"/>
            <a:ext cx="12369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60094" y="-23356284"/>
            <a:ext cx="12368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72462" y="-23388325"/>
            <a:ext cx="12368" cy="3204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84830" y="-23433185"/>
            <a:ext cx="12371" cy="448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97201" y="-23490862"/>
            <a:ext cx="12369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309570" y="-23561355"/>
            <a:ext cx="12368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21938" y="-23644665"/>
            <a:ext cx="12368" cy="833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34306" y="-23740791"/>
            <a:ext cx="12368" cy="9612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46674" y="-23849736"/>
            <a:ext cx="12369" cy="10894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59043" y="-23968292"/>
            <a:ext cx="12371" cy="11855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71414" y="-24077235"/>
            <a:ext cx="12368" cy="10894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83782" y="-24173363"/>
            <a:ext cx="12368" cy="961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96150" y="-24256672"/>
            <a:ext cx="12369" cy="833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408519" y="-24327166"/>
            <a:ext cx="12368" cy="7049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20887" y="-24384843"/>
            <a:ext cx="12368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33255" y="-24429702"/>
            <a:ext cx="12371" cy="448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45626" y="-24461744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57995" y="-24480969"/>
            <a:ext cx="12368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70363" y="-24487378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048273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0495099" y="-24487378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050747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0519839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0532207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30544575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30556944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0569312" y="-24487378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30581683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30594051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0606420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30618788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0631156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0643524" y="-24487378"/>
            <a:ext cx="12372" cy="160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655896" y="-24471312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0668264" y="-24423115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0680632" y="-24342787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0693000" y="-24230327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0705369" y="-24085736"/>
            <a:ext cx="12368" cy="1767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717737" y="-23909015"/>
            <a:ext cx="12371" cy="1767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0730108" y="-23732292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0742477" y="-23587701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0754845" y="-23475241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0767213" y="-23394913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3" y="314675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8" y="314675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weekends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(truth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values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‘weekend-ness’)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36801" y="824134"/>
            <a:ext cx="43485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03261" y="994949"/>
            <a:ext cx="4582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69189" y="994949"/>
            <a:ext cx="3916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2572" y="1170819"/>
            <a:ext cx="53228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5403" y="1341623"/>
            <a:ext cx="5319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92988" y="1512438"/>
            <a:ext cx="5392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43800" y="1683239"/>
            <a:ext cx="5341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04789" y="1854054"/>
            <a:ext cx="52806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4197" y="2024869"/>
            <a:ext cx="53411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79529" y="2195672"/>
            <a:ext cx="53058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897491" y="3150932"/>
            <a:ext cx="8879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39222" y="3150708"/>
            <a:ext cx="1461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77150" y="7954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7150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0834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149" y="114217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50834" y="114217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77149" y="13129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50834" y="13129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77149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50834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77153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50837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7153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0837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977153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0837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77153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50837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009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4625" y="1139649"/>
            <a:ext cx="67873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8297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535951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640202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8744453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8848704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952955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057206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61457" y="-2325333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535951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40202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744453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848704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952955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057206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161457" y="-24603033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410848" y="-23330589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410848" y="-2356194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410848" y="-23793293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410848" y="-2402464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410848" y="-2425599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410848" y="-2448735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9248134" y="-2333058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9248134" y="-2356194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9248134" y="-2379329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9248134" y="-2402464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29248134" y="-2425599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29248134" y="-2448735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483827" y="-23330589"/>
            <a:ext cx="417004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8900831" y="-24487350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8900831" y="-24487350"/>
            <a:ext cx="20850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9109333" y="-24487350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109333" y="-23330589"/>
            <a:ext cx="10425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0049824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0173513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297201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20887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544575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0668264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0791953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049824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173513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297201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420887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544575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668264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791953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976843" y="-2333065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43" y="-23561995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43" y="-2379334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43" y="-2402468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43" y="-24256032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43" y="-2448737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30814137" y="-2333065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7" y="-2356199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7" y="-2379334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7" y="-2402468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7" y="-2425603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7" y="-2448737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049824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062192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074561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086932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099300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111668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12403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13640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0148773" y="-23330650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16114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0173513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85881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0198249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0210617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0222986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23535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47725" y="-23337059"/>
            <a:ext cx="12369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60094" y="-23356284"/>
            <a:ext cx="12368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72462" y="-23388325"/>
            <a:ext cx="12368" cy="3204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84830" y="-23433185"/>
            <a:ext cx="12371" cy="448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97201" y="-23490862"/>
            <a:ext cx="12369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309570" y="-23561355"/>
            <a:ext cx="12368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21938" y="-23644665"/>
            <a:ext cx="12368" cy="833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34306" y="-23740791"/>
            <a:ext cx="12368" cy="9612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46674" y="-23849736"/>
            <a:ext cx="12369" cy="10894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59043" y="-23968292"/>
            <a:ext cx="12371" cy="11855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71414" y="-24077235"/>
            <a:ext cx="12368" cy="10894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83782" y="-24173363"/>
            <a:ext cx="12368" cy="961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96150" y="-24256672"/>
            <a:ext cx="12369" cy="833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408519" y="-24327166"/>
            <a:ext cx="12368" cy="7049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20887" y="-24384843"/>
            <a:ext cx="12368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33255" y="-24429702"/>
            <a:ext cx="12371" cy="448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45626" y="-24461744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57995" y="-24480969"/>
            <a:ext cx="12368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70363" y="-24487378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048273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0495099" y="-24487378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050747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0519839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0532207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30544575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30556944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0569312" y="-24487378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30581683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30594051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0606420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30618788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0631156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0643524" y="-24487378"/>
            <a:ext cx="12372" cy="160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655896" y="-24471312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0668264" y="-24423115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0680632" y="-24342787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0693000" y="-24230327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0705369" y="-24085736"/>
            <a:ext cx="12368" cy="1767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717737" y="-23909015"/>
            <a:ext cx="12371" cy="1767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0730108" y="-23732292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0742477" y="-23587701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0754845" y="-23475241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0767213" y="-23394913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3" y="314675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8" y="314675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weekends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(truth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values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‘weekend-ness’)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36801" y="824134"/>
            <a:ext cx="43485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03261" y="994949"/>
            <a:ext cx="4582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69189" y="994949"/>
            <a:ext cx="3916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2572" y="1170819"/>
            <a:ext cx="53228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82661" y="117081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03" y="1341623"/>
            <a:ext cx="5319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282661" y="1341622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92988" y="1512438"/>
            <a:ext cx="5392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282661" y="1512437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43800" y="1683239"/>
            <a:ext cx="5341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82661" y="168323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04789" y="1854054"/>
            <a:ext cx="52806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282664" y="1854053"/>
            <a:ext cx="45027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44197" y="2024869"/>
            <a:ext cx="53411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298055" y="2024869"/>
            <a:ext cx="4487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9529" y="2195672"/>
            <a:ext cx="53058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8055" y="2195673"/>
            <a:ext cx="4487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897491" y="3150932"/>
            <a:ext cx="8879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39222" y="3150708"/>
            <a:ext cx="1461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77150" y="7954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7150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0834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149" y="114217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50834" y="114217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77149" y="13129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50834" y="13129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77149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50834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77153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50837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7153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0837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977153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0837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77153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50837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009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4625" y="1139649"/>
            <a:ext cx="67873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8297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135623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239874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44125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448376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52626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56877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61128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135623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9874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344125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48376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52626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56877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761128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10518" y="206973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10518" y="183838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10518" y="160703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10518" y="137568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10518" y="114432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0518" y="9129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3847806" y="206973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3847806" y="183838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3847806" y="160703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3847806" y="137568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3847806" y="114432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3847806" y="9129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83498" y="2069738"/>
            <a:ext cx="417003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00501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00501" y="912977"/>
            <a:ext cx="20850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709003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709003" y="2069738"/>
            <a:ext cx="10425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0049824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0173513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297201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20887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544575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0668264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0791953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049824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173513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297201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420887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544575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668264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791953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976843" y="-23330650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43" y="-23561995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43" y="-2379334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43" y="-2402468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43" y="-24256032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43" y="-2448737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30814137" y="-2333065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7" y="-2356199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7" y="-2379334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7" y="-2402468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7" y="-2425603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7" y="-2448737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049824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062192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074561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086932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099300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111668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12403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13640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0148773" y="-23330650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16114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0173513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85881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0198249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0210617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0222986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23535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47725" y="-23337059"/>
            <a:ext cx="12369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60094" y="-23356284"/>
            <a:ext cx="12368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72462" y="-23388325"/>
            <a:ext cx="12368" cy="3204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84830" y="-23433185"/>
            <a:ext cx="12371" cy="448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97201" y="-23490862"/>
            <a:ext cx="12369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309570" y="-23561355"/>
            <a:ext cx="12368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21938" y="-23644665"/>
            <a:ext cx="12368" cy="833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34306" y="-23740791"/>
            <a:ext cx="12368" cy="9612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46674" y="-23849736"/>
            <a:ext cx="12369" cy="10894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59043" y="-23968292"/>
            <a:ext cx="12371" cy="11855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71414" y="-24077235"/>
            <a:ext cx="12368" cy="10894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83782" y="-24173363"/>
            <a:ext cx="12368" cy="961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96150" y="-24256672"/>
            <a:ext cx="12369" cy="833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408519" y="-24327166"/>
            <a:ext cx="12368" cy="7049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20887" y="-24384843"/>
            <a:ext cx="12368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33255" y="-24429702"/>
            <a:ext cx="12371" cy="448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45626" y="-24461744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57995" y="-24480969"/>
            <a:ext cx="12368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70363" y="-24487378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048273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0495099" y="-24487378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050747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0519839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0532207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30544575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30556944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0569312" y="-24487378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30581683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30594051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0606420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30618788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0631156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0643524" y="-24487378"/>
            <a:ext cx="12372" cy="160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655896" y="-24471312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0668264" y="-24423115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0680632" y="-24342787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0693000" y="-24230327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0705369" y="-24085736"/>
            <a:ext cx="12368" cy="1767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717737" y="-23909015"/>
            <a:ext cx="12371" cy="1767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0730108" y="-23732292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0742477" y="-23587701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0754845" y="-23475241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0767213" y="-23394913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3" y="314675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8" y="314675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weekends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(truth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values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‘weekend-ness’)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36801" y="824134"/>
            <a:ext cx="43485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03261" y="994949"/>
            <a:ext cx="4582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69189" y="994949"/>
            <a:ext cx="3916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2572" y="1170819"/>
            <a:ext cx="53228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82661" y="117081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03" y="1341623"/>
            <a:ext cx="5319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282661" y="1341622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92988" y="1512438"/>
            <a:ext cx="5392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282661" y="1512437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43800" y="1683239"/>
            <a:ext cx="5341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82661" y="168323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04789" y="1854054"/>
            <a:ext cx="52806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282664" y="1854053"/>
            <a:ext cx="45027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44197" y="2024869"/>
            <a:ext cx="53411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298055" y="2024869"/>
            <a:ext cx="4487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79529" y="2195672"/>
            <a:ext cx="53058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98055" y="2195673"/>
            <a:ext cx="4487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11696" y="2220076"/>
            <a:ext cx="2673699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Tue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16053" y="2220073"/>
            <a:ext cx="2569342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Wed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20944" y="2220076"/>
            <a:ext cx="2464451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Thu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424704" y="2220075"/>
            <a:ext cx="2360691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Fri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528699" y="2220076"/>
            <a:ext cx="2256696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Sat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632948" y="2220076"/>
            <a:ext cx="215244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Sun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37187" y="2220081"/>
            <a:ext cx="204820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Mon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937586" y="2036652"/>
            <a:ext cx="2847809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878065" y="1805299"/>
            <a:ext cx="2907330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78065" y="1573955"/>
            <a:ext cx="2907330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2878065" y="1342603"/>
            <a:ext cx="2907330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878065" y="1111250"/>
            <a:ext cx="2907330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937586" y="879906"/>
            <a:ext cx="2847809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257815" y="2353061"/>
            <a:ext cx="2527580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Day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658773" y="1143350"/>
            <a:ext cx="3126622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897491" y="3150932"/>
            <a:ext cx="8879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639222" y="3150708"/>
            <a:ext cx="1461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77150" y="7954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7150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0834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149" y="11421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50834" y="11421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77149" y="13129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50834" y="13129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77149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50834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77149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50834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7150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0834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977147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0831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77147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50831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002" y="1139649"/>
            <a:ext cx="67367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4619" y="1139649"/>
            <a:ext cx="67873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8291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135617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239868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44119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448370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52620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56871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61122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135617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9868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344119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48370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52620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56871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761122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10512" y="206973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10512" y="183838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10512" y="160703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10512" y="137568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10512" y="114432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0512" y="9129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3847800" y="2069738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3847800" y="1838386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3847800" y="1607033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3847800" y="137568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3847800" y="114432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3847800" y="912977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83492" y="2069738"/>
            <a:ext cx="417003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00495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00495" y="912977"/>
            <a:ext cx="20850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708996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708996" y="2069738"/>
            <a:ext cx="10425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0049818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0173507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297195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420881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544569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0668258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0791946" y="-23253400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049818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173507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297195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420881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544569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668258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791946" y="-24603057"/>
            <a:ext cx="0" cy="384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976836" y="-23330650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6836" y="-23561995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976836" y="-23793341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76836" y="-24024687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76836" y="-24256032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6836" y="-24487378"/>
            <a:ext cx="3842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30814131" y="-23330650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814131" y="-2356199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814131" y="-2379334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814131" y="-24024687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30814131" y="-24256032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30814131" y="-2448737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049818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062186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074554" y="-23330650"/>
            <a:ext cx="12372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086926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099294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111662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124031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136399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0148767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161138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0173507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185875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0198243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0210611" y="-23330650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0222980" y="-23330650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235351" y="-23330650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0247719" y="-23337059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260087" y="-23356284"/>
            <a:ext cx="12369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272456" y="-23388325"/>
            <a:ext cx="12368" cy="3204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0284824" y="-23433185"/>
            <a:ext cx="12371" cy="448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0297195" y="-23490862"/>
            <a:ext cx="12368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0309563" y="-23561355"/>
            <a:ext cx="12369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0321932" y="-23644665"/>
            <a:ext cx="12368" cy="833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0334300" y="-23740791"/>
            <a:ext cx="12368" cy="9612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0346668" y="-23849736"/>
            <a:ext cx="12368" cy="10894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0359036" y="-23968292"/>
            <a:ext cx="12372" cy="11855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0371408" y="-24077235"/>
            <a:ext cx="12368" cy="10894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0383776" y="-24173363"/>
            <a:ext cx="12368" cy="961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0396144" y="-24256672"/>
            <a:ext cx="12368" cy="833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30408512" y="-24327166"/>
            <a:ext cx="12369" cy="7049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30420881" y="-24384843"/>
            <a:ext cx="12368" cy="5767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30433249" y="-24429702"/>
            <a:ext cx="12371" cy="448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30445620" y="-24461744"/>
            <a:ext cx="12368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30457988" y="-24480969"/>
            <a:ext cx="12369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30470357" y="-24487378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0482725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0495093" y="-24487378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0507464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0519833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0532201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30544569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30556937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30569306" y="-24487378"/>
            <a:ext cx="1237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30581677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30594045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0606413" y="-2448737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30618782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0631150" y="-2448737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0643518" y="-24487378"/>
            <a:ext cx="12372" cy="160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655890" y="-24471312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0668258" y="-24423115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0680626" y="-24342787"/>
            <a:ext cx="12368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0692994" y="-24230327"/>
            <a:ext cx="12368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0705362" y="-24085736"/>
            <a:ext cx="12369" cy="17672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717731" y="-23909015"/>
            <a:ext cx="12371" cy="1767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0730102" y="-23732292"/>
            <a:ext cx="12368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0742470" y="-23587701"/>
            <a:ext cx="12369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0754839" y="-23475241"/>
            <a:ext cx="12368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0767207" y="-23394913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-2" y="314675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1" y="314675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weekends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(truth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values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‘weekend-ness’)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36801" y="824134"/>
            <a:ext cx="43485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03261" y="994949"/>
            <a:ext cx="4582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69189" y="994949"/>
            <a:ext cx="3916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2572" y="1170819"/>
            <a:ext cx="53228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82661" y="117081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885340" y="1170819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5403" y="1341621"/>
            <a:ext cx="5319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282661" y="1341621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885340" y="1341621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92988" y="1512436"/>
            <a:ext cx="5392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82661" y="1512437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885340" y="1512437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43800" y="1683239"/>
            <a:ext cx="5341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282661" y="168323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891005" y="1683239"/>
            <a:ext cx="3894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04786" y="1854054"/>
            <a:ext cx="5280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82661" y="1854053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95309" y="1854053"/>
            <a:ext cx="38900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0.85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44194" y="2024869"/>
            <a:ext cx="5341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298052" y="2024869"/>
            <a:ext cx="44873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900716" y="2024869"/>
            <a:ext cx="38846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79523" y="2195672"/>
            <a:ext cx="5305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8049" y="2195673"/>
            <a:ext cx="44873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895203" y="2195673"/>
            <a:ext cx="3890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111690" y="2220076"/>
            <a:ext cx="2673705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Tue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16047" y="2220073"/>
            <a:ext cx="256934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Wed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320937" y="2220076"/>
            <a:ext cx="246445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Thu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4698" y="2220075"/>
            <a:ext cx="2360697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Fri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28693" y="2220076"/>
            <a:ext cx="2256702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Sat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632941" y="2220076"/>
            <a:ext cx="2152454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Sun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737181" y="2220081"/>
            <a:ext cx="2048214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Mon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937580" y="2036652"/>
            <a:ext cx="2847815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878059" y="1805299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878059" y="1573955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878059" y="1342603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878059" y="1111250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37580" y="879906"/>
            <a:ext cx="2847815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57809" y="2353061"/>
            <a:ext cx="252758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Day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658767" y="1143350"/>
            <a:ext cx="3126628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897485" y="3150932"/>
            <a:ext cx="8879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639216" y="3150708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77150" y="7954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7150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0834" y="96630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77149" y="11421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50834" y="11421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77149" y="13129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50834" y="13129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77149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50834" y="14837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77149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50834" y="165459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77150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0834" y="18254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977147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0831" y="199621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77147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50831" y="21670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6002" y="1139649"/>
            <a:ext cx="67367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4619" y="1139649"/>
            <a:ext cx="67873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8291" y="1139649"/>
            <a:ext cx="67367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135617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239868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44119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448370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52620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56871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61122" y="2146989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135617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9868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344119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48370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52620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56871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761122" y="797294"/>
            <a:ext cx="0" cy="3843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10512" y="2069738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10512" y="1838386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10512" y="1607033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10512" y="1375681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10512" y="1144329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0512" y="912977"/>
            <a:ext cx="3842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3847800" y="2069738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3847800" y="1838386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3847800" y="1607033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3847800" y="137568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3847800" y="114432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3847800" y="912977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83492" y="2069738"/>
            <a:ext cx="417003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00495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00495" y="912977"/>
            <a:ext cx="20850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708996" y="912977"/>
            <a:ext cx="0" cy="115676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708996" y="2069738"/>
            <a:ext cx="104251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649492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773180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896868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5020555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144243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5267931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5391619" y="2146925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649492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773180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896868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020555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44243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267931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391619" y="797268"/>
            <a:ext cx="0" cy="3843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576512" y="2069676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6512" y="1838331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576512" y="1606985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576512" y="1375639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76512" y="1144294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6512" y="912948"/>
            <a:ext cx="3842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5413804" y="2069676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5413804" y="1838331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5413804" y="1606985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413804" y="1375639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5413804" y="1144294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5413804" y="912948"/>
            <a:ext cx="3842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649492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661861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674230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686598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698967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711336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4723705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736074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4748442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4760811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4773180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785548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797917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0286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822655" y="2069676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835024" y="2069676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847392" y="2063268"/>
            <a:ext cx="12369" cy="640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859761" y="2044042"/>
            <a:ext cx="12369" cy="1922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872130" y="2012000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884499" y="1967141"/>
            <a:ext cx="12369" cy="448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96868" y="1909465"/>
            <a:ext cx="12368" cy="576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09236" y="1838972"/>
            <a:ext cx="12369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921605" y="1755661"/>
            <a:ext cx="12369" cy="8331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933974" y="1659534"/>
            <a:ext cx="12369" cy="961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946343" y="1550591"/>
            <a:ext cx="12369" cy="10894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958712" y="1432034"/>
            <a:ext cx="12368" cy="11855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971080" y="1323090"/>
            <a:ext cx="12369" cy="108944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983449" y="1226963"/>
            <a:ext cx="12369" cy="9612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95818" y="1143653"/>
            <a:ext cx="12369" cy="8331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008187" y="1073160"/>
            <a:ext cx="12368" cy="7049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5020555" y="1015484"/>
            <a:ext cx="12369" cy="5767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032924" y="970624"/>
            <a:ext cx="12369" cy="448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045293" y="938582"/>
            <a:ext cx="12369" cy="3204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057662" y="919357"/>
            <a:ext cx="12369" cy="19225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5070031" y="912948"/>
            <a:ext cx="12368" cy="640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082399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094768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107137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119506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131875" y="91294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44243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156612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5168981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181350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193719" y="91294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206087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218456" y="912948"/>
            <a:ext cx="12369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230825" y="912948"/>
            <a:ext cx="12368" cy="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243193" y="912948"/>
            <a:ext cx="12369" cy="16066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255562" y="929014"/>
            <a:ext cx="12369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5267931" y="977211"/>
            <a:ext cx="12369" cy="80328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5280300" y="1057539"/>
            <a:ext cx="12369" cy="112460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292669" y="1169999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305038" y="1314590"/>
            <a:ext cx="12368" cy="176722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317406" y="1491312"/>
            <a:ext cx="12369" cy="176723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329775" y="1668035"/>
            <a:ext cx="12369" cy="144591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342144" y="1812626"/>
            <a:ext cx="12369" cy="11245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5354513" y="1925085"/>
            <a:ext cx="12369" cy="80329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366882" y="2005414"/>
            <a:ext cx="12368" cy="48197"/>
          </a:xfrm>
          <a:prstGeom prst="line">
            <a:avLst/>
          </a:prstGeom>
          <a:ln w="360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-2" y="314675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1" y="314675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weekends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(truth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values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for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‘weekend-ness’)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36801" y="824134"/>
            <a:ext cx="43485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Weekends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03261" y="994949"/>
            <a:ext cx="4582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69189" y="994949"/>
            <a:ext cx="3916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2572" y="1170819"/>
            <a:ext cx="53228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Monday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82661" y="117081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885340" y="1170819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5403" y="1341621"/>
            <a:ext cx="5319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Tuesday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282661" y="1341621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885340" y="1341621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92988" y="1512436"/>
            <a:ext cx="5392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Wednesday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282661" y="1512437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885340" y="1512437"/>
            <a:ext cx="39000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43800" y="1683239"/>
            <a:ext cx="53415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Thursday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282661" y="1683239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891005" y="1683239"/>
            <a:ext cx="3894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04786" y="1854054"/>
            <a:ext cx="5280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Friday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82661" y="1854053"/>
            <a:ext cx="4502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95309" y="1854053"/>
            <a:ext cx="38900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0.85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44194" y="2024869"/>
            <a:ext cx="5341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Saturday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298052" y="2024869"/>
            <a:ext cx="44873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900716" y="2024869"/>
            <a:ext cx="38846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1.00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79523" y="2195672"/>
            <a:ext cx="5305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Sunday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298049" y="2195673"/>
            <a:ext cx="44873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895203" y="2195673"/>
            <a:ext cx="3890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111690" y="2220076"/>
            <a:ext cx="2673705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Tue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16047" y="2220073"/>
            <a:ext cx="256934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Wed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320937" y="2220076"/>
            <a:ext cx="2464458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Thu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4698" y="2220075"/>
            <a:ext cx="2360697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Fri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28693" y="2220076"/>
            <a:ext cx="2256702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Sat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632941" y="2220076"/>
            <a:ext cx="2152454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Sun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737181" y="2220081"/>
            <a:ext cx="2048214" cy="83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Mon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937580" y="2036652"/>
            <a:ext cx="2847815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878059" y="1805299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878059" y="1573955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878059" y="1342603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878059" y="1111250"/>
            <a:ext cx="290733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37580" y="879906"/>
            <a:ext cx="2847815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57809" y="2353061"/>
            <a:ext cx="2527586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Day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658767" y="1143350"/>
            <a:ext cx="3126628" cy="1116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25571" y="2220011"/>
            <a:ext cx="1159824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Tue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749365" y="2220017"/>
            <a:ext cx="1036030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Wed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873682" y="2220011"/>
            <a:ext cx="911713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Thu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996888" y="2220018"/>
            <a:ext cx="788507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Fri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5120320" y="2220010"/>
            <a:ext cx="665076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Sat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244004" y="2220011"/>
            <a:ext cx="541391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Sun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367689" y="2220015"/>
            <a:ext cx="417706" cy="837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5" b="0">
                <a:solidFill>
                  <a:srgbClr val="000000"/>
                </a:solidFill>
                <a:latin typeface="Josefin Sans"/>
              </a:rPr>
              <a:t>Mon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503585" y="2036591"/>
            <a:ext cx="128181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444065" y="1805254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444065" y="1573908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444065" y="1342561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444065" y="1111224"/>
            <a:ext cx="134133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0</a:t>
            </a:r>
            <a:r>
              <a:rPr sz="567" b="0">
                <a:solidFill>
                  <a:srgbClr val="000000"/>
                </a:solidFill>
                <a:latin typeface="Cambria Math"/>
              </a:rPr>
              <a:t>.</a:t>
            </a:r>
            <a:r>
              <a:rPr sz="56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03585" y="879878"/>
            <a:ext cx="1281810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823813" y="2352992"/>
            <a:ext cx="961582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Day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week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224779" y="1143315"/>
            <a:ext cx="1560616" cy="1116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7" b="0">
                <a:solidFill>
                  <a:srgbClr val="000000"/>
                </a:solidFill>
                <a:latin typeface="Josefin Sans"/>
              </a:rPr>
              <a:t> </a:t>
            </a:r>
            <a:r>
              <a:rPr sz="56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897485" y="3150932"/>
            <a:ext cx="8879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5639216" y="3150708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08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961286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174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44221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8267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2313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6359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0406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45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8498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25450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65912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606375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208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61286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0174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44221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8267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2313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16359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0406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445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8498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25450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365912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06375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2251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32251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432251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840946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840946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840946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720824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720824" y="584185"/>
            <a:ext cx="709364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0188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430188" y="1159713"/>
            <a:ext cx="217618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20824" y="1159713"/>
            <a:ext cx="72138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42211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442211" y="584185"/>
            <a:ext cx="70936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51576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1576" y="1159713"/>
            <a:ext cx="145479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720824" y="1159713"/>
            <a:ext cx="144277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63599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63599" y="584185"/>
            <a:ext cx="70936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72964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872964" y="1159713"/>
            <a:ext cx="733411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20824" y="1159713"/>
            <a:ext cx="216416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84987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84987" y="584185"/>
            <a:ext cx="70936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594352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594352" y="1159713"/>
            <a:ext cx="1202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121150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361613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602076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7842539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8083002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8323464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8563924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804387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044850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285313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525776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766238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0006701" y="-2307562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121150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7361613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602076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842539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8083002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8323464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563924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8804387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9044850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9285313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9525776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766238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006701" y="-23712279"/>
            <a:ext cx="0" cy="5399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832579" y="-2307918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6832579" y="-2336772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6832579" y="-2365625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30241273" y="-2307918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30241273" y="-2336772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30241273" y="-2365625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7121150" y="-23295190"/>
            <a:ext cx="24045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7145195" y="-23326414"/>
            <a:ext cx="24048" cy="3122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7169243" y="-23359330"/>
            <a:ext cx="24045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7193288" y="-23393471"/>
            <a:ext cx="24049" cy="341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7217337" y="-23428269"/>
            <a:ext cx="24045" cy="3479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241382" y="-23463054"/>
            <a:ext cx="24045" cy="3478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265427" y="-23497119"/>
            <a:ext cx="24048" cy="3406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289475" y="-23529659"/>
            <a:ext cx="24045" cy="325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7313520" y="-23559915"/>
            <a:ext cx="24048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337568" y="-23587101"/>
            <a:ext cx="24045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361613" y="-23610479"/>
            <a:ext cx="24045" cy="2337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7385658" y="-23629401"/>
            <a:ext cx="24048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7409706" y="-23643332"/>
            <a:ext cx="24045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7433751" y="-23651855"/>
            <a:ext cx="24045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7457796" y="-23654723"/>
            <a:ext cx="24049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7481845" y="-23654723"/>
            <a:ext cx="24045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7505890" y="-23651855"/>
            <a:ext cx="24048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7529938" y="-23643332"/>
            <a:ext cx="24045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7553983" y="-23629401"/>
            <a:ext cx="24045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7578028" y="-23610479"/>
            <a:ext cx="24048" cy="2337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7602076" y="-23587101"/>
            <a:ext cx="24045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7626121" y="-23559915"/>
            <a:ext cx="24048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7650169" y="-23529659"/>
            <a:ext cx="24045" cy="325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7674214" y="-23497119"/>
            <a:ext cx="24045" cy="3406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7698259" y="-23463054"/>
            <a:ext cx="24048" cy="3478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7722307" y="-23428269"/>
            <a:ext cx="24045" cy="3479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7746352" y="-23393471"/>
            <a:ext cx="24049" cy="341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7770401" y="-23359330"/>
            <a:ext cx="24045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7794446" y="-23326414"/>
            <a:ext cx="24045" cy="3122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7818491" y="-23295190"/>
            <a:ext cx="24048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7842539" y="-23266037"/>
            <a:ext cx="24045" cy="2683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7866584" y="-23239207"/>
            <a:ext cx="24048" cy="243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7890632" y="-23214869"/>
            <a:ext cx="24045" cy="2178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7914677" y="-23193085"/>
            <a:ext cx="24045" cy="192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7938722" y="-23173847"/>
            <a:ext cx="24048" cy="1677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7962770" y="-23157077"/>
            <a:ext cx="24045" cy="144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7986815" y="-23142640"/>
            <a:ext cx="24045" cy="122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8010860" y="-23130364"/>
            <a:ext cx="24048" cy="1031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034908" y="-23120053"/>
            <a:ext cx="24045" cy="855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8058953" y="-23111494"/>
            <a:ext cx="24049" cy="702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8083002" y="-23104473"/>
            <a:ext cx="24045" cy="569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8107047" y="-23098782"/>
            <a:ext cx="24045" cy="456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8131092" y="-23094219"/>
            <a:ext cx="24048" cy="361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8155140" y="-23090606"/>
            <a:ext cx="24045" cy="283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8179185" y="-23087773"/>
            <a:ext cx="24048" cy="219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8203233" y="-23085580"/>
            <a:ext cx="24045" cy="168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8227278" y="-23083899"/>
            <a:ext cx="24045" cy="127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8251323" y="-23082625"/>
            <a:ext cx="24048" cy="9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8275371" y="-23081671"/>
            <a:ext cx="24045" cy="70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8299416" y="-23080963"/>
            <a:ext cx="24048" cy="51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8323464" y="-23080445"/>
            <a:ext cx="24046" cy="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8347510" y="-23080068"/>
            <a:ext cx="24045" cy="27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8371555" y="-23079798"/>
            <a:ext cx="24048" cy="1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8395603" y="-23079606"/>
            <a:ext cx="24045" cy="13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28419648" y="-23079473"/>
            <a:ext cx="24048" cy="9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28443696" y="-23079380"/>
            <a:ext cx="24045" cy="6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28467741" y="-23079315"/>
            <a:ext cx="24045" cy="4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28491786" y="-23079271"/>
            <a:ext cx="24048" cy="2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8515834" y="-23079242"/>
            <a:ext cx="24045" cy="2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8539879" y="-23079222"/>
            <a:ext cx="24045" cy="1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8563924" y="-23079209"/>
            <a:ext cx="24048" cy="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8587972" y="-23079200"/>
            <a:ext cx="24045" cy="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8612017" y="-23079195"/>
            <a:ext cx="24049" cy="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8636066" y="-23079192"/>
            <a:ext cx="24045" cy="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8660111" y="-23079189"/>
            <a:ext cx="24048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8684159" y="-23079188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8708204" y="-23079188"/>
            <a:ext cx="24045" cy="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8732249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8756297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8780342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8804387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8828435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8852480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8876528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8900573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8924618" y="-23079186"/>
            <a:ext cx="2404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28948667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28972712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8996760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020805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9044850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29068898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9092943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9116991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29141036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29165081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29189129" y="-23079186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29213175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29237223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29261268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29285313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29309361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29333406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29357451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9381499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9405544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9429592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29453637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9477682" y="-23079186"/>
            <a:ext cx="2404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9501731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9525776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549824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573869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597914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621962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646007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670055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694100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718145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742193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766238" y="-23079186"/>
            <a:ext cx="2404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790287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814332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838377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862425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886470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910515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934563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958608" y="-23079186"/>
            <a:ext cx="2404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9982656" y="-23079186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7121150" y="-23079222"/>
            <a:ext cx="24045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7145195" y="-23079242"/>
            <a:ext cx="24048" cy="2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7169243" y="-23079271"/>
            <a:ext cx="24045" cy="2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7193288" y="-23079315"/>
            <a:ext cx="24049" cy="4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7217337" y="-23079380"/>
            <a:ext cx="24045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7241382" y="-23079473"/>
            <a:ext cx="24045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7265427" y="-23079606"/>
            <a:ext cx="24048" cy="13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7289475" y="-23079798"/>
            <a:ext cx="24045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7313520" y="-23080068"/>
            <a:ext cx="24048" cy="27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7337568" y="-23080445"/>
            <a:ext cx="24045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7361613" y="-23080963"/>
            <a:ext cx="24045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7385658" y="-23081671"/>
            <a:ext cx="24048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7409706" y="-23082625"/>
            <a:ext cx="24045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7433751" y="-23083899"/>
            <a:ext cx="24045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7457796" y="-23085580"/>
            <a:ext cx="24049" cy="168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7481845" y="-23087773"/>
            <a:ext cx="24045" cy="21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7505890" y="-23090606"/>
            <a:ext cx="24048" cy="283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7529938" y="-23094219"/>
            <a:ext cx="24045" cy="36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7553983" y="-23098782"/>
            <a:ext cx="24045" cy="456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7578028" y="-23104473"/>
            <a:ext cx="24048" cy="569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7602076" y="-23111494"/>
            <a:ext cx="24045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27626121" y="-23120053"/>
            <a:ext cx="24048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7650169" y="-23130364"/>
            <a:ext cx="24045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27674214" y="-23142640"/>
            <a:ext cx="24045" cy="1227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27698259" y="-23157077"/>
            <a:ext cx="24048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27722307" y="-23173847"/>
            <a:ext cx="24045" cy="1677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27746352" y="-23193085"/>
            <a:ext cx="24049" cy="192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27770401" y="-23214869"/>
            <a:ext cx="24045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27794446" y="-23239207"/>
            <a:ext cx="24045" cy="243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27818491" y="-23266037"/>
            <a:ext cx="24048" cy="268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27842539" y="-23295190"/>
            <a:ext cx="24045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27866584" y="-23326414"/>
            <a:ext cx="24048" cy="3122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27890632" y="-23359330"/>
            <a:ext cx="24045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27914677" y="-23393471"/>
            <a:ext cx="24045" cy="341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27938722" y="-23428269"/>
            <a:ext cx="24048" cy="3479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27962770" y="-23463054"/>
            <a:ext cx="24045" cy="3478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27986815" y="-23497119"/>
            <a:ext cx="24045" cy="340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28010860" y="-23529659"/>
            <a:ext cx="24048" cy="325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28034908" y="-23559915"/>
            <a:ext cx="24045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28058953" y="-23587101"/>
            <a:ext cx="24049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8083002" y="-23610479"/>
            <a:ext cx="24045" cy="2337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8107047" y="-23629401"/>
            <a:ext cx="24045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8131092" y="-23643332"/>
            <a:ext cx="24048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8155140" y="-23651855"/>
            <a:ext cx="24045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8179185" y="-23654723"/>
            <a:ext cx="24048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28203233" y="-23654723"/>
            <a:ext cx="24045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8227278" y="-23651855"/>
            <a:ext cx="24045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28251323" y="-23643332"/>
            <a:ext cx="24048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28275371" y="-23629401"/>
            <a:ext cx="24045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28299416" y="-23610479"/>
            <a:ext cx="24048" cy="2337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28323464" y="-23587101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8347510" y="-23559915"/>
            <a:ext cx="24045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8371555" y="-23529659"/>
            <a:ext cx="24048" cy="325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8395603" y="-23497119"/>
            <a:ext cx="24045" cy="340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28419648" y="-23463054"/>
            <a:ext cx="24048" cy="3478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8443696" y="-23428269"/>
            <a:ext cx="24045" cy="3479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8467741" y="-23393471"/>
            <a:ext cx="24045" cy="341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8491786" y="-23359330"/>
            <a:ext cx="24048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8515834" y="-23326414"/>
            <a:ext cx="24045" cy="3122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8539879" y="-23295190"/>
            <a:ext cx="24045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8563924" y="-23266037"/>
            <a:ext cx="24048" cy="268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8587972" y="-23239207"/>
            <a:ext cx="24045" cy="243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8612017" y="-23214869"/>
            <a:ext cx="24049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8636066" y="-23193085"/>
            <a:ext cx="24045" cy="192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8660111" y="-23173847"/>
            <a:ext cx="24048" cy="1677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8684159" y="-23157077"/>
            <a:ext cx="24045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8708204" y="-23142640"/>
            <a:ext cx="24045" cy="1227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8732249" y="-23130364"/>
            <a:ext cx="24048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8756297" y="-23120053"/>
            <a:ext cx="24045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8780342" y="-23111494"/>
            <a:ext cx="24045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8804387" y="-23104473"/>
            <a:ext cx="24048" cy="569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8828435" y="-23098782"/>
            <a:ext cx="24045" cy="456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8852480" y="-23094219"/>
            <a:ext cx="24048" cy="36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8876528" y="-23090606"/>
            <a:ext cx="24045" cy="283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8900573" y="-23087773"/>
            <a:ext cx="24045" cy="21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8924618" y="-23085580"/>
            <a:ext cx="24049" cy="168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8948667" y="-23083899"/>
            <a:ext cx="24045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8972712" y="-23082625"/>
            <a:ext cx="24048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8996760" y="-23081671"/>
            <a:ext cx="24045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020805" y="-23080963"/>
            <a:ext cx="24045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9044850" y="-23080445"/>
            <a:ext cx="24048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9068898" y="-23080068"/>
            <a:ext cx="24045" cy="27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29092943" y="-23079798"/>
            <a:ext cx="24048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29116991" y="-23079606"/>
            <a:ext cx="24045" cy="13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29141036" y="-23079473"/>
            <a:ext cx="24045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29165081" y="-23079380"/>
            <a:ext cx="24048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29189129" y="-23079315"/>
            <a:ext cx="24046" cy="4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29213175" y="-23079271"/>
            <a:ext cx="24048" cy="2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29237223" y="-23079242"/>
            <a:ext cx="24045" cy="2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29261268" y="-23079222"/>
            <a:ext cx="24045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29285313" y="-23079209"/>
            <a:ext cx="24048" cy="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29309361" y="-23079200"/>
            <a:ext cx="24045" cy="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9333406" y="-23079195"/>
            <a:ext cx="24045" cy="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9357451" y="-23079192"/>
            <a:ext cx="24048" cy="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9381499" y="-23079189"/>
            <a:ext cx="24045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9405544" y="-23079188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9429592" y="-23079188"/>
            <a:ext cx="24045" cy="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9453637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9477682" y="-23079186"/>
            <a:ext cx="2404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501731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525776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549824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29573869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29597914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621962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646007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670055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29694100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9718145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9742193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9766238" y="-23079186"/>
            <a:ext cx="2404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9790287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814332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838377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862425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886470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910515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934563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958608" y="-23079186"/>
            <a:ext cx="24048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982656" y="-23079186"/>
            <a:ext cx="240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121150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45195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7169243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7193288" y="-23079186"/>
            <a:ext cx="2404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7217337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241382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265427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7289475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7313520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7337568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7361613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7385658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7409706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433751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457796" y="-23079186"/>
            <a:ext cx="2404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7481845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505890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529938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7553983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7578028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7602076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7626121" y="-23079186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7650169" y="-23079186"/>
            <a:ext cx="2404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7674214" y="-23079188"/>
            <a:ext cx="24045" cy="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7698259" y="-23079188"/>
            <a:ext cx="2404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722307" y="-23079189"/>
            <a:ext cx="24045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746352" y="-23079192"/>
            <a:ext cx="24049" cy="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770401" y="-23079195"/>
            <a:ext cx="24045" cy="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794446" y="-23079200"/>
            <a:ext cx="24045" cy="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818491" y="-23079209"/>
            <a:ext cx="24048" cy="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7842539" y="-23079222"/>
            <a:ext cx="24045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7866584" y="-23079242"/>
            <a:ext cx="24048" cy="2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7890632" y="-23079271"/>
            <a:ext cx="24045" cy="2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27914677" y="-23079315"/>
            <a:ext cx="24045" cy="4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27938722" y="-23079380"/>
            <a:ext cx="24048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27962770" y="-23079473"/>
            <a:ext cx="24045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27986815" y="-23079606"/>
            <a:ext cx="24045" cy="13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28010860" y="-23079798"/>
            <a:ext cx="24048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28034908" y="-23080068"/>
            <a:ext cx="24045" cy="27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28058953" y="-23080445"/>
            <a:ext cx="24049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28083002" y="-23080963"/>
            <a:ext cx="24045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28107047" y="-23081671"/>
            <a:ext cx="24045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28131092" y="-23082625"/>
            <a:ext cx="24048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28155140" y="-23083899"/>
            <a:ext cx="24045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28179185" y="-23085580"/>
            <a:ext cx="24048" cy="168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28203233" y="-23087773"/>
            <a:ext cx="24045" cy="21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28227278" y="-23090606"/>
            <a:ext cx="24045" cy="283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28251323" y="-23094219"/>
            <a:ext cx="24048" cy="36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28275371" y="-23098782"/>
            <a:ext cx="24045" cy="456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28299416" y="-23104473"/>
            <a:ext cx="24048" cy="569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28323464" y="-23111494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28347510" y="-23120053"/>
            <a:ext cx="24045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28371555" y="-23130364"/>
            <a:ext cx="24048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28395603" y="-23142640"/>
            <a:ext cx="24045" cy="1227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28419648" y="-23157077"/>
            <a:ext cx="24048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28443696" y="-23173847"/>
            <a:ext cx="24045" cy="1677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28467741" y="-23193085"/>
            <a:ext cx="24045" cy="192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28491786" y="-23214869"/>
            <a:ext cx="24048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28515834" y="-23239207"/>
            <a:ext cx="24045" cy="243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28539879" y="-23266037"/>
            <a:ext cx="24045" cy="268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28563924" y="-23295190"/>
            <a:ext cx="24048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28587972" y="-23326414"/>
            <a:ext cx="24045" cy="3122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28612017" y="-23359330"/>
            <a:ext cx="24049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28636066" y="-23393471"/>
            <a:ext cx="24045" cy="341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28660111" y="-23428269"/>
            <a:ext cx="24048" cy="3479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28684159" y="-23463054"/>
            <a:ext cx="24045" cy="3478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28708204" y="-23497119"/>
            <a:ext cx="24045" cy="340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28732249" y="-23529659"/>
            <a:ext cx="24048" cy="325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28756297" y="-23559915"/>
            <a:ext cx="24045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28780342" y="-23587101"/>
            <a:ext cx="24045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28804387" y="-23610479"/>
            <a:ext cx="24048" cy="2337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28828435" y="-23629401"/>
            <a:ext cx="24045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28852480" y="-23643332"/>
            <a:ext cx="24048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28876528" y="-23651855"/>
            <a:ext cx="24045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28900573" y="-23654723"/>
            <a:ext cx="24045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28924618" y="-23654723"/>
            <a:ext cx="24049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28948667" y="-23651855"/>
            <a:ext cx="24045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28972712" y="-23643332"/>
            <a:ext cx="24048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28996760" y="-23629401"/>
            <a:ext cx="24045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29020805" y="-23610479"/>
            <a:ext cx="24045" cy="2337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29044850" y="-23587101"/>
            <a:ext cx="24048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29068898" y="-23559915"/>
            <a:ext cx="24045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29092943" y="-23529659"/>
            <a:ext cx="24048" cy="325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29116991" y="-23497119"/>
            <a:ext cx="24045" cy="340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29141036" y="-23463054"/>
            <a:ext cx="24045" cy="3478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29165081" y="-23428269"/>
            <a:ext cx="24048" cy="3479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29189129" y="-23393471"/>
            <a:ext cx="24046" cy="341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29213175" y="-23359330"/>
            <a:ext cx="24048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29237223" y="-23326414"/>
            <a:ext cx="24045" cy="3122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29261268" y="-23295190"/>
            <a:ext cx="24045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29285313" y="-23266037"/>
            <a:ext cx="24048" cy="268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29309361" y="-23239207"/>
            <a:ext cx="24045" cy="243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29333406" y="-23214869"/>
            <a:ext cx="24045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29357451" y="-23193085"/>
            <a:ext cx="24048" cy="192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29381499" y="-23173847"/>
            <a:ext cx="24045" cy="1677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29405544" y="-23157077"/>
            <a:ext cx="24048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29429592" y="-23142640"/>
            <a:ext cx="24045" cy="1227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29453637" y="-23130364"/>
            <a:ext cx="24045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29477682" y="-23120053"/>
            <a:ext cx="24049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29501731" y="-23111494"/>
            <a:ext cx="24045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29525776" y="-23104473"/>
            <a:ext cx="24048" cy="569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29549824" y="-23098782"/>
            <a:ext cx="24045" cy="456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29573869" y="-23094219"/>
            <a:ext cx="24045" cy="36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29597914" y="-23090606"/>
            <a:ext cx="24048" cy="283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29621962" y="-23087773"/>
            <a:ext cx="24045" cy="21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29646007" y="-23085580"/>
            <a:ext cx="24048" cy="168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29670055" y="-23083899"/>
            <a:ext cx="24045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29694100" y="-23082625"/>
            <a:ext cx="24045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29718145" y="-23081671"/>
            <a:ext cx="24048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29742193" y="-23080963"/>
            <a:ext cx="24045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29766238" y="-23080445"/>
            <a:ext cx="24049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29790287" y="-23080068"/>
            <a:ext cx="24045" cy="27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29814332" y="-23079798"/>
            <a:ext cx="24045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29838377" y="-23079606"/>
            <a:ext cx="24048" cy="13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29862425" y="-23079473"/>
            <a:ext cx="24045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29886470" y="-23079380"/>
            <a:ext cx="24045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29910515" y="-23079315"/>
            <a:ext cx="24048" cy="4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29934563" y="-23079271"/>
            <a:ext cx="24045" cy="2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29958608" y="-23079242"/>
            <a:ext cx="24048" cy="2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29982656" y="-23079222"/>
            <a:ext cx="24045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27121150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27145195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27169243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27193288" y="-23079186"/>
            <a:ext cx="24049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27217337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27241382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27265427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27289475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27313520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27337568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27361613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27385658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27409706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27433751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27457796" y="-23079186"/>
            <a:ext cx="24049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27481845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27505890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27529938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27553983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27578028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27602076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27626121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27650169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27674214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27698259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27722307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7746352" y="-23079186"/>
            <a:ext cx="24049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7770401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7794446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7818491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7842539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27866584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7890632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7914677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7938722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7962770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7986815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8010860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28034908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8058953" y="-23079186"/>
            <a:ext cx="24049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8083002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8107047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8131092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8155140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28179185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28203233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28227278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28251323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28275371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28299416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28323464" y="-23079186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28347510" y="-23079186"/>
            <a:ext cx="2404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28371555" y="-23079186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28395603" y="-23079188"/>
            <a:ext cx="24045" cy="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28419648" y="-23079188"/>
            <a:ext cx="24048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28443696" y="-23079189"/>
            <a:ext cx="24045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 flipV="1">
            <a:off x="28467741" y="-23079192"/>
            <a:ext cx="24045" cy="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28491786" y="-23079195"/>
            <a:ext cx="24048" cy="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28515834" y="-23079200"/>
            <a:ext cx="24045" cy="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28539879" y="-23079209"/>
            <a:ext cx="24045" cy="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28563924" y="-23079222"/>
            <a:ext cx="24048" cy="1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 flipV="1">
            <a:off x="28587972" y="-23079242"/>
            <a:ext cx="24045" cy="2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 flipV="1">
            <a:off x="28612017" y="-23079271"/>
            <a:ext cx="24049" cy="2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V="1">
            <a:off x="28636066" y="-23079315"/>
            <a:ext cx="24045" cy="4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28660111" y="-23079380"/>
            <a:ext cx="24048" cy="6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V="1">
            <a:off x="28684159" y="-23079473"/>
            <a:ext cx="24045" cy="9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V="1">
            <a:off x="28708204" y="-23079606"/>
            <a:ext cx="24045" cy="13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 flipV="1">
            <a:off x="28732249" y="-23079798"/>
            <a:ext cx="24048" cy="1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V="1">
            <a:off x="28756297" y="-23080068"/>
            <a:ext cx="24045" cy="27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28780342" y="-23080445"/>
            <a:ext cx="24045" cy="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28804387" y="-23080963"/>
            <a:ext cx="24048" cy="51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28828435" y="-23081671"/>
            <a:ext cx="24045" cy="70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28852480" y="-23082625"/>
            <a:ext cx="24048" cy="95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28876528" y="-23083899"/>
            <a:ext cx="24045" cy="127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28900573" y="-23085580"/>
            <a:ext cx="24045" cy="168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28924618" y="-23087773"/>
            <a:ext cx="24049" cy="219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28948667" y="-23090606"/>
            <a:ext cx="24045" cy="283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28972712" y="-23094219"/>
            <a:ext cx="24048" cy="361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28996760" y="-23098782"/>
            <a:ext cx="24045" cy="456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29020805" y="-23104473"/>
            <a:ext cx="24045" cy="569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29044850" y="-23111494"/>
            <a:ext cx="24048" cy="702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29068898" y="-23120053"/>
            <a:ext cx="24045" cy="855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29092943" y="-23130364"/>
            <a:ext cx="24048" cy="1031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29116991" y="-23142640"/>
            <a:ext cx="24045" cy="1227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29141036" y="-23157077"/>
            <a:ext cx="24045" cy="144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29165081" y="-23173847"/>
            <a:ext cx="24048" cy="1677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29189129" y="-23193085"/>
            <a:ext cx="24046" cy="1923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29213175" y="-23214869"/>
            <a:ext cx="24048" cy="2178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29237223" y="-23239207"/>
            <a:ext cx="24045" cy="2433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29261268" y="-23266037"/>
            <a:ext cx="24045" cy="2683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29285313" y="-23295190"/>
            <a:ext cx="24048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29309361" y="-23326414"/>
            <a:ext cx="24045" cy="3122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29333406" y="-23359330"/>
            <a:ext cx="24045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29357451" y="-23393471"/>
            <a:ext cx="24048" cy="341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29381499" y="-23428269"/>
            <a:ext cx="24045" cy="3479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29405544" y="-23463054"/>
            <a:ext cx="24048" cy="3478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29429592" y="-23497119"/>
            <a:ext cx="24045" cy="3406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29453637" y="-23529659"/>
            <a:ext cx="24045" cy="325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29477682" y="-23559915"/>
            <a:ext cx="24049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29501731" y="-23587101"/>
            <a:ext cx="24045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V="1">
            <a:off x="29525776" y="-23610479"/>
            <a:ext cx="24048" cy="2337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29549824" y="-23629401"/>
            <a:ext cx="24045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29573869" y="-23643332"/>
            <a:ext cx="24045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29597914" y="-23651855"/>
            <a:ext cx="24048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29621962" y="-23654723"/>
            <a:ext cx="24045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29646007" y="-23654723"/>
            <a:ext cx="24048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29670055" y="-23651855"/>
            <a:ext cx="24045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29694100" y="-23643332"/>
            <a:ext cx="24045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29718145" y="-23629401"/>
            <a:ext cx="24048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29742193" y="-23610479"/>
            <a:ext cx="24045" cy="2337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29766238" y="-23587101"/>
            <a:ext cx="24049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29790287" y="-23559915"/>
            <a:ext cx="24045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29814332" y="-23529659"/>
            <a:ext cx="24045" cy="325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29838377" y="-23497119"/>
            <a:ext cx="24048" cy="3406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29862425" y="-23463054"/>
            <a:ext cx="24045" cy="3478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29886470" y="-23428269"/>
            <a:ext cx="24045" cy="3479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29910515" y="-23393471"/>
            <a:ext cx="24048" cy="341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29934563" y="-23359330"/>
            <a:ext cx="24045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29958608" y="-23326414"/>
            <a:ext cx="24048" cy="3122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29982656" y="-23295190"/>
            <a:ext cx="24045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ectangle 598"/>
          <p:cNvSpPr/>
          <p:nvPr/>
        </p:nvSpPr>
        <p:spPr>
          <a:xfrm>
            <a:off x="-5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287998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1" name="Picture 60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2" name="Picture 60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3" name="TextBox 60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Seasons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year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southern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hemisphere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658962" y="1260070"/>
            <a:ext cx="41264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1899792" y="1260070"/>
            <a:ext cx="3885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2134031" y="1260070"/>
            <a:ext cx="3651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379344" y="1260070"/>
            <a:ext cx="34060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2629483" y="1260070"/>
            <a:ext cx="31559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2863951" y="1262152"/>
            <a:ext cx="292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3094989" y="1260070"/>
            <a:ext cx="2690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3342931" y="1262152"/>
            <a:ext cx="2442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3571658" y="1260070"/>
            <a:ext cx="2213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3833684" y="1260070"/>
            <a:ext cx="19517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085030" y="1262152"/>
            <a:ext cx="17003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98352" y="1262152"/>
            <a:ext cx="1487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544466" y="1260070"/>
            <a:ext cx="12409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1337157" y="1124843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261947" y="837086"/>
            <a:ext cx="4523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1337157" y="549329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1983853" y="825298"/>
            <a:ext cx="38015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2678391" y="826415"/>
            <a:ext cx="31070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474554" y="840195"/>
            <a:ext cx="23108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148632" y="831584"/>
            <a:ext cx="16367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2961347" y="1453579"/>
            <a:ext cx="28240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906539" y="711109"/>
            <a:ext cx="4878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995109" y="677641"/>
            <a:ext cx="4790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4897470" y="3150929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5639365" y="3150705"/>
            <a:ext cx="1460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08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961286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174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44221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8267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2313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6359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0406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45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8498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25450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65912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606375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208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61286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0174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44221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8267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2313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16359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0406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445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8498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25450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365912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06375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2251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32251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432251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840946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840946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840946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720824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720824" y="584185"/>
            <a:ext cx="709364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0188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430188" y="1159713"/>
            <a:ext cx="217618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20824" y="1159713"/>
            <a:ext cx="72138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42211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442211" y="584185"/>
            <a:ext cx="70936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51576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1576" y="1159713"/>
            <a:ext cx="145479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720824" y="1159713"/>
            <a:ext cx="144277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63599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63599" y="584185"/>
            <a:ext cx="70936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72964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872964" y="1159713"/>
            <a:ext cx="733411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20824" y="1159713"/>
            <a:ext cx="216416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84987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84987" y="584185"/>
            <a:ext cx="70936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594352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594352" y="1159713"/>
            <a:ext cx="1202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720822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961284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01747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442210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682672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23135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163597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04060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644523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884986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25448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365911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606373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20822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961284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01747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442210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82672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23135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163597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404060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644523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884986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125448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365911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606373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432249" y="232114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432249" y="203260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432249" y="17440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4840944" y="232114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4840944" y="203260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4840944" y="17440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720822" y="2105137"/>
            <a:ext cx="24046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744868" y="2073911"/>
            <a:ext cx="24046" cy="3122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768914" y="2040995"/>
            <a:ext cx="24047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792961" y="2006855"/>
            <a:ext cx="24046" cy="341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817007" y="1972058"/>
            <a:ext cx="24046" cy="3479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841053" y="1937272"/>
            <a:ext cx="24046" cy="347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65099" y="1903208"/>
            <a:ext cx="24047" cy="3406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889146" y="1870667"/>
            <a:ext cx="24046" cy="325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913192" y="1840411"/>
            <a:ext cx="24046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37238" y="1813225"/>
            <a:ext cx="24046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961284" y="1789848"/>
            <a:ext cx="24047" cy="23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985331" y="1770926"/>
            <a:ext cx="24046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009377" y="1756995"/>
            <a:ext cx="24046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033423" y="1748472"/>
            <a:ext cx="24046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057469" y="1745604"/>
            <a:ext cx="24047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081516" y="1745604"/>
            <a:ext cx="24046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105562" y="1748472"/>
            <a:ext cx="24046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129608" y="1756995"/>
            <a:ext cx="24047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153655" y="1770926"/>
            <a:ext cx="24046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177701" y="1789848"/>
            <a:ext cx="24046" cy="23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201747" y="1813225"/>
            <a:ext cx="24046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225793" y="1840411"/>
            <a:ext cx="24047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249840" y="1870667"/>
            <a:ext cx="24046" cy="325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273886" y="1903208"/>
            <a:ext cx="24046" cy="3406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297932" y="1937272"/>
            <a:ext cx="24047" cy="347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321979" y="1972058"/>
            <a:ext cx="24046" cy="3479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346025" y="2006855"/>
            <a:ext cx="24046" cy="341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370071" y="2040995"/>
            <a:ext cx="24046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394117" y="2073911"/>
            <a:ext cx="24047" cy="3122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418164" y="2105137"/>
            <a:ext cx="24046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442210" y="2134290"/>
            <a:ext cx="24046" cy="268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466256" y="2161118"/>
            <a:ext cx="24046" cy="243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490302" y="2185458"/>
            <a:ext cx="24046" cy="2178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514348" y="2207242"/>
            <a:ext cx="24047" cy="192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538395" y="2226479"/>
            <a:ext cx="24046" cy="1677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562441" y="2243250"/>
            <a:ext cx="24046" cy="144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586487" y="2257687"/>
            <a:ext cx="24047" cy="1227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610534" y="2269962"/>
            <a:ext cx="24046" cy="1031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634580" y="2280273"/>
            <a:ext cx="24046" cy="855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658626" y="2288832"/>
            <a:ext cx="24046" cy="702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682672" y="2295853"/>
            <a:ext cx="24046" cy="56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706718" y="2301545"/>
            <a:ext cx="24047" cy="456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730765" y="2306107"/>
            <a:ext cx="24046" cy="361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754811" y="2309721"/>
            <a:ext cx="24046" cy="283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778857" y="2312553"/>
            <a:ext cx="24047" cy="219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802904" y="2314747"/>
            <a:ext cx="24046" cy="168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826950" y="2316427"/>
            <a:ext cx="24046" cy="127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850996" y="2317701"/>
            <a:ext cx="24046" cy="9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875042" y="2318655"/>
            <a:ext cx="24047" cy="70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899089" y="2319363"/>
            <a:ext cx="24046" cy="51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923135" y="2319881"/>
            <a:ext cx="24046" cy="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947181" y="2320258"/>
            <a:ext cx="24046" cy="26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971227" y="2320527"/>
            <a:ext cx="24047" cy="1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995274" y="2320719"/>
            <a:ext cx="24046" cy="13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019320" y="2320854"/>
            <a:ext cx="24046" cy="9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043366" y="2320947"/>
            <a:ext cx="24046" cy="6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067412" y="2321012"/>
            <a:ext cx="24047" cy="4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091459" y="2321055"/>
            <a:ext cx="24046" cy="3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115505" y="2321085"/>
            <a:ext cx="24046" cy="1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139551" y="2321104"/>
            <a:ext cx="24046" cy="1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163597" y="2321117"/>
            <a:ext cx="24047" cy="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187644" y="2321126"/>
            <a:ext cx="24046" cy="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211690" y="2321131"/>
            <a:ext cx="24046" cy="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235736" y="2321135"/>
            <a:ext cx="24047" cy="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9783" y="2321137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283829" y="2321138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307875" y="2321139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33192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35596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38001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40406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2810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5215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7619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500245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52429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4833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57238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59643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62047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64452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66856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692615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71666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74070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76475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78880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1284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83689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60939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84986" y="2321140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90903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393307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395712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398117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00521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02926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05330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077355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0140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2544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4949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17354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19758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22163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245679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269726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29377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31781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4341864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365911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438995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414003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4438050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462096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48614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51018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534234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558281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458232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1720822" y="2321104"/>
            <a:ext cx="24046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1744868" y="2321085"/>
            <a:ext cx="24046" cy="1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1768914" y="2321055"/>
            <a:ext cx="24047" cy="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1792961" y="2321012"/>
            <a:ext cx="24046" cy="4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1817007" y="2320947"/>
            <a:ext cx="24046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1841053" y="2320854"/>
            <a:ext cx="24046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1865099" y="2320719"/>
            <a:ext cx="24047" cy="13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1889146" y="2320527"/>
            <a:ext cx="24046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1913192" y="2320258"/>
            <a:ext cx="24046" cy="26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1937238" y="2319881"/>
            <a:ext cx="24046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1961284" y="2319363"/>
            <a:ext cx="24047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1985331" y="2318655"/>
            <a:ext cx="24046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009377" y="2317701"/>
            <a:ext cx="24046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033423" y="2316427"/>
            <a:ext cx="24046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057469" y="2314747"/>
            <a:ext cx="24047" cy="168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081516" y="2312553"/>
            <a:ext cx="24046" cy="219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105562" y="2309721"/>
            <a:ext cx="24046" cy="283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129608" y="2306107"/>
            <a:ext cx="24047" cy="361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153655" y="2301545"/>
            <a:ext cx="24046" cy="456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177701" y="2295853"/>
            <a:ext cx="24046" cy="56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201747" y="2288832"/>
            <a:ext cx="24046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2225793" y="2280273"/>
            <a:ext cx="24047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249840" y="2269962"/>
            <a:ext cx="24046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2273886" y="2257687"/>
            <a:ext cx="24046" cy="1227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2297932" y="2243250"/>
            <a:ext cx="24047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2321979" y="2226479"/>
            <a:ext cx="24046" cy="1677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2346025" y="2207242"/>
            <a:ext cx="24046" cy="192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2370071" y="2185458"/>
            <a:ext cx="24046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2394117" y="2161118"/>
            <a:ext cx="24047" cy="243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2418164" y="2134290"/>
            <a:ext cx="24046" cy="268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2442210" y="2105137"/>
            <a:ext cx="24046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2466256" y="2073911"/>
            <a:ext cx="24046" cy="3122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2490302" y="2040995"/>
            <a:ext cx="24046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2514348" y="2006855"/>
            <a:ext cx="24047" cy="341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2538395" y="1972058"/>
            <a:ext cx="24046" cy="3479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2562441" y="1937272"/>
            <a:ext cx="24046" cy="347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2586487" y="1903208"/>
            <a:ext cx="24047" cy="3406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2610534" y="1870667"/>
            <a:ext cx="24046" cy="325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2634580" y="1840411"/>
            <a:ext cx="24046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2658626" y="1813225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682672" y="1789848"/>
            <a:ext cx="24046" cy="23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706718" y="1770926"/>
            <a:ext cx="24047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730765" y="1756995"/>
            <a:ext cx="24046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754811" y="1748472"/>
            <a:ext cx="24046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778857" y="1745604"/>
            <a:ext cx="24047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2802904" y="1745604"/>
            <a:ext cx="24046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826950" y="1748472"/>
            <a:ext cx="24046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2850996" y="1756995"/>
            <a:ext cx="24046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2875042" y="1770926"/>
            <a:ext cx="24047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2899089" y="1789848"/>
            <a:ext cx="24046" cy="23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2923135" y="1813225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947181" y="1840411"/>
            <a:ext cx="24046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971227" y="1870667"/>
            <a:ext cx="24047" cy="325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995274" y="1903208"/>
            <a:ext cx="24046" cy="3406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3019320" y="1937272"/>
            <a:ext cx="24046" cy="347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3043366" y="1972058"/>
            <a:ext cx="24046" cy="3479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3067412" y="2006855"/>
            <a:ext cx="24047" cy="341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091459" y="2040995"/>
            <a:ext cx="24046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115505" y="2073911"/>
            <a:ext cx="24046" cy="3122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139551" y="2105137"/>
            <a:ext cx="24046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163597" y="2134290"/>
            <a:ext cx="24047" cy="268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187644" y="2161118"/>
            <a:ext cx="24046" cy="243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211690" y="2185458"/>
            <a:ext cx="24046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3235736" y="2207242"/>
            <a:ext cx="24047" cy="192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259783" y="2226479"/>
            <a:ext cx="24046" cy="1677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283829" y="2243250"/>
            <a:ext cx="24046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307875" y="2257687"/>
            <a:ext cx="24046" cy="1227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331921" y="2269962"/>
            <a:ext cx="24047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355968" y="2280273"/>
            <a:ext cx="24046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380014" y="2288832"/>
            <a:ext cx="24046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404060" y="2295853"/>
            <a:ext cx="24047" cy="56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428107" y="2301545"/>
            <a:ext cx="24046" cy="456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3452153" y="2306107"/>
            <a:ext cx="24046" cy="361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3476199" y="2309721"/>
            <a:ext cx="24046" cy="283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500245" y="2312553"/>
            <a:ext cx="24046" cy="219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524291" y="2314747"/>
            <a:ext cx="24047" cy="168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548338" y="2316427"/>
            <a:ext cx="24046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572384" y="2317701"/>
            <a:ext cx="24046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596430" y="2318655"/>
            <a:ext cx="24047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3620477" y="2319363"/>
            <a:ext cx="24046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3644523" y="2319881"/>
            <a:ext cx="24046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3668569" y="2320258"/>
            <a:ext cx="24046" cy="26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3692615" y="2320527"/>
            <a:ext cx="24047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3716662" y="2320719"/>
            <a:ext cx="24046" cy="13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3740708" y="2320854"/>
            <a:ext cx="24046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3764754" y="2320947"/>
            <a:ext cx="24046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3788800" y="2321012"/>
            <a:ext cx="24047" cy="4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3812847" y="2321055"/>
            <a:ext cx="24046" cy="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3836893" y="2321085"/>
            <a:ext cx="24046" cy="1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3860939" y="2321104"/>
            <a:ext cx="24047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3884986" y="2321117"/>
            <a:ext cx="24045" cy="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3909031" y="2321126"/>
            <a:ext cx="24047" cy="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3933078" y="2321131"/>
            <a:ext cx="24046" cy="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957124" y="2321135"/>
            <a:ext cx="24046" cy="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3981170" y="2321137"/>
            <a:ext cx="24047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4005217" y="2321138"/>
            <a:ext cx="24046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4029263" y="2321139"/>
            <a:ext cx="24046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4053309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4077355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10140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412544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4149494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4173540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419758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4221633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4245679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4269726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429377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431781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341864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4365911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438995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4414003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4438050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4462096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48614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51018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534234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558281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58232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72082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44868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768914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79296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1700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841053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865099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889146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91319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937238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961284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98533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00937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033423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057469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081516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10556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129608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153655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17770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20174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225793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249840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273886" y="2321139"/>
            <a:ext cx="24046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297932" y="2321138"/>
            <a:ext cx="24047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321979" y="2321137"/>
            <a:ext cx="24046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346025" y="2321135"/>
            <a:ext cx="24046" cy="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370071" y="2321131"/>
            <a:ext cx="24046" cy="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394117" y="2321126"/>
            <a:ext cx="24047" cy="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418164" y="2321117"/>
            <a:ext cx="24046" cy="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442210" y="2321104"/>
            <a:ext cx="24046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466256" y="2321085"/>
            <a:ext cx="24046" cy="1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490302" y="2321055"/>
            <a:ext cx="24046" cy="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2514348" y="2321012"/>
            <a:ext cx="24047" cy="4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2538395" y="2320947"/>
            <a:ext cx="24046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2562441" y="2320854"/>
            <a:ext cx="24046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2586487" y="2320719"/>
            <a:ext cx="24047" cy="13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2610534" y="2320527"/>
            <a:ext cx="24046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2634580" y="2320258"/>
            <a:ext cx="24046" cy="26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2658626" y="2319881"/>
            <a:ext cx="24046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2682672" y="2319363"/>
            <a:ext cx="24046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2706718" y="2318655"/>
            <a:ext cx="24047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2730765" y="2317701"/>
            <a:ext cx="24046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2754811" y="2316427"/>
            <a:ext cx="24046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2778857" y="2314747"/>
            <a:ext cx="24047" cy="168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2802904" y="2312553"/>
            <a:ext cx="24046" cy="219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2826950" y="2309721"/>
            <a:ext cx="24046" cy="283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2850996" y="2306107"/>
            <a:ext cx="24046" cy="361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2875042" y="2301545"/>
            <a:ext cx="24047" cy="456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2899089" y="2295853"/>
            <a:ext cx="24046" cy="56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2923135" y="2288832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2947181" y="2280273"/>
            <a:ext cx="24046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2971227" y="2269962"/>
            <a:ext cx="24047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2995274" y="2257687"/>
            <a:ext cx="24046" cy="1227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3019320" y="2243250"/>
            <a:ext cx="24046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3043366" y="2226479"/>
            <a:ext cx="24046" cy="1677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3067412" y="2207242"/>
            <a:ext cx="24047" cy="192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3091459" y="2185458"/>
            <a:ext cx="24046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3115505" y="2161118"/>
            <a:ext cx="24046" cy="243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3139551" y="2134290"/>
            <a:ext cx="24046" cy="268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3163597" y="2105137"/>
            <a:ext cx="24047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3187644" y="2073911"/>
            <a:ext cx="24046" cy="3122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3211690" y="2040995"/>
            <a:ext cx="24046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3235736" y="2006855"/>
            <a:ext cx="24047" cy="341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3259783" y="1972058"/>
            <a:ext cx="24046" cy="3479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3283829" y="1937272"/>
            <a:ext cx="24046" cy="347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3307875" y="1903208"/>
            <a:ext cx="24046" cy="3406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3331921" y="1870667"/>
            <a:ext cx="24047" cy="325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3355968" y="1840411"/>
            <a:ext cx="24046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3380014" y="1813225"/>
            <a:ext cx="24046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3404060" y="1789848"/>
            <a:ext cx="24047" cy="23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3428107" y="1770926"/>
            <a:ext cx="24046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3452153" y="1756995"/>
            <a:ext cx="24046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3476199" y="1748472"/>
            <a:ext cx="24046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3500245" y="1745604"/>
            <a:ext cx="24046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3524291" y="1745604"/>
            <a:ext cx="24047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3548338" y="1748472"/>
            <a:ext cx="24046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3572384" y="1756995"/>
            <a:ext cx="24046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3596430" y="1770926"/>
            <a:ext cx="24047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3620477" y="1789848"/>
            <a:ext cx="24046" cy="23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3644523" y="1813225"/>
            <a:ext cx="24046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3668569" y="1840411"/>
            <a:ext cx="24046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3692615" y="1870667"/>
            <a:ext cx="24047" cy="325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3716662" y="1903208"/>
            <a:ext cx="24046" cy="3406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3740708" y="1937272"/>
            <a:ext cx="24046" cy="347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3764754" y="1972058"/>
            <a:ext cx="24046" cy="3479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3788800" y="2006855"/>
            <a:ext cx="24047" cy="341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3812847" y="2040995"/>
            <a:ext cx="24046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3836893" y="2073911"/>
            <a:ext cx="24046" cy="3122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3860939" y="2105137"/>
            <a:ext cx="24047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3884986" y="2134290"/>
            <a:ext cx="24045" cy="268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3909031" y="2161118"/>
            <a:ext cx="24047" cy="243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3933078" y="2185458"/>
            <a:ext cx="24046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3957124" y="2207242"/>
            <a:ext cx="24046" cy="192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3981170" y="2226479"/>
            <a:ext cx="24047" cy="1677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4005217" y="2243250"/>
            <a:ext cx="24046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4029263" y="2257687"/>
            <a:ext cx="24046" cy="1227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4053309" y="2269962"/>
            <a:ext cx="24046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4077355" y="2280273"/>
            <a:ext cx="24047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4101402" y="2288832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4125448" y="2295853"/>
            <a:ext cx="24046" cy="56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4149494" y="2301545"/>
            <a:ext cx="24046" cy="456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4173540" y="2306107"/>
            <a:ext cx="24047" cy="361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4197587" y="2309721"/>
            <a:ext cx="24046" cy="283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4221633" y="2312553"/>
            <a:ext cx="24046" cy="219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4245679" y="2314747"/>
            <a:ext cx="24047" cy="168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4269726" y="2316427"/>
            <a:ext cx="24046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4293772" y="2317701"/>
            <a:ext cx="24046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4317818" y="2318655"/>
            <a:ext cx="24046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4341864" y="2319363"/>
            <a:ext cx="24047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4365911" y="2319881"/>
            <a:ext cx="24046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4389957" y="2320258"/>
            <a:ext cx="24046" cy="26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4414003" y="2320527"/>
            <a:ext cx="24047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4438050" y="2320719"/>
            <a:ext cx="24046" cy="13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4462096" y="2320854"/>
            <a:ext cx="24046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4486142" y="2320947"/>
            <a:ext cx="24046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4510188" y="2321012"/>
            <a:ext cx="24046" cy="4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4534234" y="2321055"/>
            <a:ext cx="24047" cy="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4558281" y="2321085"/>
            <a:ext cx="24046" cy="1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4582327" y="2321104"/>
            <a:ext cx="24046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172082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744868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768914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79296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81700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1841053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865099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188914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91319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1937238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1961284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98533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200937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2033423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2057469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208151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210556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212960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215365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217770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220174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2225793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224984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227388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2297932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2321979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34602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37007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39411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41816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44221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246625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49030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51434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53839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56244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58648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61053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263458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65862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68267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70671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73076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75481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277885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280290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282695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285099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2875042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2899089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292313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294718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297122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2995274" y="2321139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 flipV="1">
            <a:off x="3019320" y="2321138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3043366" y="2321137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 flipV="1">
            <a:off x="3067412" y="2321135"/>
            <a:ext cx="24047" cy="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3091459" y="2321131"/>
            <a:ext cx="24046" cy="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3115505" y="2321126"/>
            <a:ext cx="24046" cy="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3139551" y="2321117"/>
            <a:ext cx="24046" cy="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3163597" y="2321104"/>
            <a:ext cx="24047" cy="1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 flipV="1">
            <a:off x="3187644" y="2321085"/>
            <a:ext cx="24046" cy="1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 flipV="1">
            <a:off x="3211690" y="2321055"/>
            <a:ext cx="24046" cy="3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V="1">
            <a:off x="3235736" y="2321012"/>
            <a:ext cx="24047" cy="4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3259783" y="2320947"/>
            <a:ext cx="24046" cy="6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V="1">
            <a:off x="3283829" y="2320854"/>
            <a:ext cx="24046" cy="9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V="1">
            <a:off x="3307875" y="2320719"/>
            <a:ext cx="24046" cy="13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 flipV="1">
            <a:off x="3331921" y="2320527"/>
            <a:ext cx="24047" cy="1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V="1">
            <a:off x="3355968" y="2320258"/>
            <a:ext cx="24046" cy="26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3380014" y="2319881"/>
            <a:ext cx="24046" cy="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3404060" y="2319363"/>
            <a:ext cx="24047" cy="51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3428107" y="2318655"/>
            <a:ext cx="24046" cy="70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3452153" y="2317701"/>
            <a:ext cx="24046" cy="95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3476199" y="2316427"/>
            <a:ext cx="24046" cy="127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3500245" y="2314747"/>
            <a:ext cx="24046" cy="168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3524291" y="2312553"/>
            <a:ext cx="24047" cy="219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3548338" y="2309721"/>
            <a:ext cx="24046" cy="283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3572384" y="2306107"/>
            <a:ext cx="24046" cy="361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3596430" y="2301545"/>
            <a:ext cx="24047" cy="456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3620477" y="2295853"/>
            <a:ext cx="24046" cy="56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3644523" y="2288832"/>
            <a:ext cx="24046" cy="702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3668569" y="2280273"/>
            <a:ext cx="24046" cy="855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3692615" y="2269962"/>
            <a:ext cx="24047" cy="1031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3716662" y="2257687"/>
            <a:ext cx="24046" cy="1227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740708" y="2243250"/>
            <a:ext cx="24046" cy="144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3764754" y="2226479"/>
            <a:ext cx="24046" cy="1677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3788800" y="2207242"/>
            <a:ext cx="24047" cy="192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812847" y="2185458"/>
            <a:ext cx="24046" cy="2178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3836893" y="2161118"/>
            <a:ext cx="24046" cy="243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3860939" y="2134290"/>
            <a:ext cx="24047" cy="268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3884986" y="2105137"/>
            <a:ext cx="24045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3909031" y="2073911"/>
            <a:ext cx="24047" cy="3122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3933078" y="2040995"/>
            <a:ext cx="24046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3957124" y="2006855"/>
            <a:ext cx="24046" cy="341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3981170" y="1972058"/>
            <a:ext cx="24047" cy="3479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4005217" y="1937272"/>
            <a:ext cx="24046" cy="347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4029263" y="1903208"/>
            <a:ext cx="24046" cy="3406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4053309" y="1870667"/>
            <a:ext cx="24046" cy="325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4077355" y="1840411"/>
            <a:ext cx="24047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4101402" y="1813225"/>
            <a:ext cx="24046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V="1">
            <a:off x="4125448" y="1789848"/>
            <a:ext cx="24046" cy="23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4149494" y="1770926"/>
            <a:ext cx="24046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4173540" y="1756995"/>
            <a:ext cx="24047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4197587" y="1748472"/>
            <a:ext cx="24046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4221633" y="1745604"/>
            <a:ext cx="24046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4245679" y="1745604"/>
            <a:ext cx="24047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4269726" y="1748472"/>
            <a:ext cx="24046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4293772" y="1756995"/>
            <a:ext cx="24046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4317818" y="1770926"/>
            <a:ext cx="24046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4341864" y="1789848"/>
            <a:ext cx="24047" cy="23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4365911" y="1813225"/>
            <a:ext cx="24046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4389957" y="1840411"/>
            <a:ext cx="24046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4414003" y="1870667"/>
            <a:ext cx="24047" cy="325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4438050" y="1903208"/>
            <a:ext cx="24046" cy="3406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4462096" y="1937272"/>
            <a:ext cx="24046" cy="347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4486142" y="1972058"/>
            <a:ext cx="24046" cy="3479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4510188" y="2006855"/>
            <a:ext cx="24046" cy="341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4534234" y="2040995"/>
            <a:ext cx="24047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4558281" y="2073911"/>
            <a:ext cx="24046" cy="3122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4582327" y="2105137"/>
            <a:ext cx="24046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ectangle 598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2879989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1" name="Picture 60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2" name="Picture 60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3" name="TextBox 60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Seasons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year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southern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hemisphere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658962" y="1260070"/>
            <a:ext cx="41264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1899792" y="1260070"/>
            <a:ext cx="3885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2134031" y="1260070"/>
            <a:ext cx="3651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379344" y="1260070"/>
            <a:ext cx="34060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2629483" y="1260070"/>
            <a:ext cx="31559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2863951" y="1262152"/>
            <a:ext cx="292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3094989" y="1260070"/>
            <a:ext cx="2690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3342931" y="1262152"/>
            <a:ext cx="2442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3571658" y="1260070"/>
            <a:ext cx="2213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3833684" y="1260070"/>
            <a:ext cx="19517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085030" y="1262152"/>
            <a:ext cx="17003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98352" y="1262152"/>
            <a:ext cx="1487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544466" y="1260070"/>
            <a:ext cx="12409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1337157" y="1124843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261947" y="837086"/>
            <a:ext cx="4523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1337157" y="549329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1983853" y="825298"/>
            <a:ext cx="38015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2678391" y="826415"/>
            <a:ext cx="31070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474554" y="840195"/>
            <a:ext cx="23108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148632" y="831584"/>
            <a:ext cx="16367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2961347" y="1453579"/>
            <a:ext cx="28240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906539" y="711109"/>
            <a:ext cx="4878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995109" y="677641"/>
            <a:ext cx="4790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1658948" y="2421497"/>
            <a:ext cx="41264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1899790" y="2421497"/>
            <a:ext cx="3885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2134029" y="2421497"/>
            <a:ext cx="36513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2379342" y="2421497"/>
            <a:ext cx="34060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29482" y="2421497"/>
            <a:ext cx="31559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2863949" y="2423580"/>
            <a:ext cx="29214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3094987" y="2421497"/>
            <a:ext cx="26904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3342930" y="2423580"/>
            <a:ext cx="24424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3571657" y="2421497"/>
            <a:ext cx="221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3833683" y="2421497"/>
            <a:ext cx="19517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4085028" y="2423580"/>
            <a:ext cx="17003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4298350" y="2423580"/>
            <a:ext cx="14870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4544464" y="2421497"/>
            <a:ext cx="1240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337155" y="2286270"/>
            <a:ext cx="44482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1261946" y="1997739"/>
            <a:ext cx="45234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1337155" y="1709207"/>
            <a:ext cx="44482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1983852" y="1985951"/>
            <a:ext cx="3801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678389" y="1987068"/>
            <a:ext cx="3107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3474539" y="2000848"/>
            <a:ext cx="2310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4148630" y="1992237"/>
            <a:ext cx="16367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2961345" y="2615007"/>
            <a:ext cx="28240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906538" y="1872550"/>
            <a:ext cx="48788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995107" y="1839069"/>
            <a:ext cx="4790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4897473" y="315092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5639368" y="3150705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08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961286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174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44221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8267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2313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63599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04061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4524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84987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25450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65912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606375" y="11632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208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61286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0174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44221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8267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2313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163599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04061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44524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84987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25450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365912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06375" y="52662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2251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32251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432251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840946" y="1159713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840946" y="87194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840946" y="58418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720824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720824" y="584185"/>
            <a:ext cx="709364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0188" y="584185"/>
            <a:ext cx="0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430188" y="1159713"/>
            <a:ext cx="217618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20824" y="1159713"/>
            <a:ext cx="72138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42211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442211" y="584185"/>
            <a:ext cx="70936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151576" y="584185"/>
            <a:ext cx="0" cy="5755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1576" y="1159713"/>
            <a:ext cx="145479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720824" y="1159713"/>
            <a:ext cx="144277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63599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63599" y="584185"/>
            <a:ext cx="709365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72964" y="584185"/>
            <a:ext cx="0" cy="5755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872964" y="1159713"/>
            <a:ext cx="733411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20824" y="1159713"/>
            <a:ext cx="216416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84987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884987" y="584185"/>
            <a:ext cx="709365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594352" y="584185"/>
            <a:ext cx="0" cy="5755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594352" y="1159713"/>
            <a:ext cx="12023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720822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961284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01747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442210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682672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23135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163597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404060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644523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884986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25448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365911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606373" y="2324700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20822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961284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01747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442210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82672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23135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163597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404060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644523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884986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125448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365911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606373" y="168804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432249" y="232114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432249" y="203260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432249" y="17440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4840944" y="232114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4840944" y="203260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4840944" y="17440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720822" y="2105137"/>
            <a:ext cx="24046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744868" y="2073911"/>
            <a:ext cx="24046" cy="3122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768914" y="2040995"/>
            <a:ext cx="24047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792961" y="2006855"/>
            <a:ext cx="24046" cy="341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817007" y="1972058"/>
            <a:ext cx="24046" cy="3479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841053" y="1937272"/>
            <a:ext cx="24046" cy="347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65099" y="1903208"/>
            <a:ext cx="24047" cy="3406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889146" y="1870667"/>
            <a:ext cx="24046" cy="325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913192" y="1840411"/>
            <a:ext cx="24046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37238" y="1813225"/>
            <a:ext cx="24046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961284" y="1789848"/>
            <a:ext cx="24047" cy="23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985331" y="1770926"/>
            <a:ext cx="24046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009377" y="1756995"/>
            <a:ext cx="24046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033423" y="1748472"/>
            <a:ext cx="24046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057469" y="1745604"/>
            <a:ext cx="24047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081516" y="1745604"/>
            <a:ext cx="24046" cy="286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105562" y="1748472"/>
            <a:ext cx="24046" cy="852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129608" y="1756995"/>
            <a:ext cx="24047" cy="1393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153655" y="1770926"/>
            <a:ext cx="24046" cy="1892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177701" y="1789848"/>
            <a:ext cx="24046" cy="23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201747" y="1813225"/>
            <a:ext cx="24046" cy="271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225793" y="1840411"/>
            <a:ext cx="24047" cy="3025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249840" y="1870667"/>
            <a:ext cx="24046" cy="3254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273886" y="1903208"/>
            <a:ext cx="24046" cy="3406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297932" y="1937272"/>
            <a:ext cx="24047" cy="3478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321979" y="1972058"/>
            <a:ext cx="24046" cy="3479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346025" y="2006855"/>
            <a:ext cx="24046" cy="341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370071" y="2040995"/>
            <a:ext cx="24046" cy="3291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394117" y="2073911"/>
            <a:ext cx="24047" cy="3122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418164" y="2105137"/>
            <a:ext cx="24046" cy="291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442210" y="2134290"/>
            <a:ext cx="24046" cy="268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466256" y="2161118"/>
            <a:ext cx="24046" cy="2434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490302" y="2185458"/>
            <a:ext cx="24046" cy="2178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514348" y="2207242"/>
            <a:ext cx="24047" cy="192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538395" y="2226479"/>
            <a:ext cx="24046" cy="1677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562441" y="2243250"/>
            <a:ext cx="24046" cy="1443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586487" y="2257687"/>
            <a:ext cx="24047" cy="1227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610534" y="2269962"/>
            <a:ext cx="24046" cy="1031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634580" y="2280273"/>
            <a:ext cx="24046" cy="855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658626" y="2288832"/>
            <a:ext cx="24046" cy="702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682672" y="2295853"/>
            <a:ext cx="24046" cy="56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706718" y="2301545"/>
            <a:ext cx="24047" cy="456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730765" y="2306107"/>
            <a:ext cx="24046" cy="361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754811" y="2309721"/>
            <a:ext cx="24046" cy="283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778857" y="2312553"/>
            <a:ext cx="24047" cy="219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802904" y="2314747"/>
            <a:ext cx="24046" cy="168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826950" y="2316427"/>
            <a:ext cx="24046" cy="127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850996" y="2317701"/>
            <a:ext cx="24046" cy="9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875042" y="2318655"/>
            <a:ext cx="24047" cy="70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899089" y="2319363"/>
            <a:ext cx="24046" cy="51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923135" y="2319881"/>
            <a:ext cx="24046" cy="3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947181" y="2320258"/>
            <a:ext cx="24046" cy="26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971227" y="2320527"/>
            <a:ext cx="24047" cy="19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995274" y="2320719"/>
            <a:ext cx="24046" cy="13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019320" y="2320854"/>
            <a:ext cx="24046" cy="9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043366" y="2320947"/>
            <a:ext cx="24046" cy="6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067412" y="2321012"/>
            <a:ext cx="24047" cy="4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091459" y="2321055"/>
            <a:ext cx="24046" cy="3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115505" y="2321085"/>
            <a:ext cx="24046" cy="1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139551" y="2321104"/>
            <a:ext cx="24046" cy="1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163597" y="2321117"/>
            <a:ext cx="24047" cy="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187644" y="2321126"/>
            <a:ext cx="24046" cy="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211690" y="2321131"/>
            <a:ext cx="24046" cy="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235736" y="2321135"/>
            <a:ext cx="24047" cy="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9783" y="2321137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283829" y="2321138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307875" y="2321139"/>
            <a:ext cx="24046" cy="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33192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35596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38001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40406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2810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5215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7619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500245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52429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4833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57238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59643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62047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364452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66856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692615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71666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74070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76475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78880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1284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83689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60939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84986" y="2321140"/>
            <a:ext cx="2404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909031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393307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395712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398117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00521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02926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053309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077355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0140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2544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49494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173540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19758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221633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245679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269726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29377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31781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4341864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365911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438995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414003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4438050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462096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486142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510188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534234" y="2321140"/>
            <a:ext cx="24047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558281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4582327" y="2321140"/>
            <a:ext cx="2404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1720822" y="2321104"/>
            <a:ext cx="24046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1744868" y="2321085"/>
            <a:ext cx="24046" cy="1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1768914" y="2321055"/>
            <a:ext cx="24047" cy="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1792961" y="2321012"/>
            <a:ext cx="24046" cy="4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1817007" y="2320947"/>
            <a:ext cx="24046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1841053" y="2320854"/>
            <a:ext cx="24046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1865099" y="2320719"/>
            <a:ext cx="24047" cy="13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1889146" y="2320527"/>
            <a:ext cx="24046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1913192" y="2320258"/>
            <a:ext cx="24046" cy="26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1937238" y="2319881"/>
            <a:ext cx="24046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1961284" y="2319363"/>
            <a:ext cx="24047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1985331" y="2318655"/>
            <a:ext cx="24046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009377" y="2317701"/>
            <a:ext cx="24046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033423" y="2316427"/>
            <a:ext cx="24046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057469" y="2314747"/>
            <a:ext cx="24047" cy="168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081516" y="2312553"/>
            <a:ext cx="24046" cy="219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105562" y="2309721"/>
            <a:ext cx="24046" cy="283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129608" y="2306107"/>
            <a:ext cx="24047" cy="361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153655" y="2301545"/>
            <a:ext cx="24046" cy="456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177701" y="2295853"/>
            <a:ext cx="24046" cy="56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201747" y="2288832"/>
            <a:ext cx="24046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2225793" y="2280273"/>
            <a:ext cx="24047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249840" y="2269962"/>
            <a:ext cx="24046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2273886" y="2257687"/>
            <a:ext cx="24046" cy="1227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2297932" y="2243250"/>
            <a:ext cx="24047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2321979" y="2226479"/>
            <a:ext cx="24046" cy="1677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2346025" y="2207242"/>
            <a:ext cx="24046" cy="192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2370071" y="2185458"/>
            <a:ext cx="24046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2394117" y="2161118"/>
            <a:ext cx="24047" cy="243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2418164" y="2134290"/>
            <a:ext cx="24046" cy="268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2442210" y="2105137"/>
            <a:ext cx="24046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2466256" y="2073911"/>
            <a:ext cx="24046" cy="3122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2490302" y="2040995"/>
            <a:ext cx="24046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2514348" y="2006855"/>
            <a:ext cx="24047" cy="341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2538395" y="1972058"/>
            <a:ext cx="24046" cy="3479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2562441" y="1937272"/>
            <a:ext cx="24046" cy="347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2586487" y="1903208"/>
            <a:ext cx="24047" cy="3406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2610534" y="1870667"/>
            <a:ext cx="24046" cy="325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2634580" y="1840411"/>
            <a:ext cx="24046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2658626" y="1813225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682672" y="1789848"/>
            <a:ext cx="24046" cy="23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706718" y="1770926"/>
            <a:ext cx="24047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730765" y="1756995"/>
            <a:ext cx="24046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754811" y="1748472"/>
            <a:ext cx="24046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778857" y="1745604"/>
            <a:ext cx="24047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2802904" y="1745604"/>
            <a:ext cx="24046" cy="286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826950" y="1748472"/>
            <a:ext cx="24046" cy="852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2850996" y="1756995"/>
            <a:ext cx="24046" cy="1393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2875042" y="1770926"/>
            <a:ext cx="24047" cy="1892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2899089" y="1789848"/>
            <a:ext cx="24046" cy="23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2923135" y="1813225"/>
            <a:ext cx="24046" cy="271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947181" y="1840411"/>
            <a:ext cx="24046" cy="3025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971227" y="1870667"/>
            <a:ext cx="24047" cy="3254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995274" y="1903208"/>
            <a:ext cx="24046" cy="3406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3019320" y="1937272"/>
            <a:ext cx="24046" cy="3478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3043366" y="1972058"/>
            <a:ext cx="24046" cy="3479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3067412" y="2006855"/>
            <a:ext cx="24047" cy="341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091459" y="2040995"/>
            <a:ext cx="24046" cy="3291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115505" y="2073911"/>
            <a:ext cx="24046" cy="31226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139551" y="2105137"/>
            <a:ext cx="24046" cy="2915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163597" y="2134290"/>
            <a:ext cx="24047" cy="2682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187644" y="2161118"/>
            <a:ext cx="24046" cy="2434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211690" y="2185458"/>
            <a:ext cx="24046" cy="2178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3235736" y="2207242"/>
            <a:ext cx="24047" cy="192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259783" y="2226479"/>
            <a:ext cx="24046" cy="1677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283829" y="2243250"/>
            <a:ext cx="24046" cy="1443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307875" y="2257687"/>
            <a:ext cx="24046" cy="1227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331921" y="2269962"/>
            <a:ext cx="24047" cy="1031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355968" y="2280273"/>
            <a:ext cx="24046" cy="855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380014" y="2288832"/>
            <a:ext cx="24046" cy="702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404060" y="2295853"/>
            <a:ext cx="24047" cy="56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428107" y="2301545"/>
            <a:ext cx="24046" cy="456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3452153" y="2306107"/>
            <a:ext cx="24046" cy="361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3476199" y="2309721"/>
            <a:ext cx="24046" cy="283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500245" y="2312553"/>
            <a:ext cx="24046" cy="219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524291" y="2314747"/>
            <a:ext cx="24047" cy="168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548338" y="2316427"/>
            <a:ext cx="24046" cy="127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572384" y="2317701"/>
            <a:ext cx="24046" cy="95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596430" y="2318655"/>
            <a:ext cx="24047" cy="7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3620477" y="2319363"/>
            <a:ext cx="24046" cy="51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3644523" y="2319881"/>
            <a:ext cx="24046" cy="377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3668569" y="2320258"/>
            <a:ext cx="24046" cy="26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3692615" y="2320527"/>
            <a:ext cx="24047" cy="19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3716662" y="2320719"/>
            <a:ext cx="24046" cy="13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3740708" y="2320854"/>
            <a:ext cx="24046" cy="9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3764754" y="2320947"/>
            <a:ext cx="24046" cy="6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3788800" y="2321012"/>
            <a:ext cx="24047" cy="4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3812847" y="2321055"/>
            <a:ext cx="24046" cy="3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3836893" y="2321085"/>
            <a:ext cx="24046" cy="1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3860939" y="2321104"/>
            <a:ext cx="24047" cy="13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3884986" y="2321117"/>
            <a:ext cx="24045" cy="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3909031" y="2321126"/>
            <a:ext cx="24047" cy="5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3933078" y="2321131"/>
            <a:ext cx="24046" cy="4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957124" y="2321135"/>
            <a:ext cx="24046" cy="2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3981170" y="2321137"/>
            <a:ext cx="24047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4005217" y="2321138"/>
            <a:ext cx="24046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4029263" y="2321139"/>
            <a:ext cx="24046" cy="1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4053309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4077355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10140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412544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4149494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4173540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419758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4221633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4245679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4269726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429377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431781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341864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4365911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438995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4414003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4438050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4462096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486142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510188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534234" y="2321140"/>
            <a:ext cx="2404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558281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582327" y="2321140"/>
            <a:ext cx="24046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72082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44868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768914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79296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1700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841053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865099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889146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91319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937238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961284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98533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00937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033423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057469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081516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105562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129608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153655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177701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201747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225793" y="2321140"/>
            <a:ext cx="24047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249840" y="2321140"/>
            <a:ext cx="24046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273886" y="2321139"/>
            <a:ext cx="24046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297932" y="2321138"/>
            <a:ext cx="24047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321979" y="2321137"/>
            <a:ext cx="24046" cy="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346025" y="2321135"/>
            <a:ext cx="24046" cy="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370071" y="2321131"/>
            <a:ext cx="24046" cy="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394117" y="2321126"/>
            <a:ext cx="24047" cy="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418164" y="2321117"/>
            <a:ext cx="24046" cy="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442210" y="2321104"/>
            <a:ext cx="24046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466256" y="2321085"/>
            <a:ext cx="24046" cy="1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490302" y="2321055"/>
            <a:ext cx="24046" cy="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2514348" y="2321012"/>
            <a:ext cx="24047" cy="4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2538395" y="2320947"/>
            <a:ext cx="24046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2562441" y="2320854"/>
            <a:ext cx="24046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2586487" y="2320719"/>
            <a:ext cx="24047" cy="13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2610534" y="2320527"/>
            <a:ext cx="24046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2634580" y="2320258"/>
            <a:ext cx="24046" cy="26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2658626" y="2319881"/>
            <a:ext cx="24046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2682672" y="2319363"/>
            <a:ext cx="24046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2706718" y="2318655"/>
            <a:ext cx="24047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2730765" y="2317701"/>
            <a:ext cx="24046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2754811" y="2316427"/>
            <a:ext cx="24046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2778857" y="2314747"/>
            <a:ext cx="24047" cy="168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2802904" y="2312553"/>
            <a:ext cx="24046" cy="219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2826950" y="2309721"/>
            <a:ext cx="24046" cy="283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2850996" y="2306107"/>
            <a:ext cx="24046" cy="361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2875042" y="2301545"/>
            <a:ext cx="24047" cy="456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2899089" y="2295853"/>
            <a:ext cx="24046" cy="56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2923135" y="2288832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2947181" y="2280273"/>
            <a:ext cx="24046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2971227" y="2269962"/>
            <a:ext cx="24047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2995274" y="2257687"/>
            <a:ext cx="24046" cy="1227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3019320" y="2243250"/>
            <a:ext cx="24046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3043366" y="2226479"/>
            <a:ext cx="24046" cy="1677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3067412" y="2207242"/>
            <a:ext cx="24047" cy="192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3091459" y="2185458"/>
            <a:ext cx="24046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3115505" y="2161118"/>
            <a:ext cx="24046" cy="243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3139551" y="2134290"/>
            <a:ext cx="24046" cy="268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3163597" y="2105137"/>
            <a:ext cx="24047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3187644" y="2073911"/>
            <a:ext cx="24046" cy="3122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3211690" y="2040995"/>
            <a:ext cx="24046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3235736" y="2006855"/>
            <a:ext cx="24047" cy="341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3259783" y="1972058"/>
            <a:ext cx="24046" cy="3479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3283829" y="1937272"/>
            <a:ext cx="24046" cy="347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3307875" y="1903208"/>
            <a:ext cx="24046" cy="3406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3331921" y="1870667"/>
            <a:ext cx="24047" cy="325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3355968" y="1840411"/>
            <a:ext cx="24046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3380014" y="1813225"/>
            <a:ext cx="24046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3404060" y="1789848"/>
            <a:ext cx="24047" cy="23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3428107" y="1770926"/>
            <a:ext cx="24046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3452153" y="1756995"/>
            <a:ext cx="24046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3476199" y="1748472"/>
            <a:ext cx="24046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3500245" y="1745604"/>
            <a:ext cx="24046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3524291" y="1745604"/>
            <a:ext cx="24047" cy="286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3548338" y="1748472"/>
            <a:ext cx="24046" cy="852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3572384" y="1756995"/>
            <a:ext cx="24046" cy="1393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3596430" y="1770926"/>
            <a:ext cx="24047" cy="1892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3620477" y="1789848"/>
            <a:ext cx="24046" cy="23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3644523" y="1813225"/>
            <a:ext cx="24046" cy="271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3668569" y="1840411"/>
            <a:ext cx="24046" cy="3025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3692615" y="1870667"/>
            <a:ext cx="24047" cy="3254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3716662" y="1903208"/>
            <a:ext cx="24046" cy="3406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3740708" y="1937272"/>
            <a:ext cx="24046" cy="3478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3764754" y="1972058"/>
            <a:ext cx="24046" cy="3479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3788800" y="2006855"/>
            <a:ext cx="24047" cy="341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3812847" y="2040995"/>
            <a:ext cx="24046" cy="3291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3836893" y="2073911"/>
            <a:ext cx="24046" cy="31226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3860939" y="2105137"/>
            <a:ext cx="24047" cy="2915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3884986" y="2134290"/>
            <a:ext cx="24045" cy="2682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3909031" y="2161118"/>
            <a:ext cx="24047" cy="2434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3933078" y="2185458"/>
            <a:ext cx="24046" cy="2178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3957124" y="2207242"/>
            <a:ext cx="24046" cy="192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3981170" y="2226479"/>
            <a:ext cx="24047" cy="1677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4005217" y="2243250"/>
            <a:ext cx="24046" cy="1443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4029263" y="2257687"/>
            <a:ext cx="24046" cy="1227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4053309" y="2269962"/>
            <a:ext cx="24046" cy="1031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4077355" y="2280273"/>
            <a:ext cx="24047" cy="855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4101402" y="2288832"/>
            <a:ext cx="24046" cy="7021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4125448" y="2295853"/>
            <a:ext cx="24046" cy="56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4149494" y="2301545"/>
            <a:ext cx="24046" cy="456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4173540" y="2306107"/>
            <a:ext cx="24047" cy="361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4197587" y="2309721"/>
            <a:ext cx="24046" cy="283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4221633" y="2312553"/>
            <a:ext cx="24046" cy="219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4245679" y="2314747"/>
            <a:ext cx="24047" cy="168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4269726" y="2316427"/>
            <a:ext cx="24046" cy="127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4293772" y="2317701"/>
            <a:ext cx="24046" cy="954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4317818" y="2318655"/>
            <a:ext cx="24046" cy="70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4341864" y="2319363"/>
            <a:ext cx="24047" cy="51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4365911" y="2319881"/>
            <a:ext cx="24046" cy="377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4389957" y="2320258"/>
            <a:ext cx="24046" cy="26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4414003" y="2320527"/>
            <a:ext cx="24047" cy="192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4438050" y="2320719"/>
            <a:ext cx="24046" cy="13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4462096" y="2320854"/>
            <a:ext cx="24046" cy="9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4486142" y="2320947"/>
            <a:ext cx="24046" cy="65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4510188" y="2321012"/>
            <a:ext cx="24046" cy="4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4534234" y="2321055"/>
            <a:ext cx="24047" cy="3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4558281" y="2321085"/>
            <a:ext cx="24046" cy="1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4582327" y="2321104"/>
            <a:ext cx="24046" cy="13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172082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744868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768914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79296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81700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1841053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865099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188914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91319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1937238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1961284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98533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200937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2033423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2057469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208151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210556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212960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215365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217770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2201747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2225793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224984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227388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2297932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2321979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34602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37007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39411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41816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44221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246625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49030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51434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53839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56244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58648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61053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263458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65862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682672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706718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73076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75481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277885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2802904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2826950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2850996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2875042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2899089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2923135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2947181" y="2321140"/>
            <a:ext cx="24046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2971227" y="2321140"/>
            <a:ext cx="24047" cy="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 flipV="1">
            <a:off x="2995274" y="2321139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 flipV="1">
            <a:off x="3019320" y="2321138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3043366" y="2321137"/>
            <a:ext cx="24046" cy="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 flipV="1">
            <a:off x="3067412" y="2321135"/>
            <a:ext cx="24047" cy="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3091459" y="2321131"/>
            <a:ext cx="24046" cy="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 flipV="1">
            <a:off x="3115505" y="2321126"/>
            <a:ext cx="24046" cy="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 flipV="1">
            <a:off x="3139551" y="2321117"/>
            <a:ext cx="24046" cy="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3163597" y="2321104"/>
            <a:ext cx="24047" cy="1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 flipV="1">
            <a:off x="3187644" y="2321085"/>
            <a:ext cx="24046" cy="1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 flipV="1">
            <a:off x="3211690" y="2321055"/>
            <a:ext cx="24046" cy="3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 flipV="1">
            <a:off x="3235736" y="2321012"/>
            <a:ext cx="24047" cy="4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 flipV="1">
            <a:off x="3259783" y="2320947"/>
            <a:ext cx="24046" cy="6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 flipV="1">
            <a:off x="3283829" y="2320854"/>
            <a:ext cx="24046" cy="9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 flipV="1">
            <a:off x="3307875" y="2320719"/>
            <a:ext cx="24046" cy="13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 flipV="1">
            <a:off x="3331921" y="2320527"/>
            <a:ext cx="24047" cy="1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 flipV="1">
            <a:off x="3355968" y="2320258"/>
            <a:ext cx="24046" cy="26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3380014" y="2319881"/>
            <a:ext cx="24046" cy="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3404060" y="2319363"/>
            <a:ext cx="24047" cy="51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3428107" y="2318655"/>
            <a:ext cx="24046" cy="70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3452153" y="2317701"/>
            <a:ext cx="24046" cy="95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3476199" y="2316427"/>
            <a:ext cx="24046" cy="127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3500245" y="2314747"/>
            <a:ext cx="24046" cy="168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3524291" y="2312553"/>
            <a:ext cx="24047" cy="219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3548338" y="2309721"/>
            <a:ext cx="24046" cy="283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3572384" y="2306107"/>
            <a:ext cx="24046" cy="361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3596430" y="2301545"/>
            <a:ext cx="24047" cy="456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3620477" y="2295853"/>
            <a:ext cx="24046" cy="569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3644523" y="2288832"/>
            <a:ext cx="24046" cy="702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3668569" y="2280273"/>
            <a:ext cx="24046" cy="8559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3692615" y="2269962"/>
            <a:ext cx="24047" cy="1031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3716662" y="2257687"/>
            <a:ext cx="24046" cy="12275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740708" y="2243250"/>
            <a:ext cx="24046" cy="144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3764754" y="2226479"/>
            <a:ext cx="24046" cy="1677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3788800" y="2207242"/>
            <a:ext cx="24047" cy="1923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3812847" y="2185458"/>
            <a:ext cx="24046" cy="2178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3836893" y="2161118"/>
            <a:ext cx="24046" cy="243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3860939" y="2134290"/>
            <a:ext cx="24047" cy="2682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3884986" y="2105137"/>
            <a:ext cx="24045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3909031" y="2073911"/>
            <a:ext cx="24047" cy="3122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3933078" y="2040995"/>
            <a:ext cx="24046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3957124" y="2006855"/>
            <a:ext cx="24046" cy="341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3981170" y="1972058"/>
            <a:ext cx="24047" cy="3479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4005217" y="1937272"/>
            <a:ext cx="24046" cy="347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4029263" y="1903208"/>
            <a:ext cx="24046" cy="3406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4053309" y="1870667"/>
            <a:ext cx="24046" cy="325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4077355" y="1840411"/>
            <a:ext cx="24047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4101402" y="1813225"/>
            <a:ext cx="24046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 flipV="1">
            <a:off x="4125448" y="1789848"/>
            <a:ext cx="24046" cy="23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 flipV="1">
            <a:off x="4149494" y="1770926"/>
            <a:ext cx="24046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 flipV="1">
            <a:off x="4173540" y="1756995"/>
            <a:ext cx="24047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 flipV="1">
            <a:off x="4197587" y="1748472"/>
            <a:ext cx="24046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 flipV="1">
            <a:off x="4221633" y="1745604"/>
            <a:ext cx="24046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4245679" y="1745604"/>
            <a:ext cx="24047" cy="2868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4269726" y="1748472"/>
            <a:ext cx="24046" cy="852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4293772" y="1756995"/>
            <a:ext cx="24046" cy="1393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4317818" y="1770926"/>
            <a:ext cx="24046" cy="18922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4341864" y="1789848"/>
            <a:ext cx="24047" cy="2337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4365911" y="1813225"/>
            <a:ext cx="24046" cy="271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4389957" y="1840411"/>
            <a:ext cx="24046" cy="3025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4414003" y="1870667"/>
            <a:ext cx="24047" cy="32541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4438050" y="1903208"/>
            <a:ext cx="24046" cy="34064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4462096" y="1937272"/>
            <a:ext cx="24046" cy="3478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4486142" y="1972058"/>
            <a:ext cx="24046" cy="34797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4510188" y="2006855"/>
            <a:ext cx="24046" cy="34140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4534234" y="2040995"/>
            <a:ext cx="24047" cy="3291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4558281" y="2073911"/>
            <a:ext cx="24046" cy="31226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4582327" y="2105137"/>
            <a:ext cx="24046" cy="29153"/>
          </a:xfrm>
          <a:prstGeom prst="line">
            <a:avLst/>
          </a:prstGeom>
          <a:ln w="50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ectangle 598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2879989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1" name="Picture 60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2" name="Picture 60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3" name="TextBox 60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Crisp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Seasons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year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southern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hemisphere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658962" y="1260070"/>
            <a:ext cx="41264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1899792" y="1260070"/>
            <a:ext cx="3885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2134031" y="1260070"/>
            <a:ext cx="3651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2379344" y="1260070"/>
            <a:ext cx="34060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2629483" y="1260070"/>
            <a:ext cx="31559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2863951" y="1262152"/>
            <a:ext cx="292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3094989" y="1260070"/>
            <a:ext cx="2690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3342931" y="1262152"/>
            <a:ext cx="2442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3571658" y="1260070"/>
            <a:ext cx="2213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3833684" y="1260070"/>
            <a:ext cx="19517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085030" y="1262152"/>
            <a:ext cx="17003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98352" y="1262152"/>
            <a:ext cx="1487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544466" y="1260070"/>
            <a:ext cx="12409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1337157" y="1124843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261947" y="837086"/>
            <a:ext cx="4523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1337157" y="549329"/>
            <a:ext cx="4448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1983853" y="825298"/>
            <a:ext cx="38015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2678391" y="826415"/>
            <a:ext cx="31070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3474554" y="840195"/>
            <a:ext cx="23108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148632" y="831584"/>
            <a:ext cx="16367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2961347" y="1453579"/>
            <a:ext cx="28240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906539" y="711109"/>
            <a:ext cx="4878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995109" y="677641"/>
            <a:ext cx="4790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1658948" y="2421497"/>
            <a:ext cx="41264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1899790" y="2421497"/>
            <a:ext cx="3885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Oct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2134029" y="2421497"/>
            <a:ext cx="36513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Nov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2379342" y="2421497"/>
            <a:ext cx="34060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Dec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29482" y="2421497"/>
            <a:ext cx="31559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Jan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2863949" y="2423580"/>
            <a:ext cx="29214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Feb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3094987" y="2421497"/>
            <a:ext cx="26904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Mar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3342930" y="2423580"/>
            <a:ext cx="24424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Apr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3571657" y="2421497"/>
            <a:ext cx="221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May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3833683" y="2421497"/>
            <a:ext cx="19517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Jun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4085028" y="2423580"/>
            <a:ext cx="17003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Jul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4298350" y="2423580"/>
            <a:ext cx="14870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Aug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4544464" y="2421497"/>
            <a:ext cx="12409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Sep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337155" y="2286270"/>
            <a:ext cx="44482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1261946" y="1997739"/>
            <a:ext cx="45234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1337155" y="1709207"/>
            <a:ext cx="44482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1983852" y="1985951"/>
            <a:ext cx="3801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spring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678389" y="1987068"/>
            <a:ext cx="3107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summer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3474539" y="2000848"/>
            <a:ext cx="2310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fall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4148630" y="1992237"/>
            <a:ext cx="16367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winter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2961345" y="2615007"/>
            <a:ext cx="28240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year</a:t>
            </a:r>
          </a:p>
        </p:txBody>
      </p:sp>
      <p:sp>
        <p:nvSpPr>
          <p:cNvPr id="649" name="TextBox 648"/>
          <p:cNvSpPr txBox="1"/>
          <p:nvPr/>
        </p:nvSpPr>
        <p:spPr>
          <a:xfrm>
            <a:off x="906538" y="1872550"/>
            <a:ext cx="48788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650" name="TextBox 649"/>
          <p:cNvSpPr txBox="1"/>
          <p:nvPr/>
        </p:nvSpPr>
        <p:spPr>
          <a:xfrm>
            <a:off x="995107" y="1839069"/>
            <a:ext cx="4790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1" name="TextBox 650"/>
          <p:cNvSpPr txBox="1"/>
          <p:nvPr/>
        </p:nvSpPr>
        <p:spPr>
          <a:xfrm>
            <a:off x="1159126" y="2883678"/>
            <a:ext cx="46262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case?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4897473" y="315092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5639368" y="3150705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5760320" y="-24433641"/>
            <a:ext cx="2519996" cy="222682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280332" y="-24433643"/>
            <a:ext cx="2519998" cy="222682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-16" y="314675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79988" y="314675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59" y="3150928"/>
            <a:ext cx="8879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8669" y="3150704"/>
            <a:ext cx="146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6679" y="1002252"/>
            <a:ext cx="4508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Probability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5993" y="1002252"/>
            <a:ext cx="2019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1" y="3150914"/>
            <a:ext cx="8879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8681" y="3150690"/>
            <a:ext cx="1467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6679" y="1002252"/>
            <a:ext cx="4508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Probability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5993" y="1002252"/>
            <a:ext cx="2019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8138" y="1224524"/>
            <a:ext cx="49272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5964" y="1396609"/>
            <a:ext cx="47494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1821" y="1224524"/>
            <a:ext cx="2633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(un)certainty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1" y="3150914"/>
            <a:ext cx="8879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8681" y="3150690"/>
            <a:ext cx="1467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76679" y="1002252"/>
            <a:ext cx="4508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Probability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5993" y="1002252"/>
            <a:ext cx="2019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8138" y="1224524"/>
            <a:ext cx="49272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5964" y="1396609"/>
            <a:ext cx="47494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51821" y="1224524"/>
            <a:ext cx="2633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(un)certainty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9402" y="1619291"/>
            <a:ext cx="5015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338" y="1791363"/>
            <a:ext cx="4789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(everything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74198" y="1619291"/>
            <a:ext cx="26111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44061" y="1791363"/>
            <a:ext cx="2641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7471" y="3150914"/>
            <a:ext cx="8879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1" y="3150690"/>
            <a:ext cx="1467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76679" y="1002252"/>
            <a:ext cx="4508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Probability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5993" y="1002252"/>
            <a:ext cx="2019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8138" y="1224524"/>
            <a:ext cx="49272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5964" y="1396609"/>
            <a:ext cx="47494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51821" y="1224524"/>
            <a:ext cx="2633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(un)certainty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9402" y="1619291"/>
            <a:ext cx="5015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338" y="1791363"/>
            <a:ext cx="4789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(everything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74198" y="1619291"/>
            <a:ext cx="26111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44061" y="1791363"/>
            <a:ext cx="2641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3064" y="2014045"/>
            <a:ext cx="51223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frequency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326" y="2186117"/>
            <a:ext cx="49310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73014" y="2014044"/>
            <a:ext cx="24123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statistical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4322" y="2186116"/>
            <a:ext cx="2411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7471" y="3150914"/>
            <a:ext cx="8879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38681" y="3150690"/>
            <a:ext cx="1467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966685"/>
            <a:ext cx="2519997" cy="222681"/>
          </a:xfrm>
          <a:prstGeom prst="rect">
            <a:avLst/>
          </a:prstGeom>
          <a:solidFill>
            <a:srgbClr val="7F80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584133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9989" y="2373652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79999" y="2373652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9677" y="730457"/>
            <a:ext cx="3635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̸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76679" y="1002252"/>
            <a:ext cx="4508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Probability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65993" y="1002252"/>
            <a:ext cx="2019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8138" y="1224524"/>
            <a:ext cx="49272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5964" y="1396609"/>
            <a:ext cx="47494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51821" y="1224524"/>
            <a:ext cx="2633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(un)certainty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9402" y="1619291"/>
            <a:ext cx="5015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338" y="1791363"/>
            <a:ext cx="4789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(everything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74198" y="1619291"/>
            <a:ext cx="26111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44061" y="1791363"/>
            <a:ext cx="2641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3064" y="2014045"/>
            <a:ext cx="51223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frequency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326" y="2186117"/>
            <a:ext cx="49310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3014" y="2014044"/>
            <a:ext cx="24123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require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statistical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4322" y="2186116"/>
            <a:ext cx="2411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8219" y="2408810"/>
            <a:ext cx="52671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away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78068" y="2408810"/>
            <a:ext cx="2407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persist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41022" y="2580883"/>
            <a:ext cx="21443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7471" y="3150914"/>
            <a:ext cx="8879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38681" y="3150690"/>
            <a:ext cx="1467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17237" y="1842342"/>
            <a:ext cx="27753" cy="18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44990" y="1842528"/>
            <a:ext cx="31186" cy="7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76176" y="1840423"/>
            <a:ext cx="27900" cy="287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04076" y="1840423"/>
            <a:ext cx="32735" cy="121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036811" y="1841634"/>
            <a:ext cx="29314" cy="219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6125" y="1842828"/>
            <a:ext cx="29163" cy="9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095288" y="1842828"/>
            <a:ext cx="29164" cy="10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24452" y="1843872"/>
            <a:ext cx="30516" cy="1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154968" y="1841251"/>
            <a:ext cx="27237" cy="27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82205" y="1841251"/>
            <a:ext cx="32697" cy="18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14902" y="1840460"/>
            <a:ext cx="27954" cy="26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42856" y="1840460"/>
            <a:ext cx="30510" cy="22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73366" y="1841175"/>
            <a:ext cx="30111" cy="154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03477" y="1841175"/>
            <a:ext cx="30197" cy="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3674" y="1841193"/>
            <a:ext cx="27923" cy="11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356706" y="1811033"/>
            <a:ext cx="4891" cy="313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354820" y="1781436"/>
            <a:ext cx="1886" cy="295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350536" y="1752699"/>
            <a:ext cx="4284" cy="287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346180" y="1723563"/>
            <a:ext cx="4356" cy="291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344116" y="1693357"/>
            <a:ext cx="2064" cy="3020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340866" y="1666285"/>
            <a:ext cx="3250" cy="2707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337792" y="1635730"/>
            <a:ext cx="3074" cy="305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331977" y="1605356"/>
            <a:ext cx="5815" cy="303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2303395" y="1604075"/>
            <a:ext cx="28582" cy="12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2273014" y="1604075"/>
            <a:ext cx="30381" cy="23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243370" y="1603747"/>
            <a:ext cx="29644" cy="27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212102" y="1603747"/>
            <a:ext cx="31268" cy="11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183553" y="1603360"/>
            <a:ext cx="28549" cy="157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152732" y="1603360"/>
            <a:ext cx="30821" cy="276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125441" y="1606126"/>
            <a:ext cx="27291" cy="6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094193" y="1603633"/>
            <a:ext cx="31248" cy="31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066690" y="1603633"/>
            <a:ext cx="27503" cy="111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037279" y="1604024"/>
            <a:ext cx="29411" cy="7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005681" y="1604024"/>
            <a:ext cx="31598" cy="30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1974703" y="1604335"/>
            <a:ext cx="30978" cy="27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946858" y="1604335"/>
            <a:ext cx="27845" cy="10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1942474" y="1605349"/>
            <a:ext cx="4384" cy="303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941800" y="1635664"/>
            <a:ext cx="674" cy="267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935967" y="1662463"/>
            <a:ext cx="5833" cy="2964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1931423" y="1692110"/>
            <a:ext cx="4544" cy="304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1928655" y="1722528"/>
            <a:ext cx="2768" cy="285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923403" y="1751042"/>
            <a:ext cx="5252" cy="320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1922660" y="1783109"/>
            <a:ext cx="743" cy="2998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917237" y="1813096"/>
            <a:ext cx="5423" cy="2924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976484" y="1573746"/>
            <a:ext cx="1980" cy="316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 flipV="1">
            <a:off x="1975239" y="1544948"/>
            <a:ext cx="3225" cy="2879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975239" y="1515465"/>
            <a:ext cx="2387" cy="294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1976525" y="1486722"/>
            <a:ext cx="1101" cy="287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976525" y="1456184"/>
            <a:ext cx="1157" cy="305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1975600" y="1429329"/>
            <a:ext cx="2082" cy="268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975600" y="1398617"/>
            <a:ext cx="1400" cy="307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1976484" y="1368355"/>
            <a:ext cx="516" cy="302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2006017" y="1576179"/>
            <a:ext cx="93" cy="2917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006017" y="1547465"/>
            <a:ext cx="1978" cy="287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2006672" y="1516625"/>
            <a:ext cx="1323" cy="3084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004876" y="1487724"/>
            <a:ext cx="1796" cy="289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004876" y="1456681"/>
            <a:ext cx="2131" cy="310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007007" y="1429673"/>
            <a:ext cx="464" cy="270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004780" y="1399274"/>
            <a:ext cx="2691" cy="303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004780" y="1368355"/>
            <a:ext cx="1330" cy="3091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2301276" y="1576632"/>
            <a:ext cx="1074" cy="287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301276" y="1546956"/>
            <a:ext cx="3142" cy="2967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2302407" y="1515383"/>
            <a:ext cx="2011" cy="315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301742" y="1486674"/>
            <a:ext cx="665" cy="287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2300386" y="1457172"/>
            <a:ext cx="1356" cy="295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300386" y="1428122"/>
            <a:ext cx="3415" cy="290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2303702" y="1396205"/>
            <a:ext cx="99" cy="319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302350" y="1368355"/>
            <a:ext cx="1352" cy="278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2271764" y="1576440"/>
            <a:ext cx="960" cy="289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271764" y="1548026"/>
            <a:ext cx="211" cy="284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271039" y="1516011"/>
            <a:ext cx="936" cy="320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2271020" y="1485762"/>
            <a:ext cx="19" cy="302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2270736" y="1455659"/>
            <a:ext cx="284" cy="301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270736" y="1429289"/>
            <a:ext cx="488" cy="2637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71224" y="1396966"/>
            <a:ext cx="3018" cy="323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2272724" y="1368355"/>
            <a:ext cx="1518" cy="2861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917237" y="1368124"/>
            <a:ext cx="30061" cy="2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947298" y="1367106"/>
            <a:ext cx="30725" cy="10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978023" y="1367106"/>
            <a:ext cx="29443" cy="29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007466" y="1368639"/>
            <a:ext cx="28008" cy="14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035474" y="1368639"/>
            <a:ext cx="30749" cy="17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066223" y="1369613"/>
            <a:ext cx="27170" cy="7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093393" y="1369613"/>
            <a:ext cx="31956" cy="3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125349" y="1367176"/>
            <a:ext cx="27347" cy="276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152696" y="1367176"/>
            <a:ext cx="30035" cy="27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182731" y="1367721"/>
            <a:ext cx="29920" cy="22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212651" y="1367721"/>
            <a:ext cx="29621" cy="80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242272" y="1368181"/>
            <a:ext cx="31591" cy="34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273863" y="1368181"/>
            <a:ext cx="27185" cy="8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301048" y="1366969"/>
            <a:ext cx="30394" cy="20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331442" y="1366969"/>
            <a:ext cx="30155" cy="138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357893" y="1339341"/>
            <a:ext cx="3704" cy="290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349122" y="1309882"/>
            <a:ext cx="8771" cy="294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344465" y="1280155"/>
            <a:ext cx="4657" cy="297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336486" y="1252638"/>
            <a:ext cx="7979" cy="275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331977" y="1220252"/>
            <a:ext cx="4509" cy="3238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2303170" y="1220252"/>
            <a:ext cx="28807" cy="1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271135" y="1220367"/>
            <a:ext cx="32035" cy="10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2243078" y="1220457"/>
            <a:ext cx="28057" cy="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2213570" y="1218198"/>
            <a:ext cx="29508" cy="22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2184512" y="1218198"/>
            <a:ext cx="29058" cy="37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 flipV="1">
            <a:off x="2156236" y="1220884"/>
            <a:ext cx="28276" cy="103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 flipV="1">
            <a:off x="2124426" y="1218770"/>
            <a:ext cx="31810" cy="21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2093616" y="1218272"/>
            <a:ext cx="30810" cy="49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064111" y="1218272"/>
            <a:ext cx="29505" cy="19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2035977" y="1220019"/>
            <a:ext cx="28134" cy="1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 flipV="1">
            <a:off x="2006215" y="1219889"/>
            <a:ext cx="29762" cy="1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1974725" y="1219889"/>
            <a:ext cx="31490" cy="9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 flipV="1">
            <a:off x="1946858" y="1220235"/>
            <a:ext cx="27867" cy="6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1939825" y="1220235"/>
            <a:ext cx="7033" cy="285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1933672" y="1248804"/>
            <a:ext cx="6153" cy="292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1929922" y="1278034"/>
            <a:ext cx="3750" cy="279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1924051" y="1305952"/>
            <a:ext cx="5871" cy="325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1917237" y="1338547"/>
            <a:ext cx="6814" cy="298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124604" y="1368355"/>
            <a:ext cx="770" cy="304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2124604" y="1398812"/>
            <a:ext cx="770" cy="287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124604" y="1427602"/>
            <a:ext cx="29626" cy="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154230" y="1399217"/>
            <a:ext cx="1494" cy="2838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2154230" y="1368355"/>
            <a:ext cx="1494" cy="308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 flipV="1">
            <a:off x="2094295" y="1427323"/>
            <a:ext cx="30309" cy="2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065653" y="1427323"/>
            <a:ext cx="28642" cy="345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065653" y="1461912"/>
            <a:ext cx="5630" cy="1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071283" y="1443317"/>
            <a:ext cx="483" cy="287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071766" y="1418800"/>
            <a:ext cx="22829" cy="245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094595" y="1413395"/>
            <a:ext cx="28217" cy="540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154230" y="1425633"/>
            <a:ext cx="29649" cy="19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183879" y="1425633"/>
            <a:ext cx="29300" cy="362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207551" y="1461912"/>
            <a:ext cx="5628" cy="1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207551" y="1440339"/>
            <a:ext cx="1004" cy="3169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185475" y="1419685"/>
            <a:ext cx="23080" cy="206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156021" y="1413395"/>
            <a:ext cx="29454" cy="62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065357" y="1480923"/>
            <a:ext cx="28280" cy="5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093637" y="1479805"/>
            <a:ext cx="29951" cy="169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123588" y="1479805"/>
            <a:ext cx="32087" cy="49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155675" y="1479252"/>
            <a:ext cx="29740" cy="10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185415" y="1479252"/>
            <a:ext cx="28062" cy="16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207547" y="1480923"/>
            <a:ext cx="5930" cy="273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202665" y="1508320"/>
            <a:ext cx="4882" cy="291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198667" y="1537440"/>
            <a:ext cx="3998" cy="323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170302" y="1568610"/>
            <a:ext cx="28365" cy="118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138871" y="1568610"/>
            <a:ext cx="31431" cy="206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2110292" y="1570157"/>
            <a:ext cx="28579" cy="5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2080170" y="1569797"/>
            <a:ext cx="30122" cy="36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074297" y="1539143"/>
            <a:ext cx="5873" cy="306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070142" y="1512620"/>
            <a:ext cx="4155" cy="265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065357" y="1480923"/>
            <a:ext cx="4785" cy="3169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398418" y="1840455"/>
            <a:ext cx="29426" cy="17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427844" y="1840455"/>
            <a:ext cx="27983" cy="8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455827" y="1841284"/>
            <a:ext cx="31170" cy="97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486997" y="1842261"/>
            <a:ext cx="31339" cy="7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518336" y="1841171"/>
            <a:ext cx="26736" cy="184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545072" y="1840930"/>
            <a:ext cx="31166" cy="24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576238" y="1840930"/>
            <a:ext cx="27569" cy="20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603807" y="1842968"/>
            <a:ext cx="32502" cy="116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636309" y="1840786"/>
            <a:ext cx="28857" cy="33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665166" y="1840786"/>
            <a:ext cx="27950" cy="8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693116" y="1841616"/>
            <a:ext cx="30621" cy="128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723737" y="1841435"/>
            <a:ext cx="31213" cy="146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754950" y="1841435"/>
            <a:ext cx="27080" cy="228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782030" y="1843719"/>
            <a:ext cx="29557" cy="1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811587" y="1842164"/>
            <a:ext cx="31192" cy="17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839527" y="1814609"/>
            <a:ext cx="3252" cy="275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835817" y="1782935"/>
            <a:ext cx="3710" cy="316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833379" y="1752402"/>
            <a:ext cx="2438" cy="3053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828608" y="1724003"/>
            <a:ext cx="4771" cy="283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825357" y="1696067"/>
            <a:ext cx="3251" cy="279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820883" y="1666902"/>
            <a:ext cx="4474" cy="291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816193" y="1638080"/>
            <a:ext cx="4690" cy="288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813158" y="1605178"/>
            <a:ext cx="3035" cy="329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782100" y="1605178"/>
            <a:ext cx="31058" cy="2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 flipV="1">
            <a:off x="3754958" y="1605334"/>
            <a:ext cx="27142" cy="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>
            <a:off x="3722977" y="1605334"/>
            <a:ext cx="31981" cy="17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 flipV="1">
            <a:off x="3693721" y="1603525"/>
            <a:ext cx="29256" cy="356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3666819" y="1603525"/>
            <a:ext cx="26902" cy="35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 flipV="1">
            <a:off x="3633821" y="1603642"/>
            <a:ext cx="32998" cy="2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 flipV="1">
            <a:off x="3606556" y="1603562"/>
            <a:ext cx="27265" cy="8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3577589" y="1603562"/>
            <a:ext cx="28967" cy="188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544659" y="1604121"/>
            <a:ext cx="32930" cy="132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 flipV="1">
            <a:off x="3516480" y="1603965"/>
            <a:ext cx="28179" cy="1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3485270" y="1603965"/>
            <a:ext cx="31210" cy="6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>
            <a:off x="3456457" y="1604567"/>
            <a:ext cx="28813" cy="14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 flipV="1">
            <a:off x="3428039" y="1605171"/>
            <a:ext cx="28418" cy="8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424945" y="1605171"/>
            <a:ext cx="3094" cy="3049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419629" y="1635667"/>
            <a:ext cx="5316" cy="276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416516" y="1663288"/>
            <a:ext cx="3113" cy="294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412287" y="1692725"/>
            <a:ext cx="4229" cy="300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410355" y="1722756"/>
            <a:ext cx="1932" cy="2864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404118" y="1751403"/>
            <a:ext cx="6237" cy="318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401294" y="1783262"/>
            <a:ext cx="2824" cy="276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398418" y="1810919"/>
            <a:ext cx="2876" cy="312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457665" y="1574448"/>
            <a:ext cx="1708" cy="307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 flipV="1">
            <a:off x="3457351" y="1544021"/>
            <a:ext cx="2022" cy="304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457044" y="1514506"/>
            <a:ext cx="307" cy="295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457044" y="1487532"/>
            <a:ext cx="1663" cy="269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 flipV="1">
            <a:off x="3457926" y="1457483"/>
            <a:ext cx="781" cy="300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 flipV="1">
            <a:off x="3457734" y="1428405"/>
            <a:ext cx="192" cy="290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3455932" y="1397325"/>
            <a:ext cx="1802" cy="3108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455932" y="1368178"/>
            <a:ext cx="1733" cy="2914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487291" y="1577504"/>
            <a:ext cx="1854" cy="276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 flipV="1">
            <a:off x="3486839" y="1546600"/>
            <a:ext cx="2306" cy="309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486839" y="1514473"/>
            <a:ext cx="923" cy="321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 flipV="1">
            <a:off x="3485886" y="1488543"/>
            <a:ext cx="1876" cy="259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485886" y="1457414"/>
            <a:ext cx="249" cy="311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486135" y="1429483"/>
            <a:ext cx="38" cy="279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86173" y="1398851"/>
            <a:ext cx="3048" cy="306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 flipV="1">
            <a:off x="3487291" y="1368178"/>
            <a:ext cx="1930" cy="3067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783531" y="1575863"/>
            <a:ext cx="1313" cy="293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784844" y="1545964"/>
            <a:ext cx="159" cy="298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3782952" y="1518018"/>
            <a:ext cx="2051" cy="2794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782952" y="1488341"/>
            <a:ext cx="2381" cy="2967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 flipV="1">
            <a:off x="3782157" y="1456693"/>
            <a:ext cx="3176" cy="316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782157" y="1425778"/>
            <a:ext cx="1894" cy="309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784051" y="1395914"/>
            <a:ext cx="530" cy="298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3783531" y="1368178"/>
            <a:ext cx="1050" cy="2773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753906" y="1576556"/>
            <a:ext cx="373" cy="286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752265" y="1546607"/>
            <a:ext cx="2014" cy="2994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752223" y="1516295"/>
            <a:ext cx="42" cy="303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752223" y="1485466"/>
            <a:ext cx="1264" cy="308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 flipV="1">
            <a:off x="3753187" y="1456246"/>
            <a:ext cx="300" cy="292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753187" y="1427939"/>
            <a:ext cx="2468" cy="283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 flipV="1">
            <a:off x="3754240" y="1399432"/>
            <a:ext cx="1415" cy="285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753906" y="1368178"/>
            <a:ext cx="334" cy="312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398418" y="1368178"/>
            <a:ext cx="29591" cy="16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428009" y="1366833"/>
            <a:ext cx="28529" cy="29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56538" y="1366104"/>
            <a:ext cx="31034" cy="7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487572" y="1366104"/>
            <a:ext cx="27998" cy="32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515570" y="1368612"/>
            <a:ext cx="29577" cy="69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545147" y="1368367"/>
            <a:ext cx="30166" cy="2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575313" y="1368367"/>
            <a:ext cx="29090" cy="8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604403" y="1369262"/>
            <a:ext cx="30013" cy="42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634416" y="1366915"/>
            <a:ext cx="31977" cy="27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3666393" y="1366915"/>
            <a:ext cx="26680" cy="6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693073" y="1367553"/>
            <a:ext cx="30243" cy="16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723316" y="1367449"/>
            <a:ext cx="31900" cy="17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755216" y="1367449"/>
            <a:ext cx="29653" cy="4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784869" y="1367913"/>
            <a:ext cx="27631" cy="45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812500" y="1368178"/>
            <a:ext cx="30279" cy="1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835068" y="1338283"/>
            <a:ext cx="7711" cy="298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831650" y="1311946"/>
            <a:ext cx="3418" cy="263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826590" y="1281245"/>
            <a:ext cx="5060" cy="307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818722" y="1251212"/>
            <a:ext cx="7868" cy="3003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813158" y="1220074"/>
            <a:ext cx="5564" cy="311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781854" y="1220074"/>
            <a:ext cx="31304" cy="33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>
            <a:off x="3754876" y="1220408"/>
            <a:ext cx="26978" cy="10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 flipV="1">
            <a:off x="3723066" y="1218060"/>
            <a:ext cx="31810" cy="34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3694231" y="1218060"/>
            <a:ext cx="28835" cy="10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663282" y="1219119"/>
            <a:ext cx="30949" cy="12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3634724" y="1220327"/>
            <a:ext cx="28558" cy="83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>
            <a:off x="3603786" y="1221158"/>
            <a:ext cx="30938" cy="4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3576047" y="1221597"/>
            <a:ext cx="27739" cy="5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 flipV="1">
            <a:off x="3544919" y="1218744"/>
            <a:ext cx="31128" cy="335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>
            <a:off x="3516737" y="1218744"/>
            <a:ext cx="28182" cy="231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488956" y="1220526"/>
            <a:ext cx="27781" cy="5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 flipV="1">
            <a:off x="3455930" y="1218118"/>
            <a:ext cx="33026" cy="24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3428039" y="1218118"/>
            <a:ext cx="27891" cy="194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424127" y="1220058"/>
            <a:ext cx="3912" cy="290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416336" y="1249103"/>
            <a:ext cx="7791" cy="3086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411289" y="1279968"/>
            <a:ext cx="5047" cy="2588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405308" y="1305849"/>
            <a:ext cx="5981" cy="285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398418" y="1334349"/>
            <a:ext cx="6890" cy="338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3604826" y="1368178"/>
            <a:ext cx="959" cy="293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604826" y="1397503"/>
            <a:ext cx="959" cy="299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605785" y="1427425"/>
            <a:ext cx="29626" cy="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634335" y="1398366"/>
            <a:ext cx="1076" cy="290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634335" y="1368178"/>
            <a:ext cx="1076" cy="301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574230" y="1427425"/>
            <a:ext cx="31555" cy="154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546834" y="1428971"/>
            <a:ext cx="27396" cy="3276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546834" y="1461735"/>
            <a:ext cx="5630" cy="1012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3552464" y="1443443"/>
            <a:ext cx="1190" cy="284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553654" y="1419876"/>
            <a:ext cx="21872" cy="235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575526" y="1413218"/>
            <a:ext cx="28467" cy="66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3635411" y="1427072"/>
            <a:ext cx="29915" cy="35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665326" y="1427072"/>
            <a:ext cx="29034" cy="346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688732" y="1461734"/>
            <a:ext cx="5628" cy="101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3688732" y="1444134"/>
            <a:ext cx="1062" cy="2772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664474" y="1416922"/>
            <a:ext cx="25320" cy="272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637203" y="1413218"/>
            <a:ext cx="27271" cy="37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546538" y="1480746"/>
            <a:ext cx="29048" cy="48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575586" y="1481235"/>
            <a:ext cx="30798" cy="1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3606384" y="1480357"/>
            <a:ext cx="29396" cy="104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635780" y="1480357"/>
            <a:ext cx="31323" cy="22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3667103" y="1480746"/>
            <a:ext cx="27555" cy="18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688085" y="1480746"/>
            <a:ext cx="6573" cy="2916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685977" y="1509913"/>
            <a:ext cx="2108" cy="2811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679848" y="1538030"/>
            <a:ext cx="6129" cy="315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3652166" y="1569613"/>
            <a:ext cx="27682" cy="7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 flipV="1">
            <a:off x="3620362" y="1570258"/>
            <a:ext cx="31804" cy="7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589685" y="1570247"/>
            <a:ext cx="30677" cy="1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 flipV="1">
            <a:off x="3561351" y="1569619"/>
            <a:ext cx="28334" cy="6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557125" y="1539699"/>
            <a:ext cx="4226" cy="299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552582" y="1508965"/>
            <a:ext cx="4543" cy="3073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546538" y="1480746"/>
            <a:ext cx="6044" cy="2821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2940991" y="2251320"/>
            <a:ext cx="1670" cy="2795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921348" y="2224477"/>
            <a:ext cx="19643" cy="268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87056" y="2211156"/>
            <a:ext cx="34292" cy="1332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55412" y="2211156"/>
            <a:ext cx="31644" cy="75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30558" y="2218668"/>
            <a:ext cx="24854" cy="217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5300" y="2240369"/>
            <a:ext cx="15258" cy="3525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5300" y="2275627"/>
            <a:ext cx="10915" cy="338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26215" y="2309442"/>
            <a:ext cx="21510" cy="2412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47725" y="2333565"/>
            <a:ext cx="32045" cy="138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79770" y="2339169"/>
            <a:ext cx="34480" cy="82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914250" y="2318137"/>
            <a:ext cx="21901" cy="210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36151" y="2282913"/>
            <a:ext cx="15376" cy="3522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90526" y="2249644"/>
            <a:ext cx="22513" cy="219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71895" y="2271615"/>
            <a:ext cx="18631" cy="1909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53793" y="2290707"/>
            <a:ext cx="18102" cy="1818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53788" y="2249644"/>
            <a:ext cx="22115" cy="192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75903" y="2268901"/>
            <a:ext cx="21264" cy="2285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97167" y="2291753"/>
            <a:ext cx="15867" cy="171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4708" y="2317353"/>
            <a:ext cx="23322" cy="210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3047" y="2338441"/>
            <a:ext cx="21661" cy="1471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0564" y="2353155"/>
            <a:ext cx="22483" cy="203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45666" y="2373494"/>
            <a:ext cx="24898" cy="2003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25280" y="2393529"/>
            <a:ext cx="20386" cy="2111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01100" y="2414640"/>
            <a:ext cx="24180" cy="184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677776" y="2433135"/>
            <a:ext cx="23324" cy="1883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57735" y="2451972"/>
            <a:ext cx="20041" cy="180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33916" y="2469994"/>
            <a:ext cx="23819" cy="2107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11258" y="2491065"/>
            <a:ext cx="22658" cy="1657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11258" y="2507640"/>
            <a:ext cx="17137" cy="230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28395" y="2530685"/>
            <a:ext cx="21116" cy="229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49511" y="2553585"/>
            <a:ext cx="18682" cy="228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668193" y="2576454"/>
            <a:ext cx="19899" cy="205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688092" y="2596982"/>
            <a:ext cx="18196" cy="242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681225" y="2621210"/>
            <a:ext cx="25063" cy="1300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54828" y="2634215"/>
            <a:ext cx="26397" cy="163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27007" y="2650614"/>
            <a:ext cx="27821" cy="1439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02256" y="2665013"/>
            <a:ext cx="24751" cy="1407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578056" y="2679087"/>
            <a:ext cx="24200" cy="1619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11099" y="2507774"/>
            <a:ext cx="3294" cy="282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14393" y="2535989"/>
            <a:ext cx="8138" cy="284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22531" y="2564397"/>
            <a:ext cx="3818" cy="300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26349" y="2594415"/>
            <a:ext cx="5318" cy="3005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08261" y="2624466"/>
            <a:ext cx="23406" cy="1535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579426" y="2639823"/>
            <a:ext cx="28835" cy="1663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555430" y="2656458"/>
            <a:ext cx="23996" cy="983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529816" y="2666297"/>
            <a:ext cx="25614" cy="1847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03418" y="2684776"/>
            <a:ext cx="26398" cy="137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69950" y="2374475"/>
            <a:ext cx="22746" cy="2142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2696" y="2395904"/>
            <a:ext cx="22359" cy="1653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5055" y="2412437"/>
            <a:ext cx="21202" cy="1928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36257" y="2431721"/>
            <a:ext cx="24214" cy="2024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60471" y="2451964"/>
            <a:ext cx="22915" cy="177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83386" y="2456250"/>
            <a:ext cx="25586" cy="1341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908972" y="2438664"/>
            <a:ext cx="24300" cy="1758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933272" y="2425257"/>
            <a:ext cx="27094" cy="1340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69950" y="2345033"/>
            <a:ext cx="3344" cy="294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73294" y="2314637"/>
            <a:ext cx="8897" cy="3039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2191" y="2287509"/>
            <a:ext cx="4597" cy="2712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6788" y="2259201"/>
            <a:ext cx="5589" cy="283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2377" y="2227290"/>
            <a:ext cx="1418" cy="3191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3795" y="2199470"/>
            <a:ext cx="7272" cy="278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1067" y="2167938"/>
            <a:ext cx="3513" cy="315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4580" y="2141090"/>
            <a:ext cx="6518" cy="268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44767" y="2592589"/>
            <a:ext cx="25188" cy="1030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11765" y="2602889"/>
            <a:ext cx="33002" cy="177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8772" y="2620648"/>
            <a:ext cx="12993" cy="1169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62558" y="2632344"/>
            <a:ext cx="36214" cy="14801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53007" y="2647145"/>
            <a:ext cx="9551" cy="223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24236" y="2669475"/>
            <a:ext cx="28771" cy="1431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686180" y="2683793"/>
            <a:ext cx="38056" cy="1793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661993" y="2701726"/>
            <a:ext cx="24187" cy="1444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45901" y="2716173"/>
            <a:ext cx="16092" cy="227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09246" y="2718443"/>
            <a:ext cx="36655" cy="282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585102" y="2746685"/>
            <a:ext cx="24144" cy="1399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567666" y="2760678"/>
            <a:ext cx="17436" cy="1605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538987" y="2776737"/>
            <a:ext cx="28679" cy="163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08567" y="2778367"/>
            <a:ext cx="30420" cy="2110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492271" y="2799475"/>
            <a:ext cx="16296" cy="201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447385" y="2819578"/>
            <a:ext cx="44886" cy="932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426963" y="2828900"/>
            <a:ext cx="20422" cy="2036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404622" y="2849266"/>
            <a:ext cx="22341" cy="14427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371771" y="2863693"/>
            <a:ext cx="32851" cy="853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357417" y="2872228"/>
            <a:ext cx="14354" cy="1627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687141" y="2592589"/>
            <a:ext cx="34694" cy="993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679827" y="2602527"/>
            <a:ext cx="7314" cy="2099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53088" y="2623523"/>
            <a:ext cx="26739" cy="970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14792" y="2633229"/>
            <a:ext cx="38296" cy="3048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588427" y="2663717"/>
            <a:ext cx="26365" cy="186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559073" y="2665586"/>
            <a:ext cx="29354" cy="15504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544744" y="2681090"/>
            <a:ext cx="14329" cy="22916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12713" y="2704006"/>
            <a:ext cx="32031" cy="564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499387" y="2709648"/>
            <a:ext cx="13326" cy="1584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460836" y="2725493"/>
            <a:ext cx="38551" cy="1711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442748" y="2742606"/>
            <a:ext cx="18088" cy="29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409194" y="2745515"/>
            <a:ext cx="33554" cy="16895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393320" y="2762410"/>
            <a:ext cx="15874" cy="1176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361406" y="2774172"/>
            <a:ext cx="31914" cy="20848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327636" y="2795020"/>
            <a:ext cx="33770" cy="1760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311790" y="2812622"/>
            <a:ext cx="15846" cy="1401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275196" y="2826634"/>
            <a:ext cx="36594" cy="13220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252214" y="2839854"/>
            <a:ext cx="22982" cy="22403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245154" y="2862257"/>
            <a:ext cx="7060" cy="10809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209297" y="2873066"/>
            <a:ext cx="35857" cy="15432"/>
          </a:xfrm>
          <a:prstGeom prst="line">
            <a:avLst/>
          </a:prstGeom>
          <a:ln w="416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-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359993" y="64879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desert.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59993" y="82088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one.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2020886" y="1104714"/>
            <a:ext cx="3764509" cy="1291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655" b="0">
                <a:solidFill>
                  <a:srgbClr val="000000"/>
                </a:solidFill>
                <a:latin typeface="Josefin Sans"/>
              </a:rPr>
              <a:t> </a:t>
            </a:r>
            <a:r>
              <a:rPr sz="655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506905" y="1104578"/>
            <a:ext cx="2278490" cy="1291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655" b="0">
                <a:solidFill>
                  <a:srgbClr val="000000"/>
                </a:solidFill>
                <a:latin typeface="Josefin Sans"/>
              </a:rPr>
              <a:t> </a:t>
            </a:r>
            <a:r>
              <a:rPr sz="655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242527" y="1431426"/>
            <a:ext cx="4542868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242527" y="1504309"/>
            <a:ext cx="4542868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1242527" y="1577191"/>
            <a:ext cx="4542868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925022" y="1394536"/>
            <a:ext cx="1860373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B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has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925022" y="1467408"/>
            <a:ext cx="1860373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3925022" y="1540290"/>
            <a:ext cx="1860373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0.9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in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set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of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3925022" y="1613173"/>
            <a:ext cx="1860373" cy="968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1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491" b="0">
                <a:solidFill>
                  <a:srgbClr val="000000"/>
                </a:solidFill>
                <a:latin typeface="Josefin Sans"/>
              </a:rPr>
              <a:t> </a:t>
            </a:r>
            <a:r>
              <a:rPr sz="491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3042618" y="2335724"/>
            <a:ext cx="2742777" cy="1291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3042618" y="2434639"/>
            <a:ext cx="2742777" cy="1291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5" b="1">
                <a:solidFill>
                  <a:srgbClr val="000000"/>
                </a:solidFill>
                <a:latin typeface="Josefin Sans"/>
              </a:rPr>
              <a:t>man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655" b="1">
                <a:solidFill>
                  <a:srgbClr val="000000"/>
                </a:solidFill>
                <a:latin typeface="Josefin Sans"/>
              </a:rPr>
              <a:t> </a:t>
            </a:r>
            <a:r>
              <a:rPr sz="655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4897462" y="3150917"/>
            <a:ext cx="8879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638519" y="3150693"/>
            <a:ext cx="1468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58526" y="1147233"/>
            <a:ext cx="22011" cy="7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0537" y="1147233"/>
            <a:ext cx="21075" cy="5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1612" y="1146868"/>
            <a:ext cx="21035" cy="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22647" y="1146868"/>
            <a:ext cx="23004" cy="13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245651" y="1148233"/>
            <a:ext cx="21379" cy="1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267030" y="1147380"/>
            <a:ext cx="21022" cy="2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88052" y="1146913"/>
            <a:ext cx="21429" cy="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09481" y="1146913"/>
            <a:ext cx="22335" cy="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331816" y="1147053"/>
            <a:ext cx="19367" cy="16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1183" y="1148380"/>
            <a:ext cx="23551" cy="2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74734" y="1148380"/>
            <a:ext cx="21905" cy="9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96639" y="1146753"/>
            <a:ext cx="19289" cy="2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415928" y="1146753"/>
            <a:ext cx="21870" cy="26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37798" y="1147931"/>
            <a:ext cx="21378" cy="1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59176" y="1147931"/>
            <a:ext cx="22523" cy="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80091" y="1125084"/>
            <a:ext cx="1608" cy="229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5294" y="1104839"/>
            <a:ext cx="4797" cy="202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4890" y="1082357"/>
            <a:ext cx="404" cy="224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1740" y="1062552"/>
            <a:ext cx="3150" cy="198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8941" y="1041359"/>
            <a:ext cx="2799" cy="211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4317" y="1020465"/>
            <a:ext cx="4624" cy="208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2596" y="998375"/>
            <a:ext cx="1721" cy="220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56" y="975672"/>
            <a:ext cx="2440" cy="227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2438758" y="974959"/>
            <a:ext cx="21398" cy="7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2417977" y="974959"/>
            <a:ext cx="20781" cy="6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395239" y="975605"/>
            <a:ext cx="22738" cy="9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374956" y="975454"/>
            <a:ext cx="20283" cy="11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351400" y="975423"/>
            <a:ext cx="23556" cy="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330755" y="975423"/>
            <a:ext cx="20645" cy="17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08203" y="976928"/>
            <a:ext cx="22552" cy="2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286350" y="976456"/>
            <a:ext cx="21853" cy="4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2266584" y="974687"/>
            <a:ext cx="19766" cy="17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244329" y="974242"/>
            <a:ext cx="22255" cy="4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221811" y="974242"/>
            <a:ext cx="22518" cy="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202296" y="974299"/>
            <a:ext cx="19515" cy="26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2180069" y="975667"/>
            <a:ext cx="22227" cy="12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8638" y="975667"/>
            <a:ext cx="1431" cy="201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4959" y="995835"/>
            <a:ext cx="3679" cy="220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2944" y="1017932"/>
            <a:ext cx="2015" cy="225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68895" y="1040440"/>
            <a:ext cx="4049" cy="210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5473" y="1061527"/>
            <a:ext cx="3422" cy="201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2668" y="1081634"/>
            <a:ext cx="2805" cy="221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2600" y="1103772"/>
            <a:ext cx="68" cy="221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26" y="1125962"/>
            <a:ext cx="4074" cy="220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 flipV="1">
            <a:off x="2201096" y="953373"/>
            <a:ext cx="519" cy="222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1096" y="933986"/>
            <a:ext cx="436" cy="193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2200559" y="910450"/>
            <a:ext cx="973" cy="235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200546" y="890053"/>
            <a:ext cx="13" cy="203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200546" y="867809"/>
            <a:ext cx="2396" cy="22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2200484" y="846505"/>
            <a:ext cx="2458" cy="213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200484" y="826101"/>
            <a:ext cx="1110" cy="204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201594" y="803308"/>
            <a:ext cx="21" cy="227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23161" y="953784"/>
            <a:ext cx="57" cy="218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222429" y="932189"/>
            <a:ext cx="789" cy="215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2222101" y="910064"/>
            <a:ext cx="328" cy="221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222101" y="890403"/>
            <a:ext cx="1290" cy="19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223391" y="868392"/>
            <a:ext cx="62" cy="22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2222227" y="846955"/>
            <a:ext cx="1226" cy="21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222227" y="823494"/>
            <a:ext cx="285" cy="234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222512" y="803308"/>
            <a:ext cx="649" cy="201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38610" y="955337"/>
            <a:ext cx="902" cy="203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2438684" y="931793"/>
            <a:ext cx="828" cy="23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2437574" y="910489"/>
            <a:ext cx="1110" cy="213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437319" y="890382"/>
            <a:ext cx="255" cy="201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437319" y="868638"/>
            <a:ext cx="2475" cy="217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 flipV="1">
            <a:off x="2438607" y="847388"/>
            <a:ext cx="1187" cy="21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38607" y="825559"/>
            <a:ext cx="1439" cy="218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438610" y="803308"/>
            <a:ext cx="1436" cy="222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2416745" y="955111"/>
            <a:ext cx="319" cy="205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16328" y="934045"/>
            <a:ext cx="417" cy="21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416328" y="911041"/>
            <a:ext cx="1220" cy="23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2416988" y="888171"/>
            <a:ext cx="560" cy="22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416988" y="869451"/>
            <a:ext cx="525" cy="18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2417396" y="845251"/>
            <a:ext cx="117" cy="242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2415877" y="825849"/>
            <a:ext cx="1519" cy="19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15877" y="803308"/>
            <a:ext cx="1187" cy="22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8526" y="803307"/>
            <a:ext cx="22414" cy="2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180940" y="802619"/>
            <a:ext cx="21412" cy="9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202352" y="802619"/>
            <a:ext cx="20150" cy="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222502" y="801835"/>
            <a:ext cx="22700" cy="16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45202" y="801835"/>
            <a:ext cx="21805" cy="2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267007" y="802128"/>
            <a:ext cx="19790" cy="22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286797" y="802350"/>
            <a:ext cx="22686" cy="2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309483" y="802350"/>
            <a:ext cx="21103" cy="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330586" y="802383"/>
            <a:ext cx="22242" cy="4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352828" y="802383"/>
            <a:ext cx="22148" cy="9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374976" y="803108"/>
            <a:ext cx="19533" cy="2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394509" y="801799"/>
            <a:ext cx="22459" cy="13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416968" y="801799"/>
            <a:ext cx="20498" cy="22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437466" y="803766"/>
            <a:ext cx="23766" cy="3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461232" y="803307"/>
            <a:ext cx="20467" cy="4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6639" y="783488"/>
            <a:ext cx="5060" cy="198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4370" y="760139"/>
            <a:ext cx="2269" cy="233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68519" y="740031"/>
            <a:ext cx="5851" cy="201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3058" y="717666"/>
            <a:ext cx="5461" cy="223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56" y="695595"/>
            <a:ext cx="2902" cy="220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 flipV="1">
            <a:off x="2437577" y="694753"/>
            <a:ext cx="22579" cy="8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417435" y="694753"/>
            <a:ext cx="20142" cy="16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2396700" y="694490"/>
            <a:ext cx="20735" cy="19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2372554" y="694490"/>
            <a:ext cx="24146" cy="3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 flipV="1">
            <a:off x="2351686" y="694308"/>
            <a:ext cx="20868" cy="5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2329432" y="694308"/>
            <a:ext cx="22254" cy="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2309369" y="694970"/>
            <a:ext cx="20063" cy="21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2287072" y="695429"/>
            <a:ext cx="22297" cy="16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267591" y="695429"/>
            <a:ext cx="19481" cy="6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2245970" y="695772"/>
            <a:ext cx="21621" cy="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23617" y="695772"/>
            <a:ext cx="22353" cy="3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2202695" y="694946"/>
            <a:ext cx="20922" cy="11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069" y="694946"/>
            <a:ext cx="22626" cy="6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6941" y="695583"/>
            <a:ext cx="3128" cy="225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2493" y="718131"/>
            <a:ext cx="4448" cy="188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7821" y="736986"/>
            <a:ext cx="4672" cy="218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3854" y="758825"/>
            <a:ext cx="3967" cy="203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26" y="779212"/>
            <a:ext cx="5328" cy="240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>
            <a:off x="2309252" y="803307"/>
            <a:ext cx="87" cy="21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309252" y="824317"/>
            <a:ext cx="87" cy="220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39" y="846396"/>
            <a:ext cx="215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 flipV="1">
            <a:off x="2329549" y="824055"/>
            <a:ext cx="1337" cy="223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329549" y="803307"/>
            <a:ext cx="1337" cy="207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 flipV="1">
            <a:off x="2288184" y="846039"/>
            <a:ext cx="21155" cy="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465" y="846039"/>
            <a:ext cx="21719" cy="253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465" y="871349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270560" y="857236"/>
            <a:ext cx="745" cy="214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71305" y="839820"/>
            <a:ext cx="16434" cy="174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7739" y="836064"/>
            <a:ext cx="20297" cy="37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330886" y="845101"/>
            <a:ext cx="22408" cy="12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3294" y="845101"/>
            <a:ext cx="20464" cy="262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664" y="871349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 flipV="1">
            <a:off x="2369195" y="856719"/>
            <a:ext cx="469" cy="219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0747" y="840052"/>
            <a:ext cx="18448" cy="166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188" y="836064"/>
            <a:ext cx="18559" cy="39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266250" y="884595"/>
            <a:ext cx="22508" cy="5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288758" y="884595"/>
            <a:ext cx="20456" cy="2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309214" y="884808"/>
            <a:ext cx="22197" cy="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331411" y="884285"/>
            <a:ext cx="21796" cy="5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53207" y="884285"/>
            <a:ext cx="20767" cy="8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71507" y="885176"/>
            <a:ext cx="2467" cy="222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7769" y="907442"/>
            <a:ext cx="3738" cy="201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03" y="927601"/>
            <a:ext cx="4566" cy="222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341971" y="949525"/>
            <a:ext cx="21232" cy="2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318945" y="949525"/>
            <a:ext cx="23026" cy="5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2299010" y="949580"/>
            <a:ext cx="19935" cy="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277023" y="949580"/>
            <a:ext cx="21987" cy="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3066" y="929906"/>
            <a:ext cx="3957" cy="199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68501" y="906836"/>
            <a:ext cx="4565" cy="230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50" y="885176"/>
            <a:ext cx="2251" cy="216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235752" y="1147806"/>
            <a:ext cx="21135" cy="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6887" y="1148272"/>
            <a:ext cx="20864" cy="1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277751" y="1148088"/>
            <a:ext cx="21990" cy="11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299741" y="1146292"/>
            <a:ext cx="23105" cy="1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322846" y="1146292"/>
            <a:ext cx="20532" cy="10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343378" y="1147344"/>
            <a:ext cx="21029" cy="2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364407" y="1146634"/>
            <a:ext cx="23576" cy="1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387983" y="1146541"/>
            <a:ext cx="21473" cy="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09456" y="1146541"/>
            <a:ext cx="20197" cy="27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429653" y="1148214"/>
            <a:ext cx="22442" cy="10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52095" y="1148214"/>
            <a:ext cx="19383" cy="6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471478" y="1148868"/>
            <a:ext cx="22478" cy="2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493956" y="1146950"/>
            <a:ext cx="21513" cy="2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15469" y="1146950"/>
            <a:ext cx="22887" cy="1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538356" y="1147806"/>
            <a:ext cx="20569" cy="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6586" y="1126879"/>
            <a:ext cx="2339" cy="20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3473" y="1106158"/>
            <a:ext cx="3113" cy="20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49677" y="1083962"/>
            <a:ext cx="3796" cy="221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7666" y="1063369"/>
            <a:ext cx="2011" cy="205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5799" y="1040391"/>
            <a:ext cx="1867" cy="229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2249" y="1018673"/>
            <a:ext cx="3550" cy="21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40812" y="997450"/>
            <a:ext cx="1437" cy="212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82" y="975452"/>
            <a:ext cx="3430" cy="219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515325" y="975452"/>
            <a:ext cx="22057" cy="13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 flipV="1">
            <a:off x="3493431" y="975257"/>
            <a:ext cx="21894" cy="15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>
            <a:off x="3472599" y="975257"/>
            <a:ext cx="20832" cy="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 flipV="1">
            <a:off x="3452561" y="974899"/>
            <a:ext cx="20038" cy="3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428982" y="974850"/>
            <a:ext cx="23579" cy="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3406842" y="974850"/>
            <a:ext cx="22140" cy="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386371" y="975064"/>
            <a:ext cx="20471" cy="4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 flipV="1">
            <a:off x="3365809" y="974739"/>
            <a:ext cx="20562" cy="7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3342611" y="974739"/>
            <a:ext cx="23198" cy="3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3321627" y="975058"/>
            <a:ext cx="20984" cy="8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 flipV="1">
            <a:off x="3301152" y="975104"/>
            <a:ext cx="20475" cy="8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>
            <a:off x="3279456" y="975104"/>
            <a:ext cx="21696" cy="3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>
            <a:off x="3257295" y="975409"/>
            <a:ext cx="22161" cy="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4962" y="975446"/>
            <a:ext cx="2333" cy="214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3068" y="996891"/>
            <a:ext cx="1894" cy="207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48624" y="1017666"/>
            <a:ext cx="4444" cy="2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7327" y="1038536"/>
            <a:ext cx="1297" cy="231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2833" y="1061704"/>
            <a:ext cx="4494" cy="193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41129" y="1081028"/>
            <a:ext cx="1704" cy="225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238475" y="1103594"/>
            <a:ext cx="2654" cy="204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52" y="1124029"/>
            <a:ext cx="2723" cy="23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3277995" y="952443"/>
            <a:ext cx="846" cy="23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 flipV="1">
            <a:off x="3277704" y="932997"/>
            <a:ext cx="291" cy="194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277453" y="910029"/>
            <a:ext cx="251" cy="229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277453" y="888607"/>
            <a:ext cx="2313" cy="214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 flipV="1">
            <a:off x="3278011" y="867515"/>
            <a:ext cx="1755" cy="210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278011" y="844941"/>
            <a:ext cx="914" cy="225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3278783" y="825366"/>
            <a:ext cx="142" cy="195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278783" y="803087"/>
            <a:ext cx="58" cy="222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 flipV="1">
            <a:off x="3299140" y="954436"/>
            <a:ext cx="1247" cy="21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 flipV="1">
            <a:off x="3299061" y="933108"/>
            <a:ext cx="79" cy="213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299061" y="911940"/>
            <a:ext cx="1555" cy="211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00616" y="890070"/>
            <a:ext cx="199" cy="21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299293" y="867435"/>
            <a:ext cx="1522" cy="226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299293" y="844774"/>
            <a:ext cx="177" cy="22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299470" y="825229"/>
            <a:ext cx="823" cy="19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300293" y="803087"/>
            <a:ext cx="94" cy="221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514526" y="952682"/>
            <a:ext cx="1309" cy="227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 flipV="1">
            <a:off x="3514332" y="932453"/>
            <a:ext cx="194" cy="202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14332" y="910605"/>
            <a:ext cx="919" cy="218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15251" y="888880"/>
            <a:ext cx="382" cy="217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 flipV="1">
            <a:off x="3515348" y="868326"/>
            <a:ext cx="285" cy="20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 flipV="1">
            <a:off x="3515299" y="844727"/>
            <a:ext cx="49" cy="235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15299" y="823497"/>
            <a:ext cx="1862" cy="21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3515835" y="803087"/>
            <a:ext cx="1326" cy="204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94289" y="952468"/>
            <a:ext cx="101" cy="229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493456" y="932660"/>
            <a:ext cx="934" cy="19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93456" y="909328"/>
            <a:ext cx="2235" cy="233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3495144" y="890608"/>
            <a:ext cx="547" cy="18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 flipV="1">
            <a:off x="3492902" y="868699"/>
            <a:ext cx="2242" cy="219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92902" y="845826"/>
            <a:ext cx="386" cy="228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93288" y="824476"/>
            <a:ext cx="2359" cy="213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494289" y="803087"/>
            <a:ext cx="1358" cy="213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235752" y="803087"/>
            <a:ext cx="22197" cy="1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257949" y="801840"/>
            <a:ext cx="22157" cy="26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280106" y="801840"/>
            <a:ext cx="18972" cy="23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299078" y="802759"/>
            <a:ext cx="22216" cy="13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21294" y="802759"/>
            <a:ext cx="20766" cy="6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342060" y="802790"/>
            <a:ext cx="23846" cy="5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365906" y="802790"/>
            <a:ext cx="20724" cy="17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386630" y="802659"/>
            <a:ext cx="22303" cy="19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3408933" y="802659"/>
            <a:ext cx="22078" cy="11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431011" y="803228"/>
            <a:ext cx="20427" cy="5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451438" y="803228"/>
            <a:ext cx="22386" cy="1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473824" y="802185"/>
            <a:ext cx="20008" cy="2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493832" y="802185"/>
            <a:ext cx="22563" cy="14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16395" y="802484"/>
            <a:ext cx="19810" cy="1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536205" y="802484"/>
            <a:ext cx="22720" cy="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4769" y="781022"/>
            <a:ext cx="4156" cy="220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49963" y="761335"/>
            <a:ext cx="4806" cy="196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7775" y="740570"/>
            <a:ext cx="2188" cy="207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3157" y="719588"/>
            <a:ext cx="4618" cy="209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82" y="695375"/>
            <a:ext cx="5775" cy="242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 flipV="1">
            <a:off x="3516965" y="694397"/>
            <a:ext cx="20417" cy="9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>
            <a:off x="3492892" y="694397"/>
            <a:ext cx="24073" cy="16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 flipV="1">
            <a:off x="3473586" y="694930"/>
            <a:ext cx="19306" cy="11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3450382" y="694930"/>
            <a:ext cx="23204" cy="3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429695" y="695301"/>
            <a:ext cx="20687" cy="8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 flipV="1">
            <a:off x="3406676" y="694689"/>
            <a:ext cx="23019" cy="14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>
            <a:off x="3387687" y="694689"/>
            <a:ext cx="18989" cy="6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 flipV="1">
            <a:off x="3365024" y="694687"/>
            <a:ext cx="22663" cy="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342959" y="694687"/>
            <a:ext cx="22065" cy="16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 flipV="1">
            <a:off x="3323338" y="695392"/>
            <a:ext cx="19621" cy="9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299340" y="695330"/>
            <a:ext cx="23998" cy="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 flipV="1">
            <a:off x="3277601" y="694809"/>
            <a:ext cx="21739" cy="5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3257295" y="694809"/>
            <a:ext cx="20306" cy="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1775" y="695363"/>
            <a:ext cx="5520" cy="214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49819" y="716806"/>
            <a:ext cx="1956" cy="204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4649" y="737290"/>
            <a:ext cx="5170" cy="214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39848" y="758700"/>
            <a:ext cx="4801" cy="219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52" y="780638"/>
            <a:ext cx="4096" cy="224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386565" y="803087"/>
            <a:ext cx="156" cy="22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3386565" y="825429"/>
            <a:ext cx="156" cy="207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65" y="846176"/>
            <a:ext cx="2154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407636" y="825902"/>
            <a:ext cx="475" cy="202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407636" y="803087"/>
            <a:ext cx="475" cy="228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366234" y="846176"/>
            <a:ext cx="20331" cy="6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92" y="846844"/>
            <a:ext cx="22542" cy="242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92" y="871129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3347599" y="856362"/>
            <a:ext cx="187" cy="22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7599" y="839508"/>
            <a:ext cx="16353" cy="16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3952" y="835843"/>
            <a:ext cx="21310" cy="36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3408111" y="844686"/>
            <a:ext cx="21481" cy="1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29592" y="844686"/>
            <a:ext cx="21392" cy="264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90" y="871128"/>
            <a:ext cx="4094" cy="7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3445456" y="856185"/>
            <a:ext cx="1434" cy="223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30003" y="839985"/>
            <a:ext cx="15453" cy="162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414" y="835844"/>
            <a:ext cx="20589" cy="41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3343476" y="883785"/>
            <a:ext cx="20792" cy="1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364268" y="883785"/>
            <a:ext cx="23266" cy="5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3387534" y="884245"/>
            <a:ext cx="19508" cy="1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3407042" y="883913"/>
            <a:ext cx="23612" cy="3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430654" y="883913"/>
            <a:ext cx="20546" cy="1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6814" y="884955"/>
            <a:ext cx="4386" cy="214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3735" y="906368"/>
            <a:ext cx="3079" cy="210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429" y="927389"/>
            <a:ext cx="3306" cy="221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3418163" y="949586"/>
            <a:ext cx="22266" cy="3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 flipV="1">
            <a:off x="3396123" y="949301"/>
            <a:ext cx="22040" cy="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376686" y="948378"/>
            <a:ext cx="19437" cy="9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354249" y="948378"/>
            <a:ext cx="22437" cy="12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49739" y="928660"/>
            <a:ext cx="4510" cy="209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8009" y="907208"/>
            <a:ext cx="1730" cy="21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76" y="884955"/>
            <a:ext cx="4533" cy="222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2903618" y="1443028"/>
            <a:ext cx="673" cy="229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9642" y="1426263"/>
            <a:ext cx="13976" cy="167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52" y="1416438"/>
            <a:ext cx="25790" cy="9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40584" y="1416438"/>
            <a:ext cx="23268" cy="5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2180" y="1422316"/>
            <a:ext cx="18404" cy="14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65" y="1437112"/>
            <a:ext cx="10515" cy="26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65" y="1463326"/>
            <a:ext cx="6590" cy="22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8255" y="1486204"/>
            <a:ext cx="15248" cy="18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3503" y="1504546"/>
            <a:ext cx="25050" cy="109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53" y="1508900"/>
            <a:ext cx="25274" cy="6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3827" y="1492350"/>
            <a:ext cx="16989" cy="165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0816" y="1468625"/>
            <a:ext cx="9924" cy="237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7789" y="1444429"/>
            <a:ext cx="14959" cy="15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2454" y="1460386"/>
            <a:ext cx="15335" cy="137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60" y="1474125"/>
            <a:ext cx="12794" cy="133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56" y="1444429"/>
            <a:ext cx="16305" cy="149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5961" y="1459390"/>
            <a:ext cx="14166" cy="133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70127" y="1472775"/>
            <a:ext cx="12617" cy="147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0968" y="1493672"/>
            <a:ext cx="17228" cy="150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4635" y="1508726"/>
            <a:ext cx="16333" cy="11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6827" y="1520226"/>
            <a:ext cx="17808" cy="148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1501" y="1535073"/>
            <a:ext cx="15326" cy="147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6338" y="1549855"/>
            <a:ext cx="15163" cy="125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28834" y="1562447"/>
            <a:ext cx="17504" cy="16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4226" y="1578459"/>
            <a:ext cx="14608" cy="1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6693" y="1591002"/>
            <a:ext cx="17533" cy="138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80080" y="1604862"/>
            <a:ext cx="16613" cy="141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70" y="1618996"/>
            <a:ext cx="16810" cy="130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70" y="1632063"/>
            <a:ext cx="14603" cy="160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7873" y="1648099"/>
            <a:ext cx="12863" cy="175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90736" y="1665689"/>
            <a:ext cx="13719" cy="174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4455" y="1683089"/>
            <a:ext cx="14960" cy="145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9415" y="1697640"/>
            <a:ext cx="12968" cy="170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2765" y="1714660"/>
            <a:ext cx="19618" cy="113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4802" y="1726010"/>
            <a:ext cx="17963" cy="116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6793" y="1737634"/>
            <a:ext cx="18009" cy="94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5915" y="1747054"/>
            <a:ext cx="20878" cy="101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24" y="1757186"/>
            <a:ext cx="16791" cy="11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55" y="1632160"/>
            <a:ext cx="4669" cy="206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7824" y="1652784"/>
            <a:ext cx="3353" cy="21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71177" y="1674246"/>
            <a:ext cx="2278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3455" y="1696367"/>
            <a:ext cx="4659" cy="20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61015" y="1717028"/>
            <a:ext cx="17099" cy="107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40759" y="1727771"/>
            <a:ext cx="20256" cy="124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1463" y="1740239"/>
            <a:ext cx="19296" cy="79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4329" y="1748182"/>
            <a:ext cx="17134" cy="119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41" y="1760092"/>
            <a:ext cx="19488" cy="107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83" y="1535216"/>
            <a:ext cx="17514" cy="14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6197" y="1549618"/>
            <a:ext cx="15958" cy="119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2155" y="1561532"/>
            <a:ext cx="14646" cy="15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6801" y="1577241"/>
            <a:ext cx="18170" cy="147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4971" y="1591989"/>
            <a:ext cx="16211" cy="12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82" y="1593128"/>
            <a:ext cx="18785" cy="11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79967" y="1583552"/>
            <a:ext cx="17887" cy="95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897854" y="1572148"/>
            <a:ext cx="19314" cy="114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83" y="1512841"/>
            <a:ext cx="4860" cy="223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3543" y="1493666"/>
            <a:ext cx="2604" cy="191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6147" y="1472837"/>
            <a:ext cx="2287" cy="208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8434" y="1449942"/>
            <a:ext cx="5897" cy="228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4331" y="1430129"/>
            <a:ext cx="3049" cy="198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7380" y="1407670"/>
            <a:ext cx="2666" cy="224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0046" y="1387734"/>
            <a:ext cx="5234" cy="199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5280" y="1365481"/>
            <a:ext cx="3329" cy="222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2455" y="1693837"/>
            <a:ext cx="18959" cy="86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05509" y="1702522"/>
            <a:ext cx="26946" cy="96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1537" y="1712140"/>
            <a:ext cx="13972" cy="95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70848" y="1721737"/>
            <a:ext cx="20689" cy="10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52471" y="1731768"/>
            <a:ext cx="18377" cy="195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39083" y="1751320"/>
            <a:ext cx="13388" cy="153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22753" y="1766623"/>
            <a:ext cx="16330" cy="51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699297" y="1771732"/>
            <a:ext cx="23456" cy="111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79280" y="1782876"/>
            <a:ext cx="20017" cy="12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69731" y="1795284"/>
            <a:ext cx="9549" cy="11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 flipV="1">
            <a:off x="2649382" y="1804563"/>
            <a:ext cx="20349" cy="19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25361" y="1804563"/>
            <a:ext cx="24021" cy="250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 flipV="1">
            <a:off x="2607332" y="1828334"/>
            <a:ext cx="18029" cy="12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91724" y="1828334"/>
            <a:ext cx="15608" cy="22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68960" y="1850339"/>
            <a:ext cx="22764" cy="81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55058" y="1858470"/>
            <a:ext cx="13902" cy="37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32731" y="1862184"/>
            <a:ext cx="22327" cy="223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12978" y="1884582"/>
            <a:ext cx="19753" cy="79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491353" y="1892510"/>
            <a:ext cx="21625" cy="17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58" y="1894280"/>
            <a:ext cx="12695" cy="147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4582" y="1693837"/>
            <a:ext cx="19108" cy="189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701277" y="1712778"/>
            <a:ext cx="23305" cy="4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88827" y="1717142"/>
            <a:ext cx="12450" cy="110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71974" y="1728240"/>
            <a:ext cx="16853" cy="139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647575" y="1742206"/>
            <a:ext cx="24399" cy="11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34756" y="1753565"/>
            <a:ext cx="12819" cy="58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610990" y="1759459"/>
            <a:ext cx="23766" cy="40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92124" y="1763522"/>
            <a:ext cx="18866" cy="221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76510" y="1785632"/>
            <a:ext cx="15614" cy="30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58077" y="1788709"/>
            <a:ext cx="18433" cy="64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35209" y="1795135"/>
            <a:ext cx="22868" cy="225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517508" y="1817704"/>
            <a:ext cx="17701" cy="35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493900" y="1821268"/>
            <a:ext cx="23608" cy="107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78953" y="1832026"/>
            <a:ext cx="14947" cy="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63027" y="1839385"/>
            <a:ext cx="15926" cy="20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51530" y="1859616"/>
            <a:ext cx="11497" cy="78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30133" y="1867453"/>
            <a:ext cx="21397" cy="102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403318" y="1877676"/>
            <a:ext cx="26815" cy="66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90482" y="1884314"/>
            <a:ext cx="12836" cy="190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34" y="1903399"/>
            <a:ext cx="19548" cy="56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3" y="314675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8" y="314675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07" y="611781"/>
            <a:ext cx="355148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52" y="611872"/>
            <a:ext cx="2470743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826" y="849345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826" y="902350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826" y="955356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738" y="822515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738" y="875521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738" y="928526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738" y="981532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87" y="1507025"/>
            <a:ext cx="280840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87" y="1578956"/>
            <a:ext cx="280840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897479" y="3150931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5642562" y="3150707"/>
            <a:ext cx="1428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58580" y="1148098"/>
            <a:ext cx="22330" cy="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80910" y="1147183"/>
            <a:ext cx="20397" cy="9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01307" y="1147183"/>
            <a:ext cx="21904" cy="18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3211" y="1147001"/>
            <a:ext cx="22355" cy="2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245566" y="1147001"/>
            <a:ext cx="19729" cy="2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65295" y="1147297"/>
            <a:ext cx="21936" cy="20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87231" y="1149001"/>
            <a:ext cx="23217" cy="3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10448" y="1149001"/>
            <a:ext cx="21910" cy="5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2358" y="1147614"/>
            <a:ext cx="20842" cy="19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353200" y="1147614"/>
            <a:ext cx="22005" cy="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75205" y="1147786"/>
            <a:ext cx="20592" cy="6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95797" y="1148466"/>
            <a:ext cx="20748" cy="11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16545" y="1147090"/>
            <a:ext cx="21918" cy="24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38463" y="1146634"/>
            <a:ext cx="23095" cy="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61558" y="1146634"/>
            <a:ext cx="20173" cy="14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78349" y="1128319"/>
            <a:ext cx="3382" cy="197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6012" y="1106559"/>
            <a:ext cx="2337" cy="217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2284" y="1083146"/>
            <a:ext cx="3728" cy="234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0956" y="1063798"/>
            <a:ext cx="1328" cy="19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7883" y="1042466"/>
            <a:ext cx="3073" cy="213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4667" y="1018737"/>
            <a:ext cx="3216" cy="237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4517" y="998895"/>
            <a:ext cx="150" cy="198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90" y="975755"/>
            <a:ext cx="4327" cy="23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438892" y="975755"/>
            <a:ext cx="21298" cy="6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2416731" y="976430"/>
            <a:ext cx="22161" cy="6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395496" y="976549"/>
            <a:ext cx="21235" cy="5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375405" y="975718"/>
            <a:ext cx="20091" cy="8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351306" y="975331"/>
            <a:ext cx="24099" cy="3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331642" y="975331"/>
            <a:ext cx="19664" cy="11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309781" y="976463"/>
            <a:ext cx="21861" cy="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287215" y="976526"/>
            <a:ext cx="22566" cy="6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2265249" y="976848"/>
            <a:ext cx="21966" cy="3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244465" y="974447"/>
            <a:ext cx="20784" cy="24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222594" y="974447"/>
            <a:ext cx="21871" cy="23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2200728" y="975490"/>
            <a:ext cx="21866" cy="12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180122" y="975490"/>
            <a:ext cx="20606" cy="2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7091" y="975750"/>
            <a:ext cx="3031" cy="205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4156" y="996325"/>
            <a:ext cx="2935" cy="22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2968" y="1018685"/>
            <a:ext cx="1188" cy="222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70938" y="1040978"/>
            <a:ext cx="2030" cy="198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5447" y="1060861"/>
            <a:ext cx="5491" cy="209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4471" y="1081842"/>
            <a:ext cx="976" cy="227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1222" y="1104608"/>
            <a:ext cx="3249" cy="215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80" y="1126130"/>
            <a:ext cx="2642" cy="219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201666" y="955407"/>
            <a:ext cx="916" cy="20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 flipV="1">
            <a:off x="2200425" y="934005"/>
            <a:ext cx="2157" cy="21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00425" y="912148"/>
            <a:ext cx="1465" cy="218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201890" y="888588"/>
            <a:ext cx="768" cy="235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 flipV="1">
            <a:off x="2200907" y="866749"/>
            <a:ext cx="1751" cy="218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2200696" y="847585"/>
            <a:ext cx="211" cy="191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2200427" y="826433"/>
            <a:ext cx="269" cy="211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200427" y="803402"/>
            <a:ext cx="1239" cy="23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2222995" y="955695"/>
            <a:ext cx="216" cy="200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222824" y="933720"/>
            <a:ext cx="171" cy="219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222824" y="912221"/>
            <a:ext cx="717" cy="214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223541" y="890973"/>
            <a:ext cx="1085" cy="212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 flipV="1">
            <a:off x="2223137" y="869504"/>
            <a:ext cx="1489" cy="214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2223107" y="846453"/>
            <a:ext cx="30" cy="230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222121" y="824988"/>
            <a:ext cx="986" cy="214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222121" y="803402"/>
            <a:ext cx="1090" cy="215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 flipV="1">
            <a:off x="2438459" y="953720"/>
            <a:ext cx="186" cy="220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2438245" y="932147"/>
            <a:ext cx="214" cy="215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38245" y="909654"/>
            <a:ext cx="1325" cy="224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438515" y="888588"/>
            <a:ext cx="1055" cy="21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2437829" y="867297"/>
            <a:ext cx="686" cy="212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37829" y="847261"/>
            <a:ext cx="1768" cy="200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2437712" y="823577"/>
            <a:ext cx="1885" cy="236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37712" y="803402"/>
            <a:ext cx="933" cy="201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17100" y="954525"/>
            <a:ext cx="1490" cy="21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16784" y="933404"/>
            <a:ext cx="1806" cy="21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416784" y="911808"/>
            <a:ext cx="604" cy="215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2417345" y="888778"/>
            <a:ext cx="43" cy="230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2416872" y="867551"/>
            <a:ext cx="473" cy="212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2415721" y="847297"/>
            <a:ext cx="1151" cy="202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415721" y="825311"/>
            <a:ext cx="1746" cy="21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2417100" y="803402"/>
            <a:ext cx="367" cy="219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8580" y="803402"/>
            <a:ext cx="22913" cy="9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181493" y="804327"/>
            <a:ext cx="20852" cy="4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202345" y="803588"/>
            <a:ext cx="21754" cy="11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224099" y="802039"/>
            <a:ext cx="21183" cy="15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45282" y="802039"/>
            <a:ext cx="21255" cy="8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266537" y="802629"/>
            <a:ext cx="22010" cy="2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288547" y="802004"/>
            <a:ext cx="19414" cy="6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307961" y="802004"/>
            <a:ext cx="22508" cy="16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330469" y="803610"/>
            <a:ext cx="23261" cy="9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353730" y="804083"/>
            <a:ext cx="20844" cy="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374574" y="802719"/>
            <a:ext cx="20012" cy="1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394586" y="802719"/>
            <a:ext cx="21683" cy="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416269" y="802839"/>
            <a:ext cx="20991" cy="1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437260" y="803004"/>
            <a:ext cx="23835" cy="15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461095" y="803402"/>
            <a:ext cx="20636" cy="11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8738" y="783068"/>
            <a:ext cx="2993" cy="203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1721" y="760688"/>
            <a:ext cx="7017" cy="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70281" y="740235"/>
            <a:ext cx="1440" cy="204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5386" y="718657"/>
            <a:ext cx="4895" cy="215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90" y="695697"/>
            <a:ext cx="5196" cy="229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2439524" y="695697"/>
            <a:ext cx="20666" cy="7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 flipV="1">
            <a:off x="2416898" y="694972"/>
            <a:ext cx="22626" cy="15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2394248" y="694870"/>
            <a:ext cx="22650" cy="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2373329" y="694870"/>
            <a:ext cx="20919" cy="9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2353485" y="695781"/>
            <a:ext cx="19844" cy="7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 flipV="1">
            <a:off x="2330742" y="695385"/>
            <a:ext cx="22743" cy="11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2308539" y="695385"/>
            <a:ext cx="22203" cy="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2287636" y="695208"/>
            <a:ext cx="20903" cy="11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266854" y="695208"/>
            <a:ext cx="20782" cy="7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2243773" y="695989"/>
            <a:ext cx="23081" cy="8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 flipV="1">
            <a:off x="2223568" y="694761"/>
            <a:ext cx="20205" cy="20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2202741" y="694271"/>
            <a:ext cx="20827" cy="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122" y="694271"/>
            <a:ext cx="22619" cy="14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5468" y="695685"/>
            <a:ext cx="4654" cy="20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2611" y="715763"/>
            <a:ext cx="2857" cy="234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8118" y="739223"/>
            <a:ext cx="4493" cy="198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3752" y="759065"/>
            <a:ext cx="4366" cy="205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80" y="779582"/>
            <a:ext cx="5172" cy="238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>
            <a:off x="2309250" y="803402"/>
            <a:ext cx="133" cy="201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309250" y="823585"/>
            <a:ext cx="133" cy="229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83" y="846488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 flipV="1">
            <a:off x="2329977" y="824218"/>
            <a:ext cx="951" cy="222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329977" y="803402"/>
            <a:ext cx="951" cy="208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 flipV="1">
            <a:off x="2288098" y="846012"/>
            <a:ext cx="21285" cy="4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512" y="846012"/>
            <a:ext cx="21586" cy="254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512" y="871439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270607" y="858133"/>
            <a:ext cx="242" cy="206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70849" y="839901"/>
            <a:ext cx="18306" cy="18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9155" y="836156"/>
            <a:ext cx="18925" cy="37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330928" y="846488"/>
            <a:ext cx="20284" cy="13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1212" y="847818"/>
            <a:ext cx="22586" cy="236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704" y="871439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369704" y="857856"/>
            <a:ext cx="1035" cy="209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2271" y="840323"/>
            <a:ext cx="18468" cy="175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231" y="836156"/>
            <a:ext cx="20040" cy="41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266297" y="884443"/>
            <a:ext cx="20494" cy="8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286791" y="884443"/>
            <a:ext cx="22598" cy="7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309389" y="885199"/>
            <a:ext cx="22205" cy="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331594" y="886404"/>
            <a:ext cx="21898" cy="3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353492" y="885265"/>
            <a:ext cx="20522" cy="11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69502" y="885265"/>
            <a:ext cx="4512" cy="203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5583" y="905635"/>
            <a:ext cx="3919" cy="21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44" y="927600"/>
            <a:ext cx="2339" cy="222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343006" y="949135"/>
            <a:ext cx="20238" cy="7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 flipV="1">
            <a:off x="2320568" y="948466"/>
            <a:ext cx="22438" cy="6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297629" y="948466"/>
            <a:ext cx="22939" cy="24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2277069" y="949895"/>
            <a:ext cx="20560" cy="10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3551" y="927498"/>
            <a:ext cx="3518" cy="223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69902" y="906636"/>
            <a:ext cx="3649" cy="208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97" y="885265"/>
            <a:ext cx="3605" cy="213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235742" y="1147860"/>
            <a:ext cx="22603" cy="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8345" y="1147860"/>
            <a:ext cx="21307" cy="9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279652" y="1148765"/>
            <a:ext cx="21827" cy="7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301479" y="1147398"/>
            <a:ext cx="19826" cy="2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321305" y="1147398"/>
            <a:ext cx="23649" cy="11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344954" y="1148442"/>
            <a:ext cx="19227" cy="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364181" y="1148442"/>
            <a:ext cx="21453" cy="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385634" y="1148492"/>
            <a:ext cx="22839" cy="8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408473" y="1147754"/>
            <a:ext cx="22077" cy="15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30550" y="1147754"/>
            <a:ext cx="20704" cy="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51254" y="1147968"/>
            <a:ext cx="21894" cy="15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473148" y="1147091"/>
            <a:ext cx="21442" cy="24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494590" y="1147091"/>
            <a:ext cx="21469" cy="1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16059" y="1148321"/>
            <a:ext cx="21208" cy="1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537267" y="1148204"/>
            <a:ext cx="21626" cy="2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7426" y="1125482"/>
            <a:ext cx="1467" cy="22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4388" y="1105419"/>
            <a:ext cx="3038" cy="200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50359" y="1083365"/>
            <a:ext cx="4029" cy="220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8629" y="1063834"/>
            <a:ext cx="1730" cy="195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6578" y="1041161"/>
            <a:ext cx="2051" cy="226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3237" y="1021026"/>
            <a:ext cx="3341" cy="201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38999" y="1000042"/>
            <a:ext cx="4238" cy="20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52" y="975862"/>
            <a:ext cx="1647" cy="241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515956" y="975862"/>
            <a:ext cx="21396" cy="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493351" y="975934"/>
            <a:ext cx="22605" cy="8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 flipV="1">
            <a:off x="3473062" y="975986"/>
            <a:ext cx="20289" cy="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452044" y="975986"/>
            <a:ext cx="21018" cy="6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429668" y="974379"/>
            <a:ext cx="22376" cy="23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3407381" y="974379"/>
            <a:ext cx="22287" cy="20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386121" y="976448"/>
            <a:ext cx="21260" cy="2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3366074" y="976734"/>
            <a:ext cx="20047" cy="3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344624" y="974343"/>
            <a:ext cx="21450" cy="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3321547" y="974343"/>
            <a:ext cx="23077" cy="7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3301744" y="975088"/>
            <a:ext cx="19803" cy="11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 flipV="1">
            <a:off x="3280084" y="975600"/>
            <a:ext cx="21660" cy="6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>
            <a:off x="3257283" y="975600"/>
            <a:ext cx="22801" cy="2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5811" y="975856"/>
            <a:ext cx="1472" cy="20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2466" y="995930"/>
            <a:ext cx="3345" cy="230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49739" y="1018960"/>
            <a:ext cx="2727" cy="225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5541" y="1041528"/>
            <a:ext cx="4198" cy="197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2789" y="1061281"/>
            <a:ext cx="2752" cy="215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39768" y="1082799"/>
            <a:ext cx="3021" cy="216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3239768" y="1104443"/>
            <a:ext cx="447" cy="198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42" y="1124314"/>
            <a:ext cx="4473" cy="238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78828" y="953974"/>
            <a:ext cx="1320" cy="218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 flipV="1">
            <a:off x="3278808" y="933070"/>
            <a:ext cx="1340" cy="209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78808" y="911212"/>
            <a:ext cx="1487" cy="218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 flipV="1">
            <a:off x="3277674" y="889267"/>
            <a:ext cx="2621" cy="21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277674" y="869093"/>
            <a:ext cx="1895" cy="201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 flipV="1">
            <a:off x="3277989" y="848055"/>
            <a:ext cx="1580" cy="210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277989" y="824613"/>
            <a:ext cx="801" cy="234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278790" y="803509"/>
            <a:ext cx="38" cy="211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 flipV="1">
            <a:off x="3299790" y="952946"/>
            <a:ext cx="583" cy="229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 flipV="1">
            <a:off x="3299223" y="931392"/>
            <a:ext cx="567" cy="21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299223" y="910138"/>
            <a:ext cx="728" cy="212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299951" y="890407"/>
            <a:ext cx="578" cy="197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299839" y="869419"/>
            <a:ext cx="690" cy="209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 flipV="1">
            <a:off x="3299328" y="845917"/>
            <a:ext cx="511" cy="23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299328" y="826159"/>
            <a:ext cx="2330" cy="197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 flipV="1">
            <a:off x="3300373" y="803509"/>
            <a:ext cx="1285" cy="226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515266" y="953871"/>
            <a:ext cx="541" cy="219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5266" y="933392"/>
            <a:ext cx="1876" cy="204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3515589" y="912706"/>
            <a:ext cx="1553" cy="206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 flipV="1">
            <a:off x="3515244" y="890205"/>
            <a:ext cx="345" cy="22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15244" y="866662"/>
            <a:ext cx="940" cy="23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 flipV="1">
            <a:off x="3515727" y="847668"/>
            <a:ext cx="457" cy="189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 flipV="1">
            <a:off x="3515386" y="825970"/>
            <a:ext cx="341" cy="216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515386" y="803509"/>
            <a:ext cx="421" cy="224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H="1" flipV="1">
            <a:off x="3493367" y="953978"/>
            <a:ext cx="895" cy="21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493251" y="932639"/>
            <a:ext cx="116" cy="21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93251" y="909840"/>
            <a:ext cx="2009" cy="227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3495187" y="890988"/>
            <a:ext cx="73" cy="188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 flipV="1">
            <a:off x="3493342" y="868573"/>
            <a:ext cx="1845" cy="224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93342" y="846699"/>
            <a:ext cx="504" cy="218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93846" y="824695"/>
            <a:ext cx="939" cy="22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494262" y="803509"/>
            <a:ext cx="523" cy="211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235742" y="803508"/>
            <a:ext cx="20575" cy="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256317" y="802258"/>
            <a:ext cx="22063" cy="13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278380" y="802258"/>
            <a:ext cx="20598" cy="27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298978" y="803481"/>
            <a:ext cx="24252" cy="1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23230" y="803481"/>
            <a:ext cx="20899" cy="7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344129" y="803745"/>
            <a:ext cx="20785" cy="4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364914" y="803745"/>
            <a:ext cx="20332" cy="11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385246" y="804225"/>
            <a:ext cx="23014" cy="6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408260" y="803940"/>
            <a:ext cx="21708" cy="2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429968" y="802962"/>
            <a:ext cx="21376" cy="9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451344" y="802305"/>
            <a:ext cx="21276" cy="6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472620" y="802305"/>
            <a:ext cx="21124" cy="11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493744" y="803406"/>
            <a:ext cx="21471" cy="4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515215" y="803889"/>
            <a:ext cx="21671" cy="3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6886" y="803508"/>
            <a:ext cx="22007" cy="7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3561" y="782099"/>
            <a:ext cx="5332" cy="214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49899" y="762258"/>
            <a:ext cx="3662" cy="198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5060" y="740250"/>
            <a:ext cx="4839" cy="22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2374" y="719865"/>
            <a:ext cx="2686" cy="203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52" y="695804"/>
            <a:ext cx="5022" cy="240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514769" y="695804"/>
            <a:ext cx="22583" cy="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 flipV="1">
            <a:off x="3494217" y="695365"/>
            <a:ext cx="20552" cy="4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 flipV="1">
            <a:off x="3473550" y="695316"/>
            <a:ext cx="20667" cy="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 flipV="1">
            <a:off x="3451019" y="694578"/>
            <a:ext cx="22531" cy="7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430333" y="694578"/>
            <a:ext cx="20686" cy="13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3407072" y="695886"/>
            <a:ext cx="23261" cy="9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 flipV="1">
            <a:off x="3385150" y="694303"/>
            <a:ext cx="21922" cy="25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3364873" y="694303"/>
            <a:ext cx="20277" cy="19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 flipV="1">
            <a:off x="3342664" y="694648"/>
            <a:ext cx="22209" cy="15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>
            <a:off x="3321155" y="694648"/>
            <a:ext cx="21509" cy="2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300527" y="697016"/>
            <a:ext cx="20628" cy="2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>
            <a:off x="3279448" y="697016"/>
            <a:ext cx="21079" cy="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 flipV="1">
            <a:off x="3257283" y="695792"/>
            <a:ext cx="22165" cy="1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4478" y="695792"/>
            <a:ext cx="2805" cy="214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47952" y="717279"/>
            <a:ext cx="6526" cy="20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3657" y="737412"/>
            <a:ext cx="4295" cy="219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41414" y="759376"/>
            <a:ext cx="2243" cy="216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42" y="781066"/>
            <a:ext cx="5672" cy="224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386545" y="803508"/>
            <a:ext cx="557" cy="201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3386545" y="823617"/>
            <a:ext cx="557" cy="229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45" y="846595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407771" y="825465"/>
            <a:ext cx="319" cy="21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407771" y="803508"/>
            <a:ext cx="319" cy="21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 flipV="1">
            <a:off x="3365385" y="846468"/>
            <a:ext cx="21160" cy="1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74" y="846468"/>
            <a:ext cx="21711" cy="25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74" y="871546"/>
            <a:ext cx="4094" cy="73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 flipV="1">
            <a:off x="3347634" y="856314"/>
            <a:ext cx="134" cy="225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7634" y="840747"/>
            <a:ext cx="17793" cy="155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5427" y="836263"/>
            <a:ext cx="19814" cy="44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408090" y="846595"/>
            <a:ext cx="22998" cy="4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31088" y="847024"/>
            <a:ext cx="19871" cy="245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66" y="871545"/>
            <a:ext cx="4093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3446866" y="857483"/>
            <a:ext cx="340" cy="214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29249" y="839717"/>
            <a:ext cx="17957" cy="177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393" y="836263"/>
            <a:ext cx="19856" cy="3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343459" y="885371"/>
            <a:ext cx="20858" cy="11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3364317" y="885304"/>
            <a:ext cx="21208" cy="1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385525" y="885304"/>
            <a:ext cx="22575" cy="8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3408100" y="885132"/>
            <a:ext cx="22084" cy="1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430184" y="885132"/>
            <a:ext cx="20992" cy="2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7621" y="885371"/>
            <a:ext cx="3555" cy="226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2898" y="908039"/>
            <a:ext cx="4723" cy="207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405" y="928808"/>
            <a:ext cx="2493" cy="21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3418894" y="948691"/>
            <a:ext cx="21511" cy="13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>
            <a:off x="3396195" y="948691"/>
            <a:ext cx="22699" cy="12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376674" y="948938"/>
            <a:ext cx="19521" cy="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354231" y="948938"/>
            <a:ext cx="22443" cy="10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49345" y="928164"/>
            <a:ext cx="4886" cy="218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6535" y="906284"/>
            <a:ext cx="2810" cy="218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59" y="885371"/>
            <a:ext cx="3076" cy="209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2904233" y="1445359"/>
            <a:ext cx="62" cy="20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8532" y="1427039"/>
            <a:ext cx="15701" cy="183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59" y="1416484"/>
            <a:ext cx="24673" cy="105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38318" y="1416484"/>
            <a:ext cx="25541" cy="52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1472" y="1421758"/>
            <a:ext cx="16846" cy="172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75" y="1438994"/>
            <a:ext cx="9797" cy="243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75" y="1463369"/>
            <a:ext cx="5045" cy="253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6720" y="1488719"/>
            <a:ext cx="15611" cy="166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2331" y="1505409"/>
            <a:ext cx="26229" cy="101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60" y="1508778"/>
            <a:ext cx="23737" cy="67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2297" y="1494446"/>
            <a:ext cx="18756" cy="143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1053" y="1468667"/>
            <a:ext cx="9691" cy="257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5892" y="1444473"/>
            <a:ext cx="16862" cy="150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1115" y="1459554"/>
            <a:ext cx="14777" cy="157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69" y="1475260"/>
            <a:ext cx="11446" cy="122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65" y="1444473"/>
            <a:ext cx="15845" cy="141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5510" y="1458598"/>
            <a:ext cx="14388" cy="1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69898" y="1475746"/>
            <a:ext cx="12852" cy="118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2363" y="1493713"/>
            <a:ext cx="15842" cy="127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6092" y="1506436"/>
            <a:ext cx="16271" cy="155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8748" y="1522029"/>
            <a:ext cx="17344" cy="11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2061" y="1533640"/>
            <a:ext cx="16687" cy="138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6759" y="1547486"/>
            <a:ext cx="15302" cy="155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29028" y="1563038"/>
            <a:ext cx="17731" cy="137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2453" y="1576835"/>
            <a:ext cx="16575" cy="158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7011" y="1592650"/>
            <a:ext cx="15442" cy="121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79762" y="1604825"/>
            <a:ext cx="17249" cy="150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90" y="1619839"/>
            <a:ext cx="16472" cy="122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90" y="1632095"/>
            <a:ext cx="13779" cy="160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7069" y="1648115"/>
            <a:ext cx="13300" cy="18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90369" y="1666340"/>
            <a:ext cx="14393" cy="138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4762" y="1680178"/>
            <a:ext cx="13633" cy="20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8395" y="1700252"/>
            <a:ext cx="14004" cy="144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3627" y="1714686"/>
            <a:ext cx="18772" cy="10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4373" y="1725124"/>
            <a:ext cx="19254" cy="117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6907" y="1736858"/>
            <a:ext cx="17466" cy="104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7476" y="1747356"/>
            <a:ext cx="19431" cy="12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46" y="1759704"/>
            <a:ext cx="18330" cy="88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75" y="1632192"/>
            <a:ext cx="4129" cy="204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7304" y="1652608"/>
            <a:ext cx="3224" cy="214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70528" y="1674008"/>
            <a:ext cx="4303" cy="20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4831" y="1694353"/>
            <a:ext cx="3302" cy="227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59797" y="1717054"/>
            <a:ext cx="18336" cy="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42578" y="1726863"/>
            <a:ext cx="17219" cy="117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0914" y="1738653"/>
            <a:ext cx="21664" cy="109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1669" y="1749595"/>
            <a:ext cx="19245" cy="101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67" y="1759720"/>
            <a:ext cx="16802" cy="111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96" y="1535254"/>
            <a:ext cx="16210" cy="144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4906" y="1549719"/>
            <a:ext cx="17488" cy="139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2394" y="1563669"/>
            <a:ext cx="14801" cy="12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7195" y="1576076"/>
            <a:ext cx="15692" cy="14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2887" y="1591021"/>
            <a:ext cx="18303" cy="134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90" y="1594249"/>
            <a:ext cx="19651" cy="10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80841" y="1582018"/>
            <a:ext cx="18198" cy="12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899039" y="1572184"/>
            <a:ext cx="18132" cy="98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96" y="1514143"/>
            <a:ext cx="4262" cy="211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2958" y="1492649"/>
            <a:ext cx="3117" cy="214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6075" y="1472439"/>
            <a:ext cx="3526" cy="202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9601" y="1450777"/>
            <a:ext cx="4482" cy="21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4083" y="1430528"/>
            <a:ext cx="4332" cy="202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8415" y="1407301"/>
            <a:ext cx="2129" cy="232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0544" y="1385701"/>
            <a:ext cx="5639" cy="216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6183" y="1365530"/>
            <a:ext cx="2437" cy="20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5435" y="1693872"/>
            <a:ext cx="15987" cy="28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08311" y="1696761"/>
            <a:ext cx="27124" cy="187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3190" y="1715488"/>
            <a:ext cx="15121" cy="17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 flipV="1">
            <a:off x="2779116" y="1733254"/>
            <a:ext cx="14074" cy="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57508" y="1733254"/>
            <a:ext cx="21608" cy="132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37817" y="1746527"/>
            <a:ext cx="19691" cy="19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14180" y="1765866"/>
            <a:ext cx="23637" cy="20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704177" y="1767894"/>
            <a:ext cx="10003" cy="72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78490" y="1775156"/>
            <a:ext cx="25687" cy="10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62576" y="1785865"/>
            <a:ext cx="15914" cy="210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639243" y="1806920"/>
            <a:ext cx="23333" cy="23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28565" y="1809255"/>
            <a:ext cx="10678" cy="217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611534" y="1830962"/>
            <a:ext cx="17031" cy="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88786" y="1831055"/>
            <a:ext cx="22748" cy="107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77577" y="1841845"/>
            <a:ext cx="11209" cy="1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54692" y="1859918"/>
            <a:ext cx="22885" cy="13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30731" y="1861296"/>
            <a:ext cx="23961" cy="184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11234" y="1879739"/>
            <a:ext cx="19497" cy="8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499844" y="1888461"/>
            <a:ext cx="11390" cy="104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91" y="1898877"/>
            <a:ext cx="21153" cy="101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4187" y="1693872"/>
            <a:ext cx="19518" cy="103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702548" y="1704221"/>
            <a:ext cx="21639" cy="196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 flipV="1">
            <a:off x="2689813" y="1719341"/>
            <a:ext cx="12735" cy="45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73937" y="1719341"/>
            <a:ext cx="15876" cy="174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641260" y="1736824"/>
            <a:ext cx="32677" cy="78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32762" y="1744657"/>
            <a:ext cx="8498" cy="18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 flipV="1">
            <a:off x="2613228" y="1762164"/>
            <a:ext cx="19534" cy="1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97980" y="1762164"/>
            <a:ext cx="15248" cy="21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74269" y="1783378"/>
            <a:ext cx="23711" cy="15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62239" y="1784927"/>
            <a:ext cx="12030" cy="118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32602" y="1796820"/>
            <a:ext cx="29637" cy="17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518830" y="1814098"/>
            <a:ext cx="13772" cy="93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505156" y="1823489"/>
            <a:ext cx="13674" cy="122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78250" y="1835708"/>
            <a:ext cx="26906" cy="8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66988" y="1843715"/>
            <a:ext cx="11262" cy="35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44460" y="1847241"/>
            <a:ext cx="22528" cy="207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21187" y="1868022"/>
            <a:ext cx="23273" cy="107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408690" y="1878764"/>
            <a:ext cx="12497" cy="5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90626" y="1884544"/>
            <a:ext cx="18064" cy="209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74" y="1905482"/>
            <a:ext cx="19652" cy="3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64" y="611751"/>
            <a:ext cx="3551431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29" y="611774"/>
            <a:ext cx="2470766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913" y="849436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913" y="902438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913" y="955440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695" y="822608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695" y="875603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695" y="928605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695" y="981607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87" y="1507066"/>
            <a:ext cx="2808408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87" y="1578999"/>
            <a:ext cx="2808408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08010" y="1959415"/>
            <a:ext cx="537738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5642556" y="3150706"/>
            <a:ext cx="1428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58580" y="1146702"/>
            <a:ext cx="22295" cy="13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0875" y="1146702"/>
            <a:ext cx="19707" cy="26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0582" y="1148666"/>
            <a:ext cx="21326" cy="7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1908" y="1147263"/>
            <a:ext cx="24160" cy="1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246068" y="1147263"/>
            <a:ext cx="20233" cy="21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266301" y="1147406"/>
            <a:ext cx="21766" cy="20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88067" y="1146818"/>
            <a:ext cx="20349" cy="5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08416" y="1146818"/>
            <a:ext cx="23771" cy="24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2187" y="1146572"/>
            <a:ext cx="21676" cy="27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353863" y="1146572"/>
            <a:ext cx="18918" cy="11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72781" y="1147765"/>
            <a:ext cx="22730" cy="6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95511" y="1148403"/>
            <a:ext cx="22719" cy="4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18230" y="1147270"/>
            <a:ext cx="21028" cy="15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439258" y="1147270"/>
            <a:ext cx="22118" cy="18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461376" y="1148008"/>
            <a:ext cx="20355" cy="1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80409" y="1127865"/>
            <a:ext cx="1322" cy="201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7410" y="1105670"/>
            <a:ext cx="2999" cy="221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4700" y="1082956"/>
            <a:ext cx="2710" cy="227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0627" y="1063408"/>
            <a:ext cx="4073" cy="195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7193" y="1041867"/>
            <a:ext cx="3434" cy="21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4903" y="1018960"/>
            <a:ext cx="2290" cy="229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4309" y="998445"/>
            <a:ext cx="594" cy="20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90" y="975666"/>
            <a:ext cx="4119" cy="227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437901" y="975666"/>
            <a:ext cx="22289" cy="6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2417877" y="975379"/>
            <a:ext cx="20024" cy="9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395398" y="975379"/>
            <a:ext cx="22479" cy="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373438" y="975383"/>
            <a:ext cx="21960" cy="1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352987" y="974520"/>
            <a:ext cx="20451" cy="8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331120" y="974520"/>
            <a:ext cx="21867" cy="2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308681" y="974730"/>
            <a:ext cx="22439" cy="4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288409" y="975080"/>
            <a:ext cx="20272" cy="1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264954" y="975080"/>
            <a:ext cx="23455" cy="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243581" y="975219"/>
            <a:ext cx="21373" cy="11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2222663" y="974858"/>
            <a:ext cx="20918" cy="3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2202563" y="974351"/>
            <a:ext cx="20100" cy="5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180122" y="974351"/>
            <a:ext cx="22441" cy="13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7305" y="975661"/>
            <a:ext cx="2817" cy="221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5656" y="997772"/>
            <a:ext cx="1649" cy="206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3400" y="1018391"/>
            <a:ext cx="2256" cy="209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70595" y="1039300"/>
            <a:ext cx="2805" cy="235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5961" y="1062828"/>
            <a:ext cx="4634" cy="210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4660" y="1083905"/>
            <a:ext cx="1301" cy="204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0848" y="1104383"/>
            <a:ext cx="3812" cy="204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80" y="1124840"/>
            <a:ext cx="2268" cy="231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201666" y="955378"/>
            <a:ext cx="739" cy="202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2405" y="932581"/>
            <a:ext cx="209" cy="227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2200239" y="910695"/>
            <a:ext cx="2375" cy="218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200239" y="888413"/>
            <a:ext cx="681" cy="222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200920" y="867997"/>
            <a:ext cx="492" cy="204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201412" y="846638"/>
            <a:ext cx="733" cy="21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2201934" y="825421"/>
            <a:ext cx="211" cy="212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2201666" y="803313"/>
            <a:ext cx="268" cy="221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23211" y="953199"/>
            <a:ext cx="201" cy="22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222127" y="932871"/>
            <a:ext cx="1285" cy="203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222127" y="909793"/>
            <a:ext cx="1607" cy="23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221993" y="888611"/>
            <a:ext cx="1741" cy="211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221993" y="867733"/>
            <a:ext cx="2336" cy="20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2223056" y="845600"/>
            <a:ext cx="1273" cy="22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223056" y="823682"/>
            <a:ext cx="1431" cy="219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2223211" y="803313"/>
            <a:ext cx="1276" cy="203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38645" y="954960"/>
            <a:ext cx="581" cy="207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439226" y="933527"/>
            <a:ext cx="269" cy="214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2437499" y="909565"/>
            <a:ext cx="1996" cy="239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437499" y="889605"/>
            <a:ext cx="102" cy="199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437601" y="868402"/>
            <a:ext cx="2383" cy="212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39984" y="845168"/>
            <a:ext cx="77" cy="232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2438318" y="825561"/>
            <a:ext cx="1743" cy="196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38318" y="803313"/>
            <a:ext cx="327" cy="222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17100" y="952756"/>
            <a:ext cx="1205" cy="229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16228" y="932153"/>
            <a:ext cx="2077" cy="20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416228" y="911524"/>
            <a:ext cx="808" cy="206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2415802" y="890435"/>
            <a:ext cx="1234" cy="210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415802" y="868556"/>
            <a:ext cx="100" cy="218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415902" y="847353"/>
            <a:ext cx="56" cy="212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415958" y="824764"/>
            <a:ext cx="1481" cy="225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2417100" y="803313"/>
            <a:ext cx="339" cy="214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158580" y="803019"/>
            <a:ext cx="20544" cy="2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179124" y="803019"/>
            <a:ext cx="22520" cy="8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201644" y="803853"/>
            <a:ext cx="20699" cy="5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222343" y="803335"/>
            <a:ext cx="21403" cy="11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43746" y="803335"/>
            <a:ext cx="21211" cy="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264957" y="803878"/>
            <a:ext cx="23875" cy="7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288832" y="803061"/>
            <a:ext cx="20759" cy="15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309591" y="803061"/>
            <a:ext cx="20697" cy="3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330288" y="802908"/>
            <a:ext cx="21576" cy="5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351864" y="802908"/>
            <a:ext cx="22516" cy="9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374380" y="803837"/>
            <a:ext cx="20569" cy="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394949" y="802117"/>
            <a:ext cx="21209" cy="1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416158" y="802117"/>
            <a:ext cx="22943" cy="19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439101" y="801944"/>
            <a:ext cx="20840" cy="21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59941" y="801944"/>
            <a:ext cx="21790" cy="13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7193" y="781217"/>
            <a:ext cx="4538" cy="22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1955" y="760287"/>
            <a:ext cx="5238" cy="209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70624" y="741073"/>
            <a:ext cx="1331" cy="19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4594" y="719438"/>
            <a:ext cx="6030" cy="216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90" y="695608"/>
            <a:ext cx="4404" cy="238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2437195" y="695608"/>
            <a:ext cx="22995" cy="3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 flipV="1">
            <a:off x="2416142" y="694383"/>
            <a:ext cx="21053" cy="15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2395212" y="694383"/>
            <a:ext cx="20930" cy="1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2374443" y="695529"/>
            <a:ext cx="20769" cy="1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 flipV="1">
            <a:off x="2353623" y="695111"/>
            <a:ext cx="20820" cy="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2332019" y="695111"/>
            <a:ext cx="21604" cy="8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2309640" y="695956"/>
            <a:ext cx="22379" cy="11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2288557" y="695548"/>
            <a:ext cx="21083" cy="15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 flipV="1">
            <a:off x="2264980" y="695274"/>
            <a:ext cx="23577" cy="2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2244101" y="695274"/>
            <a:ext cx="20879" cy="4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24003" y="695770"/>
            <a:ext cx="20098" cy="13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2200852" y="694756"/>
            <a:ext cx="23151" cy="23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122" y="694756"/>
            <a:ext cx="20730" cy="8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6826" y="695596"/>
            <a:ext cx="3296" cy="199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0778" y="715501"/>
            <a:ext cx="6048" cy="226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8800" y="738175"/>
            <a:ext cx="1978" cy="208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2583" y="758990"/>
            <a:ext cx="6217" cy="199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80" y="778926"/>
            <a:ext cx="4003" cy="243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309383" y="803313"/>
            <a:ext cx="1397" cy="20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2309383" y="823576"/>
            <a:ext cx="1397" cy="228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83" y="846399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330928" y="824283"/>
            <a:ext cx="82" cy="221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2330928" y="803313"/>
            <a:ext cx="82" cy="209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2286367" y="846399"/>
            <a:ext cx="23016" cy="1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512" y="847861"/>
            <a:ext cx="19855" cy="234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512" y="871350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270607" y="856997"/>
            <a:ext cx="822" cy="217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71429" y="839234"/>
            <a:ext cx="16087" cy="177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7516" y="836067"/>
            <a:ext cx="20564" cy="31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330928" y="846399"/>
            <a:ext cx="21034" cy="1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1962" y="846556"/>
            <a:ext cx="21836" cy="247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704" y="871350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369704" y="856847"/>
            <a:ext cx="1140" cy="21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3021" y="839711"/>
            <a:ext cx="17823" cy="17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231" y="836067"/>
            <a:ext cx="20790" cy="36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266297" y="884367"/>
            <a:ext cx="20654" cy="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286951" y="883709"/>
            <a:ext cx="23103" cy="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310054" y="883709"/>
            <a:ext cx="22110" cy="15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332164" y="883669"/>
            <a:ext cx="21708" cy="16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53872" y="883669"/>
            <a:ext cx="20142" cy="15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70340" y="885176"/>
            <a:ext cx="3674" cy="210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7152" y="906275"/>
            <a:ext cx="3188" cy="208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44" y="927111"/>
            <a:ext cx="3908" cy="226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340688" y="949802"/>
            <a:ext cx="22556" cy="10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 flipV="1">
            <a:off x="2320134" y="949277"/>
            <a:ext cx="20554" cy="16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299596" y="949277"/>
            <a:ext cx="20538" cy="2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2277069" y="949806"/>
            <a:ext cx="22527" cy="15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2254" y="929437"/>
            <a:ext cx="4815" cy="203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69469" y="908625"/>
            <a:ext cx="2785" cy="208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97" y="885176"/>
            <a:ext cx="3172" cy="234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235742" y="1147109"/>
            <a:ext cx="21225" cy="10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6967" y="1147109"/>
            <a:ext cx="21898" cy="1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278865" y="1148143"/>
            <a:ext cx="21442" cy="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300307" y="1148143"/>
            <a:ext cx="21166" cy="8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321473" y="1149010"/>
            <a:ext cx="23467" cy="5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344940" y="1148203"/>
            <a:ext cx="19629" cy="13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364569" y="1146825"/>
            <a:ext cx="21491" cy="13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386060" y="1146825"/>
            <a:ext cx="20795" cy="10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06855" y="1147906"/>
            <a:ext cx="21752" cy="15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428607" y="1148591"/>
            <a:ext cx="22318" cy="8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450925" y="1148126"/>
            <a:ext cx="21285" cy="4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472210" y="1147014"/>
            <a:ext cx="22569" cy="11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494779" y="1147014"/>
            <a:ext cx="22426" cy="4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517205" y="1147484"/>
            <a:ext cx="18681" cy="12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535886" y="1148123"/>
            <a:ext cx="23007" cy="5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6006" y="1126439"/>
            <a:ext cx="2887" cy="216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2878" y="1105983"/>
            <a:ext cx="3128" cy="20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50947" y="1084103"/>
            <a:ext cx="1931" cy="218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7078" y="1064073"/>
            <a:ext cx="3869" cy="200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5401" y="1042391"/>
            <a:ext cx="1677" cy="216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2967" y="1020674"/>
            <a:ext cx="2434" cy="217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41016" y="997293"/>
            <a:ext cx="1951" cy="23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52" y="975780"/>
            <a:ext cx="3664" cy="215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515508" y="975780"/>
            <a:ext cx="21844" cy="12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 flipV="1">
            <a:off x="3494283" y="974330"/>
            <a:ext cx="21225" cy="26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>
            <a:off x="3471913" y="974330"/>
            <a:ext cx="22370" cy="18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451624" y="976161"/>
            <a:ext cx="20289" cy="4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428386" y="975727"/>
            <a:ext cx="23238" cy="8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3408990" y="975727"/>
            <a:ext cx="19396" cy="4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386412" y="976150"/>
            <a:ext cx="22578" cy="6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 flipV="1">
            <a:off x="3364601" y="975301"/>
            <a:ext cx="21811" cy="14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344522" y="975145"/>
            <a:ext cx="20079" cy="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3321638" y="975145"/>
            <a:ext cx="22884" cy="8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3301302" y="975959"/>
            <a:ext cx="20336" cy="8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 flipV="1">
            <a:off x="3277521" y="976265"/>
            <a:ext cx="23781" cy="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 flipV="1">
            <a:off x="3257283" y="975775"/>
            <a:ext cx="20238" cy="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3389" y="975775"/>
            <a:ext cx="3894" cy="2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2148" y="998114"/>
            <a:ext cx="1241" cy="19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49333" y="1017938"/>
            <a:ext cx="2815" cy="206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6307" y="1038583"/>
            <a:ext cx="3026" cy="232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4814" y="1061831"/>
            <a:ext cx="1493" cy="213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42698" y="1083216"/>
            <a:ext cx="2116" cy="211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239766" y="1104317"/>
            <a:ext cx="2932" cy="212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42" y="1125568"/>
            <a:ext cx="4024" cy="225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3278100" y="955155"/>
            <a:ext cx="728" cy="206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78100" y="932128"/>
            <a:ext cx="824" cy="230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78924" y="910650"/>
            <a:ext cx="884" cy="214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 flipV="1">
            <a:off x="3278400" y="890052"/>
            <a:ext cx="1408" cy="205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278400" y="868451"/>
            <a:ext cx="395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278795" y="846944"/>
            <a:ext cx="344" cy="215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279139" y="826467"/>
            <a:ext cx="1144" cy="204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 flipV="1">
            <a:off x="3278828" y="803427"/>
            <a:ext cx="1455" cy="230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00373" y="955744"/>
            <a:ext cx="380" cy="20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00753" y="933649"/>
            <a:ext cx="1005" cy="220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 flipV="1">
            <a:off x="3300652" y="911307"/>
            <a:ext cx="1106" cy="22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00652" y="890093"/>
            <a:ext cx="1172" cy="21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300381" y="867612"/>
            <a:ext cx="1443" cy="224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 flipV="1">
            <a:off x="3299774" y="845639"/>
            <a:ext cx="607" cy="219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299774" y="824586"/>
            <a:ext cx="1381" cy="210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 flipV="1">
            <a:off x="3300373" y="803427"/>
            <a:ext cx="782" cy="211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515231" y="954687"/>
            <a:ext cx="576" cy="210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5231" y="931614"/>
            <a:ext cx="1598" cy="23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3514437" y="910163"/>
            <a:ext cx="2392" cy="214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14437" y="888146"/>
            <a:ext cx="343" cy="220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14780" y="866598"/>
            <a:ext cx="803" cy="215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515583" y="845730"/>
            <a:ext cx="1130" cy="20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16713" y="824528"/>
            <a:ext cx="285" cy="212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3515807" y="803427"/>
            <a:ext cx="1191" cy="211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94262" y="955120"/>
            <a:ext cx="886" cy="206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495013" y="933972"/>
            <a:ext cx="135" cy="21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493877" y="912397"/>
            <a:ext cx="1136" cy="215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93877" y="889171"/>
            <a:ext cx="1627" cy="232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 flipV="1">
            <a:off x="3492830" y="868206"/>
            <a:ext cx="2674" cy="20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92830" y="847544"/>
            <a:ext cx="403" cy="20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93233" y="825446"/>
            <a:ext cx="1363" cy="220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494262" y="803427"/>
            <a:ext cx="334" cy="220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235742" y="802335"/>
            <a:ext cx="21434" cy="10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257176" y="802335"/>
            <a:ext cx="21177" cy="6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278353" y="802979"/>
            <a:ext cx="22416" cy="15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300769" y="803273"/>
            <a:ext cx="22345" cy="1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23114" y="803273"/>
            <a:ext cx="20445" cy="11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343559" y="803657"/>
            <a:ext cx="22826" cy="7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366385" y="802904"/>
            <a:ext cx="20454" cy="7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386839" y="802904"/>
            <a:ext cx="20005" cy="19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406844" y="803811"/>
            <a:ext cx="21641" cy="10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428485" y="803439"/>
            <a:ext cx="21610" cy="3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450095" y="803157"/>
            <a:ext cx="23755" cy="2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473850" y="803157"/>
            <a:ext cx="20509" cy="4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494359" y="802489"/>
            <a:ext cx="20516" cy="10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514875" y="802489"/>
            <a:ext cx="21697" cy="11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6572" y="803427"/>
            <a:ext cx="22321" cy="2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5555" y="781129"/>
            <a:ext cx="3338" cy="222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51188" y="760098"/>
            <a:ext cx="4367" cy="21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5419" y="739163"/>
            <a:ext cx="5769" cy="209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0491" y="717945"/>
            <a:ext cx="4928" cy="212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52" y="695722"/>
            <a:ext cx="3139" cy="222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516541" y="695722"/>
            <a:ext cx="20811" cy="1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 flipV="1">
            <a:off x="3494999" y="694815"/>
            <a:ext cx="21542" cy="20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>
            <a:off x="3472224" y="694815"/>
            <a:ext cx="22775" cy="1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 flipV="1">
            <a:off x="3452267" y="695032"/>
            <a:ext cx="19957" cy="13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428450" y="695032"/>
            <a:ext cx="23817" cy="16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 flipV="1">
            <a:off x="3407709" y="696236"/>
            <a:ext cx="20741" cy="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 flipV="1">
            <a:off x="3387036" y="695961"/>
            <a:ext cx="20673" cy="2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 flipV="1">
            <a:off x="3365508" y="694283"/>
            <a:ext cx="21528" cy="16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341988" y="694283"/>
            <a:ext cx="23520" cy="12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>
            <a:off x="3320844" y="695538"/>
            <a:ext cx="21144" cy="11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301182" y="696664"/>
            <a:ext cx="19662" cy="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 flipV="1">
            <a:off x="3279151" y="696027"/>
            <a:ext cx="22031" cy="6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 flipV="1">
            <a:off x="3257283" y="695710"/>
            <a:ext cx="21868" cy="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2464" y="695710"/>
            <a:ext cx="4819" cy="19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47704" y="715432"/>
            <a:ext cx="4760" cy="23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5278" y="739033"/>
            <a:ext cx="2426" cy="208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39771" y="759860"/>
            <a:ext cx="5507" cy="209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42" y="780761"/>
            <a:ext cx="4029" cy="226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386545" y="803427"/>
            <a:ext cx="1398" cy="20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3386545" y="824039"/>
            <a:ext cx="1398" cy="224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45" y="846513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3408090" y="825244"/>
            <a:ext cx="427" cy="212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H="1" flipV="1">
            <a:off x="3408090" y="803427"/>
            <a:ext cx="427" cy="218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364371" y="846513"/>
            <a:ext cx="22174" cy="8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74" y="847333"/>
            <a:ext cx="20697" cy="241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74" y="871464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3347768" y="856462"/>
            <a:ext cx="17" cy="223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7785" y="839704"/>
            <a:ext cx="18089" cy="167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5874" y="836181"/>
            <a:ext cx="19367" cy="35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408090" y="846513"/>
            <a:ext cx="20129" cy="7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28219" y="847285"/>
            <a:ext cx="22740" cy="24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66" y="871464"/>
            <a:ext cx="4093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3446471" y="855806"/>
            <a:ext cx="395" cy="230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30958" y="841021"/>
            <a:ext cx="15513" cy="147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393" y="836181"/>
            <a:ext cx="21565" cy="48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3343459" y="883985"/>
            <a:ext cx="21370" cy="13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364829" y="883985"/>
            <a:ext cx="21859" cy="16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3386688" y="884502"/>
            <a:ext cx="20592" cy="11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407280" y="884502"/>
            <a:ext cx="21040" cy="16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3428320" y="885290"/>
            <a:ext cx="22856" cy="8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8152" y="885290"/>
            <a:ext cx="3024" cy="215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3004" y="906829"/>
            <a:ext cx="5148" cy="217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405" y="928603"/>
            <a:ext cx="2599" cy="213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3419778" y="949869"/>
            <a:ext cx="20627" cy="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>
            <a:off x="3398665" y="949869"/>
            <a:ext cx="21113" cy="5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375357" y="948991"/>
            <a:ext cx="23308" cy="14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354231" y="948991"/>
            <a:ext cx="21126" cy="9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51478" y="928700"/>
            <a:ext cx="2753" cy="212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8105" y="908049"/>
            <a:ext cx="3373" cy="206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59" y="885290"/>
            <a:ext cx="4646" cy="227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04295" y="1443805"/>
            <a:ext cx="529" cy="22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6752" y="1425844"/>
            <a:ext cx="18072" cy="179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59" y="1416479"/>
            <a:ext cx="22893" cy="93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38201" y="1416479"/>
            <a:ext cx="25658" cy="67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1062" y="1423180"/>
            <a:ext cx="17139" cy="168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75" y="1440003"/>
            <a:ext cx="9387" cy="23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75" y="1463363"/>
            <a:ext cx="5730" cy="23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7405" y="1486829"/>
            <a:ext cx="15038" cy="194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2443" y="1506307"/>
            <a:ext cx="26117" cy="92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60" y="1509679"/>
            <a:ext cx="25211" cy="5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3771" y="1494578"/>
            <a:ext cx="16501" cy="151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0272" y="1468662"/>
            <a:ext cx="10472" cy="259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6318" y="1444468"/>
            <a:ext cx="16436" cy="150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2753" y="1459517"/>
            <a:ext cx="13565" cy="149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69" y="1474457"/>
            <a:ext cx="13084" cy="13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65" y="1444468"/>
            <a:ext cx="16800" cy="146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6465" y="1459164"/>
            <a:ext cx="12874" cy="163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69339" y="1475498"/>
            <a:ext cx="13411" cy="120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2040" y="1493708"/>
            <a:ext cx="16165" cy="147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5215" y="1508502"/>
            <a:ext cx="16825" cy="136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7264" y="1522171"/>
            <a:ext cx="17951" cy="133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4008" y="1535563"/>
            <a:ext cx="13256" cy="136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5117" y="1549248"/>
            <a:ext cx="18891" cy="123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29124" y="1561647"/>
            <a:ext cx="15993" cy="154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3235" y="1577108"/>
            <a:ext cx="15889" cy="131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6047" y="1590274"/>
            <a:ext cx="17188" cy="143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80372" y="1604668"/>
            <a:ext cx="15675" cy="129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90" y="1617628"/>
            <a:ext cx="17082" cy="14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90" y="1632090"/>
            <a:ext cx="14152" cy="15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7442" y="1647631"/>
            <a:ext cx="13539" cy="172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90981" y="1664867"/>
            <a:ext cx="14014" cy="177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4995" y="1682653"/>
            <a:ext cx="14891" cy="163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9886" y="1698993"/>
            <a:ext cx="12513" cy="156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4141" y="1714680"/>
            <a:ext cx="18258" cy="107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4492" y="1725474"/>
            <a:ext cx="19649" cy="108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5897" y="1736322"/>
            <a:ext cx="18595" cy="106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8201" y="1746982"/>
            <a:ext cx="17696" cy="10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46" y="1757909"/>
            <a:ext cx="19055" cy="106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75" y="1632187"/>
            <a:ext cx="3131" cy="205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6306" y="1652739"/>
            <a:ext cx="3144" cy="22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69450" y="1675350"/>
            <a:ext cx="4579" cy="217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4029" y="1697051"/>
            <a:ext cx="4104" cy="199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59711" y="1717049"/>
            <a:ext cx="18422" cy="97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42015" y="1726789"/>
            <a:ext cx="17696" cy="128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1532" y="1739624"/>
            <a:ext cx="20483" cy="95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5174" y="1749152"/>
            <a:ext cx="16358" cy="109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67" y="1760103"/>
            <a:ext cx="20307" cy="10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96" y="1535249"/>
            <a:ext cx="18136" cy="14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6832" y="1549405"/>
            <a:ext cx="14287" cy="14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1119" y="1564008"/>
            <a:ext cx="18542" cy="121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9661" y="1576116"/>
            <a:ext cx="15061" cy="149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4722" y="1591020"/>
            <a:ext cx="16468" cy="134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90" y="1594082"/>
            <a:ext cx="17160" cy="103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78350" y="1584982"/>
            <a:ext cx="19627" cy="9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897977" y="1572178"/>
            <a:ext cx="19194" cy="12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96" y="1514018"/>
            <a:ext cx="3642" cy="21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2338" y="1494264"/>
            <a:ext cx="4034" cy="197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6372" y="1470723"/>
            <a:ext cx="3673" cy="23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90045" y="1451590"/>
            <a:ext cx="4127" cy="19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4172" y="1429491"/>
            <a:ext cx="2330" cy="220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6502" y="1406659"/>
            <a:ext cx="4478" cy="22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0980" y="1386116"/>
            <a:ext cx="4554" cy="20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5534" y="1365525"/>
            <a:ext cx="3086" cy="205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0721" y="1693859"/>
            <a:ext cx="20701" cy="80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12649" y="1701949"/>
            <a:ext cx="18072" cy="156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7247" y="1717575"/>
            <a:ext cx="15402" cy="5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78853" y="1723236"/>
            <a:ext cx="18394" cy="145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59123" y="1737745"/>
            <a:ext cx="19730" cy="113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40907" y="1749127"/>
            <a:ext cx="18216" cy="69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26075" y="1756028"/>
            <a:ext cx="14832" cy="96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700378" y="1765717"/>
            <a:ext cx="25697" cy="163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75261" y="1782040"/>
            <a:ext cx="25117" cy="68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65340" y="1788859"/>
            <a:ext cx="9921" cy="187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642564" y="1807619"/>
            <a:ext cx="22776" cy="60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29316" y="1813684"/>
            <a:ext cx="13248" cy="1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610969" y="1813836"/>
            <a:ext cx="18347" cy="15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82230" y="1829644"/>
            <a:ext cx="28739" cy="15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71503" y="1844735"/>
            <a:ext cx="10727" cy="39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51887" y="1848681"/>
            <a:ext cx="19616" cy="13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27694" y="1862547"/>
            <a:ext cx="24193" cy="171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15326" y="1879708"/>
            <a:ext cx="12368" cy="19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498527" y="1881664"/>
            <a:ext cx="16799" cy="192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91" y="1900934"/>
            <a:ext cx="19836" cy="81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4262" y="1693859"/>
            <a:ext cx="19443" cy="166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699253" y="1710541"/>
            <a:ext cx="25009" cy="26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82206" y="1713148"/>
            <a:ext cx="17047" cy="15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65248" y="1728692"/>
            <a:ext cx="16958" cy="153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 flipV="1">
            <a:off x="2647086" y="1742688"/>
            <a:ext cx="18162" cy="13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36355" y="1742688"/>
            <a:ext cx="10731" cy="113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619131" y="1754023"/>
            <a:ext cx="17224" cy="202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93550" y="1774284"/>
            <a:ext cx="25581" cy="130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76037" y="1787383"/>
            <a:ext cx="17513" cy="63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66718" y="1793737"/>
            <a:ext cx="9319" cy="97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42918" y="1803479"/>
            <a:ext cx="23800" cy="4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525012" y="1807510"/>
            <a:ext cx="17906" cy="147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507779" y="1822249"/>
            <a:ext cx="17233" cy="128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80525" y="1835122"/>
            <a:ext cx="27254" cy="58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58718" y="1840999"/>
            <a:ext cx="21807" cy="145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52902" y="1855522"/>
            <a:ext cx="5816" cy="113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26305" y="1866896"/>
            <a:ext cx="26597" cy="177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413509" y="1884688"/>
            <a:ext cx="12796" cy="18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85394" y="1886519"/>
            <a:ext cx="28115" cy="71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74" y="1893684"/>
            <a:ext cx="14420" cy="153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64" y="611860"/>
            <a:ext cx="3551431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29" y="611753"/>
            <a:ext cx="2470766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913" y="849423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913" y="902425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913" y="955427"/>
            <a:ext cx="4117482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695" y="822596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695" y="875598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695" y="928600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695" y="981602"/>
            <a:ext cx="2166700" cy="70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87" y="1507060"/>
            <a:ext cx="2808408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87" y="1578986"/>
            <a:ext cx="2808408" cy="938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08010" y="1959403"/>
            <a:ext cx="537738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527265" y="2110075"/>
            <a:ext cx="52581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685100" y="2288035"/>
            <a:ext cx="51002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9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suitable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685100" y="2427215"/>
            <a:ext cx="51002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drinking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85100" y="2566394"/>
            <a:ext cx="51002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poisonous.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5642556" y="3150692"/>
            <a:ext cx="1428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58526" y="1148005"/>
            <a:ext cx="21694" cy="11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80220" y="1147862"/>
            <a:ext cx="22172" cy="13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2392" y="1146791"/>
            <a:ext cx="20379" cy="10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22771" y="1146791"/>
            <a:ext cx="21062" cy="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3833" y="1146992"/>
            <a:ext cx="20919" cy="4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64752" y="1146992"/>
            <a:ext cx="22954" cy="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87706" y="1146599"/>
            <a:ext cx="22436" cy="4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10142" y="1146599"/>
            <a:ext cx="21763" cy="6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331905" y="1147240"/>
            <a:ext cx="19800" cy="2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1705" y="1149224"/>
            <a:ext cx="22136" cy="1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73841" y="1147886"/>
            <a:ext cx="22950" cy="13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96791" y="1147088"/>
            <a:ext cx="21069" cy="7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17860" y="1146892"/>
            <a:ext cx="19835" cy="1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37695" y="1146660"/>
            <a:ext cx="21356" cy="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59051" y="1146660"/>
            <a:ext cx="22648" cy="1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79008" y="1125575"/>
            <a:ext cx="2691" cy="224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5089" y="1104807"/>
            <a:ext cx="3919" cy="207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3418" y="1083480"/>
            <a:ext cx="1671" cy="213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0109" y="1061347"/>
            <a:ext cx="3309" cy="22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8053" y="1041347"/>
            <a:ext cx="2056" cy="20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6086" y="1019075"/>
            <a:ext cx="1967" cy="222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2396" y="997715"/>
            <a:ext cx="3690" cy="21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56" y="975652"/>
            <a:ext cx="2240" cy="220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438264" y="975652"/>
            <a:ext cx="21892" cy="1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2416871" y="976654"/>
            <a:ext cx="21393" cy="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396440" y="976230"/>
            <a:ext cx="20431" cy="4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373255" y="974220"/>
            <a:ext cx="23185" cy="2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52335" y="974220"/>
            <a:ext cx="20920" cy="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331062" y="974833"/>
            <a:ext cx="21273" cy="12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308520" y="976090"/>
            <a:ext cx="22542" cy="9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289054" y="975994"/>
            <a:ext cx="19466" cy="10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265393" y="975994"/>
            <a:ext cx="23661" cy="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243302" y="975723"/>
            <a:ext cx="22091" cy="6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2223100" y="975409"/>
            <a:ext cx="20202" cy="3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2201228" y="975061"/>
            <a:ext cx="21872" cy="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180069" y="975061"/>
            <a:ext cx="21159" cy="5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7852" y="975646"/>
            <a:ext cx="2217" cy="205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5165" y="996244"/>
            <a:ext cx="2687" cy="215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1698" y="1017815"/>
            <a:ext cx="3467" cy="216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70040" y="1039434"/>
            <a:ext cx="1658" cy="217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7135" y="1061220"/>
            <a:ext cx="2905" cy="217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3023" y="1083013"/>
            <a:ext cx="4112" cy="209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2445" y="1103915"/>
            <a:ext cx="578" cy="222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26" y="1126158"/>
            <a:ext cx="3919" cy="218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 flipV="1">
            <a:off x="2200387" y="952850"/>
            <a:ext cx="1228" cy="22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0387" y="932099"/>
            <a:ext cx="106" cy="207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00493" y="912154"/>
            <a:ext cx="1297" cy="19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200425" y="890229"/>
            <a:ext cx="1365" cy="219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200425" y="867218"/>
            <a:ext cx="1667" cy="23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2201510" y="847243"/>
            <a:ext cx="582" cy="199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201510" y="824086"/>
            <a:ext cx="1018" cy="231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 flipV="1">
            <a:off x="2201615" y="803287"/>
            <a:ext cx="913" cy="207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2223131" y="955043"/>
            <a:ext cx="30" cy="20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23131" y="933471"/>
            <a:ext cx="859" cy="215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2223342" y="909810"/>
            <a:ext cx="648" cy="23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221650" y="890838"/>
            <a:ext cx="1692" cy="189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221650" y="867255"/>
            <a:ext cx="1767" cy="23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2222972" y="846737"/>
            <a:ext cx="445" cy="205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222972" y="823521"/>
            <a:ext cx="418" cy="232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2223161" y="803287"/>
            <a:ext cx="229" cy="202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38610" y="953593"/>
            <a:ext cx="1129" cy="220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2438340" y="933776"/>
            <a:ext cx="1399" cy="198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2437191" y="912331"/>
            <a:ext cx="1149" cy="214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437191" y="888345"/>
            <a:ext cx="830" cy="23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2437499" y="869223"/>
            <a:ext cx="522" cy="191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37499" y="847730"/>
            <a:ext cx="668" cy="214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38167" y="825010"/>
            <a:ext cx="42" cy="22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38209" y="803287"/>
            <a:ext cx="401" cy="217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2415564" y="954033"/>
            <a:ext cx="1500" cy="21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415564" y="933282"/>
            <a:ext cx="1983" cy="207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416891" y="909556"/>
            <a:ext cx="656" cy="237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416891" y="889209"/>
            <a:ext cx="788" cy="203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417679" y="868750"/>
            <a:ext cx="95" cy="204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2416243" y="846836"/>
            <a:ext cx="1531" cy="219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416243" y="825824"/>
            <a:ext cx="522" cy="21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16765" y="803287"/>
            <a:ext cx="299" cy="225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8526" y="803287"/>
            <a:ext cx="22726" cy="13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181252" y="804589"/>
            <a:ext cx="19508" cy="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200760" y="804037"/>
            <a:ext cx="22045" cy="5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222805" y="803835"/>
            <a:ext cx="21660" cy="2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244465" y="802737"/>
            <a:ext cx="21980" cy="10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266445" y="802094"/>
            <a:ext cx="20208" cy="6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286653" y="802094"/>
            <a:ext cx="21200" cy="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307853" y="801985"/>
            <a:ext cx="24400" cy="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332253" y="801985"/>
            <a:ext cx="20005" cy="6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352258" y="802639"/>
            <a:ext cx="23050" cy="8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375308" y="803470"/>
            <a:ext cx="20477" cy="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395785" y="803301"/>
            <a:ext cx="22402" cy="2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418187" y="803195"/>
            <a:ext cx="19483" cy="1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437670" y="802896"/>
            <a:ext cx="22675" cy="2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0345" y="802896"/>
            <a:ext cx="21354" cy="3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8764" y="783185"/>
            <a:ext cx="2935" cy="20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2567" y="761471"/>
            <a:ext cx="6197" cy="217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69625" y="740154"/>
            <a:ext cx="2942" cy="21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3952" y="719600"/>
            <a:ext cx="5673" cy="20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56" y="695575"/>
            <a:ext cx="3796" cy="240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 flipV="1">
            <a:off x="2438108" y="694668"/>
            <a:ext cx="22048" cy="9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418264" y="694668"/>
            <a:ext cx="19844" cy="16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2396269" y="696306"/>
            <a:ext cx="21995" cy="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2372648" y="694307"/>
            <a:ext cx="23621" cy="19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>
            <a:off x="2352164" y="694307"/>
            <a:ext cx="20484" cy="1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2332138" y="694472"/>
            <a:ext cx="20026" cy="12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>
            <a:off x="2310732" y="695753"/>
            <a:ext cx="21406" cy="8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 flipV="1">
            <a:off x="2288036" y="694828"/>
            <a:ext cx="22696" cy="18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267138" y="694828"/>
            <a:ext cx="20898" cy="7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2244718" y="694898"/>
            <a:ext cx="22420" cy="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21766" y="694898"/>
            <a:ext cx="22952" cy="1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2202811" y="695208"/>
            <a:ext cx="18955" cy="11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069" y="695208"/>
            <a:ext cx="22742" cy="3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4728" y="695563"/>
            <a:ext cx="5341" cy="22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1322" y="717693"/>
            <a:ext cx="3406" cy="197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6847" y="737450"/>
            <a:ext cx="4475" cy="210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3853" y="758532"/>
            <a:ext cx="2994" cy="219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26" y="780491"/>
            <a:ext cx="5327" cy="22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309339" y="803287"/>
            <a:ext cx="980" cy="22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2309339" y="825443"/>
            <a:ext cx="980" cy="209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39" y="846376"/>
            <a:ext cx="215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330886" y="823998"/>
            <a:ext cx="1074" cy="223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2330886" y="803287"/>
            <a:ext cx="1074" cy="207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2288943" y="846376"/>
            <a:ext cx="20396" cy="4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465" y="846844"/>
            <a:ext cx="22478" cy="244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465" y="871329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270560" y="855747"/>
            <a:ext cx="918" cy="22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71478" y="839211"/>
            <a:ext cx="17817" cy="165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9295" y="836043"/>
            <a:ext cx="18741" cy="31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330886" y="846020"/>
            <a:ext cx="21978" cy="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2864" y="846020"/>
            <a:ext cx="20894" cy="253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664" y="871328"/>
            <a:ext cx="4094" cy="7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 flipV="1">
            <a:off x="2369083" y="857802"/>
            <a:ext cx="581" cy="208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2286" y="839866"/>
            <a:ext cx="16797" cy="179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188" y="836043"/>
            <a:ext cx="20098" cy="38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266250" y="883672"/>
            <a:ext cx="20338" cy="14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286588" y="883672"/>
            <a:ext cx="22810" cy="2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309398" y="884715"/>
            <a:ext cx="20318" cy="12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329716" y="884715"/>
            <a:ext cx="23019" cy="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52735" y="884945"/>
            <a:ext cx="21239" cy="2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70728" y="885155"/>
            <a:ext cx="3246" cy="225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6870" y="907688"/>
            <a:ext cx="3858" cy="194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03" y="927135"/>
            <a:ext cx="3667" cy="226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343160" y="949786"/>
            <a:ext cx="20043" cy="11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 flipV="1">
            <a:off x="2318627" y="948647"/>
            <a:ext cx="24533" cy="2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2299092" y="948604"/>
            <a:ext cx="19535" cy="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277023" y="948604"/>
            <a:ext cx="22069" cy="11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2607" y="929317"/>
            <a:ext cx="4416" cy="204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69714" y="907291"/>
            <a:ext cx="2893" cy="220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50" y="885155"/>
            <a:ext cx="3464" cy="22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235752" y="1147928"/>
            <a:ext cx="21704" cy="3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257456" y="1147928"/>
            <a:ext cx="20854" cy="12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278310" y="1148004"/>
            <a:ext cx="23076" cy="11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301386" y="1148004"/>
            <a:ext cx="22053" cy="1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323439" y="1148816"/>
            <a:ext cx="19507" cy="5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342946" y="1147301"/>
            <a:ext cx="23260" cy="1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366206" y="1146945"/>
            <a:ext cx="19078" cy="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385284" y="1146945"/>
            <a:ext cx="22066" cy="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407350" y="1146729"/>
            <a:ext cx="21246" cy="1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28596" y="1146729"/>
            <a:ext cx="22135" cy="21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450731" y="1148385"/>
            <a:ext cx="22972" cy="5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473703" y="1148385"/>
            <a:ext cx="20022" cy="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493725" y="1148456"/>
            <a:ext cx="21474" cy="8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515199" y="1147849"/>
            <a:ext cx="23684" cy="1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538883" y="1147849"/>
            <a:ext cx="20042" cy="3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6179" y="1125419"/>
            <a:ext cx="2746" cy="228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3057" y="1106397"/>
            <a:ext cx="3122" cy="190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51881" y="1082777"/>
            <a:ext cx="1176" cy="236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6802" y="1062482"/>
            <a:ext cx="5079" cy="202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4479" y="1040640"/>
            <a:ext cx="2323" cy="218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1655" y="1021606"/>
            <a:ext cx="2824" cy="190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38900" y="997336"/>
            <a:ext cx="2755" cy="242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82" y="975880"/>
            <a:ext cx="1518" cy="21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 flipV="1">
            <a:off x="3516567" y="975698"/>
            <a:ext cx="20815" cy="1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 flipV="1">
            <a:off x="3494561" y="975395"/>
            <a:ext cx="22006" cy="3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>
            <a:off x="3472266" y="975395"/>
            <a:ext cx="22295" cy="18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450761" y="977196"/>
            <a:ext cx="21505" cy="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428350" y="976117"/>
            <a:ext cx="22411" cy="1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 flipV="1">
            <a:off x="3408679" y="974887"/>
            <a:ext cx="19671" cy="1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 flipV="1">
            <a:off x="3385862" y="974402"/>
            <a:ext cx="22817" cy="4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3366088" y="974402"/>
            <a:ext cx="19774" cy="1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343594" y="975667"/>
            <a:ext cx="22494" cy="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 flipV="1">
            <a:off x="3322261" y="975165"/>
            <a:ext cx="21333" cy="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3301755" y="975165"/>
            <a:ext cx="20506" cy="14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 flipV="1">
            <a:off x="3278478" y="976102"/>
            <a:ext cx="23277" cy="5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 flipV="1">
            <a:off x="3257295" y="975874"/>
            <a:ext cx="21183" cy="2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3451" y="975874"/>
            <a:ext cx="3844" cy="201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2755" y="996027"/>
            <a:ext cx="696" cy="238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47918" y="1019898"/>
            <a:ext cx="4837" cy="195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6082" y="1039459"/>
            <a:ext cx="1836" cy="225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4904" y="1062026"/>
            <a:ext cx="1178" cy="21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39803" y="1083803"/>
            <a:ext cx="5101" cy="209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239769" y="1104800"/>
            <a:ext cx="34" cy="210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52" y="1125828"/>
            <a:ext cx="4017" cy="224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3278516" y="953019"/>
            <a:ext cx="325" cy="228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78516" y="931609"/>
            <a:ext cx="1579" cy="214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278281" y="909848"/>
            <a:ext cx="1814" cy="217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H="1" flipV="1">
            <a:off x="3278113" y="889044"/>
            <a:ext cx="168" cy="20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278113" y="866927"/>
            <a:ext cx="1693" cy="221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 flipV="1">
            <a:off x="3278713" y="846055"/>
            <a:ext cx="1093" cy="208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3278138" y="825277"/>
            <a:ext cx="575" cy="207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278138" y="803515"/>
            <a:ext cx="703" cy="217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00387" y="955643"/>
            <a:ext cx="335" cy="20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H="1" flipV="1">
            <a:off x="3299010" y="934020"/>
            <a:ext cx="1712" cy="216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299010" y="911893"/>
            <a:ext cx="530" cy="221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299540" y="889853"/>
            <a:ext cx="1980" cy="220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299159" y="869173"/>
            <a:ext cx="2361" cy="206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299159" y="847525"/>
            <a:ext cx="924" cy="216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 flipV="1">
            <a:off x="3299669" y="825456"/>
            <a:ext cx="414" cy="220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299669" y="803515"/>
            <a:ext cx="718" cy="219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515266" y="954564"/>
            <a:ext cx="569" cy="213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5266" y="931537"/>
            <a:ext cx="900" cy="230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3515160" y="912629"/>
            <a:ext cx="1006" cy="189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15160" y="889798"/>
            <a:ext cx="1768" cy="228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 flipV="1">
            <a:off x="3515034" y="866665"/>
            <a:ext cx="1894" cy="23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515034" y="848102"/>
            <a:ext cx="2261" cy="185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 flipV="1">
            <a:off x="3517067" y="824920"/>
            <a:ext cx="228" cy="231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3515835" y="803515"/>
            <a:ext cx="1232" cy="214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94289" y="953741"/>
            <a:ext cx="1027" cy="22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495316" y="933932"/>
            <a:ext cx="370" cy="1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495658" y="911262"/>
            <a:ext cx="28" cy="226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3493070" y="888759"/>
            <a:ext cx="2588" cy="225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93070" y="869614"/>
            <a:ext cx="1782" cy="191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94852" y="846770"/>
            <a:ext cx="205" cy="228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 flipV="1">
            <a:off x="3494902" y="825800"/>
            <a:ext cx="155" cy="209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494289" y="803515"/>
            <a:ext cx="613" cy="222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235752" y="803515"/>
            <a:ext cx="22398" cy="6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258150" y="804143"/>
            <a:ext cx="21221" cy="3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279371" y="803373"/>
            <a:ext cx="22303" cy="11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301674" y="803373"/>
            <a:ext cx="21259" cy="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322933" y="802510"/>
            <a:ext cx="20348" cy="9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343281" y="802216"/>
            <a:ext cx="22310" cy="2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365591" y="802216"/>
            <a:ext cx="21391" cy="14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386982" y="803064"/>
            <a:ext cx="20460" cy="6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407442" y="802287"/>
            <a:ext cx="23188" cy="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3430630" y="802287"/>
            <a:ext cx="19837" cy="17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450467" y="803484"/>
            <a:ext cx="22993" cy="5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473460" y="803484"/>
            <a:ext cx="22016" cy="2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495476" y="803621"/>
            <a:ext cx="21849" cy="1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517325" y="803621"/>
            <a:ext cx="18777" cy="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6102" y="803515"/>
            <a:ext cx="22823" cy="2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5812" y="781726"/>
            <a:ext cx="3113" cy="217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48919" y="760733"/>
            <a:ext cx="6893" cy="209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5123" y="739489"/>
            <a:ext cx="3796" cy="21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0914" y="720769"/>
            <a:ext cx="4209" cy="18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82" y="695803"/>
            <a:ext cx="3532" cy="249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514356" y="695803"/>
            <a:ext cx="23026" cy="7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>
            <a:off x="3495685" y="696573"/>
            <a:ext cx="18671" cy="4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 flipV="1">
            <a:off x="3472745" y="695977"/>
            <a:ext cx="22940" cy="10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 flipV="1">
            <a:off x="3452067" y="694328"/>
            <a:ext cx="20678" cy="16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428393" y="694328"/>
            <a:ext cx="23674" cy="6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3408423" y="695025"/>
            <a:ext cx="19970" cy="1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 flipV="1">
            <a:off x="3387630" y="694775"/>
            <a:ext cx="20793" cy="17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3363688" y="694775"/>
            <a:ext cx="23942" cy="17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>
            <a:off x="3344454" y="696543"/>
            <a:ext cx="19234" cy="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 flipV="1">
            <a:off x="3323033" y="695681"/>
            <a:ext cx="21421" cy="9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>
            <a:off x="3301527" y="695681"/>
            <a:ext cx="21506" cy="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 flipV="1">
            <a:off x="3278874" y="695036"/>
            <a:ext cx="22653" cy="1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>
            <a:off x="3257295" y="695036"/>
            <a:ext cx="21579" cy="7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3683" y="695791"/>
            <a:ext cx="3612" cy="226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50380" y="718440"/>
            <a:ext cx="3303" cy="192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6202" y="737712"/>
            <a:ext cx="4178" cy="20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40559" y="758029"/>
            <a:ext cx="5643" cy="22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52" y="780825"/>
            <a:ext cx="4807" cy="226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386565" y="803515"/>
            <a:ext cx="702" cy="211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3386565" y="824675"/>
            <a:ext cx="702" cy="219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65" y="846604"/>
            <a:ext cx="2154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407235" y="826555"/>
            <a:ext cx="876" cy="200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407235" y="803515"/>
            <a:ext cx="876" cy="230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 flipV="1">
            <a:off x="3364513" y="845857"/>
            <a:ext cx="22052" cy="7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92" y="845857"/>
            <a:ext cx="20821" cy="257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92" y="871557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3347786" y="857879"/>
            <a:ext cx="348" cy="21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8134" y="840294"/>
            <a:ext cx="15308" cy="175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3442" y="836271"/>
            <a:ext cx="21820" cy="40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408111" y="846604"/>
            <a:ext cx="22386" cy="10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30497" y="847663"/>
            <a:ext cx="20487" cy="238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90" y="871556"/>
            <a:ext cx="4094" cy="7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3446414" y="856595"/>
            <a:ext cx="476" cy="223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30548" y="840562"/>
            <a:ext cx="15866" cy="160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414" y="836272"/>
            <a:ext cx="21134" cy="42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343476" y="885383"/>
            <a:ext cx="21351" cy="1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3364827" y="883929"/>
            <a:ext cx="22922" cy="28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387749" y="883929"/>
            <a:ext cx="21342" cy="25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3409091" y="884752"/>
            <a:ext cx="20478" cy="16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429569" y="884752"/>
            <a:ext cx="21631" cy="6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7925" y="885383"/>
            <a:ext cx="3275" cy="218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3477" y="907209"/>
            <a:ext cx="4448" cy="1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429" y="926300"/>
            <a:ext cx="3048" cy="237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3417925" y="949282"/>
            <a:ext cx="22504" cy="7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>
            <a:off x="3398143" y="949282"/>
            <a:ext cx="19782" cy="14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376361" y="949551"/>
            <a:ext cx="21782" cy="1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354249" y="949551"/>
            <a:ext cx="22112" cy="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51630" y="928397"/>
            <a:ext cx="2619" cy="216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7612" y="908612"/>
            <a:ext cx="4018" cy="197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76" y="885383"/>
            <a:ext cx="4136" cy="232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H="1" flipV="1">
            <a:off x="2902979" y="1445311"/>
            <a:ext cx="1312" cy="20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7171" y="1426262"/>
            <a:ext cx="15808" cy="190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52" y="1416433"/>
            <a:ext cx="23319" cy="98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40135" y="1416433"/>
            <a:ext cx="23717" cy="70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1679" y="1423491"/>
            <a:ext cx="18456" cy="139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65" y="1437412"/>
            <a:ext cx="10014" cy="259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65" y="1463320"/>
            <a:ext cx="7230" cy="252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8895" y="1488561"/>
            <a:ext cx="14189" cy="184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3084" y="1507045"/>
            <a:ext cx="25469" cy="84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53" y="1509363"/>
            <a:ext cx="23270" cy="61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1823" y="1493332"/>
            <a:ext cx="20218" cy="16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2041" y="1468619"/>
            <a:ext cx="8699" cy="247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6212" y="1444424"/>
            <a:ext cx="16536" cy="158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2427" y="1460277"/>
            <a:ext cx="13785" cy="146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60" y="1474913"/>
            <a:ext cx="12767" cy="125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56" y="1444424"/>
            <a:ext cx="15307" cy="16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4963" y="1461037"/>
            <a:ext cx="13891" cy="13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68854" y="1474698"/>
            <a:ext cx="13890" cy="128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1990" y="1493667"/>
            <a:ext cx="16206" cy="121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3885" y="1505844"/>
            <a:ext cx="18105" cy="162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80120" y="1522110"/>
            <a:ext cx="13765" cy="13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2018" y="1535890"/>
            <a:ext cx="18102" cy="122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3973" y="1548144"/>
            <a:ext cx="18045" cy="143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29862" y="1562498"/>
            <a:ext cx="14111" cy="138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2112" y="1576309"/>
            <a:ext cx="17750" cy="136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6428" y="1590006"/>
            <a:ext cx="15684" cy="144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78471" y="1604452"/>
            <a:ext cx="17957" cy="139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70" y="1618450"/>
            <a:ext cx="15201" cy="136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70" y="1632058"/>
            <a:ext cx="13915" cy="152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7185" y="1647279"/>
            <a:ext cx="14312" cy="167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91497" y="1664006"/>
            <a:ext cx="12598" cy="189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4095" y="1682956"/>
            <a:ext cx="16257" cy="156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20352" y="1698592"/>
            <a:ext cx="12031" cy="160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4392" y="1714654"/>
            <a:ext cx="17991" cy="92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4591" y="1723911"/>
            <a:ext cx="19801" cy="118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7053" y="1735791"/>
            <a:ext cx="17538" cy="103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9568" y="1746111"/>
            <a:ext cx="17485" cy="12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24" y="1758123"/>
            <a:ext cx="20444" cy="10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55" y="1632155"/>
            <a:ext cx="3764" cy="217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6919" y="1653856"/>
            <a:ext cx="2586" cy="209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69505" y="1674836"/>
            <a:ext cx="4052" cy="209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3557" y="1695737"/>
            <a:ext cx="4557" cy="212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58704" y="1717023"/>
            <a:ext cx="19410" cy="107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39044" y="1727758"/>
            <a:ext cx="19660" cy="100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3052" y="1737839"/>
            <a:ext cx="15992" cy="11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2767" y="1748987"/>
            <a:ext cx="20285" cy="12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41" y="1761089"/>
            <a:ext cx="17926" cy="97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83" y="1535211"/>
            <a:ext cx="16533" cy="144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5216" y="1549655"/>
            <a:ext cx="16363" cy="150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1579" y="1564681"/>
            <a:ext cx="16517" cy="130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8096" y="1577708"/>
            <a:ext cx="16413" cy="135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4509" y="1591274"/>
            <a:ext cx="16673" cy="131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82" y="1594146"/>
            <a:ext cx="19874" cy="102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81056" y="1582670"/>
            <a:ext cx="19062" cy="114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900118" y="1572143"/>
            <a:ext cx="17050" cy="105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83" y="1515197"/>
            <a:ext cx="3142" cy="200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1825" y="1492619"/>
            <a:ext cx="3737" cy="225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5562" y="1471823"/>
            <a:ext cx="5111" cy="207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90673" y="1449414"/>
            <a:ext cx="4572" cy="224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5245" y="1427976"/>
            <a:ext cx="2679" cy="21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7924" y="1409239"/>
            <a:ext cx="4335" cy="187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2259" y="1386007"/>
            <a:ext cx="4103" cy="23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6362" y="1365475"/>
            <a:ext cx="2247" cy="205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0464" y="1693831"/>
            <a:ext cx="20950" cy="58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08913" y="1699657"/>
            <a:ext cx="21551" cy="110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2158" y="1710686"/>
            <a:ext cx="16755" cy="86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76145" y="1719305"/>
            <a:ext cx="16013" cy="213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64038" y="1740629"/>
            <a:ext cx="12107" cy="99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35572" y="1750559"/>
            <a:ext cx="28466" cy="11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23360" y="1762061"/>
            <a:ext cx="12212" cy="71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696472" y="1769169"/>
            <a:ext cx="26888" cy="64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88118" y="1775584"/>
            <a:ext cx="8354" cy="8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56167" y="1783932"/>
            <a:ext cx="31951" cy="152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649290" y="1799152"/>
            <a:ext cx="6877" cy="78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23315" y="1806957"/>
            <a:ext cx="25975" cy="115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612907" y="1818497"/>
            <a:ext cx="10408" cy="101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92490" y="1828607"/>
            <a:ext cx="20417" cy="201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76176" y="1848795"/>
            <a:ext cx="16314" cy="39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58819" y="1852706"/>
            <a:ext cx="17357" cy="101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33456" y="1862811"/>
            <a:ext cx="25363" cy="205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16833" y="1883338"/>
            <a:ext cx="16623" cy="79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 flipV="1">
            <a:off x="2499468" y="1889371"/>
            <a:ext cx="17365" cy="18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58" y="1889371"/>
            <a:ext cx="20810" cy="196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8504" y="1693831"/>
            <a:ext cx="15186" cy="20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701893" y="1695901"/>
            <a:ext cx="26611" cy="249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94501" y="1720884"/>
            <a:ext cx="7392" cy="56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71445" y="1726499"/>
            <a:ext cx="23056" cy="159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 flipV="1">
            <a:off x="2655845" y="1742284"/>
            <a:ext cx="15600" cy="1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27649" y="1742284"/>
            <a:ext cx="28196" cy="107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607764" y="1753007"/>
            <a:ext cx="19885" cy="130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89112" y="1766047"/>
            <a:ext cx="18652" cy="12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83330" y="1778630"/>
            <a:ext cx="5782" cy="149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48322" y="1793540"/>
            <a:ext cx="35008" cy="74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39587" y="1800944"/>
            <a:ext cx="8735" cy="123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517201" y="1813263"/>
            <a:ext cx="22386" cy="177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502929" y="1831033"/>
            <a:ext cx="14272" cy="9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80871" y="1840263"/>
            <a:ext cx="22058" cy="6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57946" y="1846494"/>
            <a:ext cx="22925" cy="5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43946" y="1851501"/>
            <a:ext cx="14000" cy="221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26605" y="1873682"/>
            <a:ext cx="17341" cy="30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403353" y="1876778"/>
            <a:ext cx="23252" cy="142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84507" y="1891021"/>
            <a:ext cx="18846" cy="74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34" y="1898422"/>
            <a:ext cx="13573" cy="106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07" y="611775"/>
            <a:ext cx="355148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52" y="611798"/>
            <a:ext cx="2470743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826" y="849340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826" y="902345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826" y="955350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738" y="822510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738" y="875515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738" y="928521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738" y="981519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87" y="1507020"/>
            <a:ext cx="280840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87" y="1578951"/>
            <a:ext cx="280840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08013" y="1959389"/>
            <a:ext cx="53773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527268" y="2110060"/>
            <a:ext cx="52581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685104" y="2288020"/>
            <a:ext cx="510029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9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suitable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685104" y="2427199"/>
            <a:ext cx="510029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drinking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85104" y="2566378"/>
            <a:ext cx="510029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poisonous.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27268" y="2717373"/>
            <a:ext cx="52581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poisonous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one.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897476" y="3150915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5642559" y="3150691"/>
            <a:ext cx="1428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58559" y="1146863"/>
            <a:ext cx="20848" cy="10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79407" y="1146863"/>
            <a:ext cx="21168" cy="8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00575" y="1147686"/>
            <a:ext cx="23249" cy="8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3824" y="1147163"/>
            <a:ext cx="21166" cy="13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4990" y="1146834"/>
            <a:ext cx="21136" cy="3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66126" y="1146834"/>
            <a:ext cx="21085" cy="2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87211" y="1147099"/>
            <a:ext cx="21365" cy="17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308576" y="1148805"/>
            <a:ext cx="21121" cy="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329697" y="1148805"/>
            <a:ext cx="22737" cy="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2434" y="1149028"/>
            <a:ext cx="20687" cy="2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73121" y="1146492"/>
            <a:ext cx="22989" cy="25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96110" y="1146492"/>
            <a:ext cx="21220" cy="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417330" y="1146852"/>
            <a:ext cx="22689" cy="17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440019" y="1148624"/>
            <a:ext cx="20252" cy="6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460271" y="1147897"/>
            <a:ext cx="21444" cy="13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79033" y="1125634"/>
            <a:ext cx="2682" cy="22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7237" y="1105157"/>
            <a:ext cx="1796" cy="204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4271" y="1084917"/>
            <a:ext cx="2966" cy="202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0402" y="1061688"/>
            <a:ext cx="3869" cy="232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8376" y="1042053"/>
            <a:ext cx="2026" cy="196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7030" y="1020364"/>
            <a:ext cx="1346" cy="216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2360" y="998870"/>
            <a:ext cx="4670" cy="214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73" y="975552"/>
            <a:ext cx="2187" cy="233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2439401" y="974149"/>
            <a:ext cx="20772" cy="1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2417498" y="974149"/>
            <a:ext cx="21903" cy="24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394491" y="975496"/>
            <a:ext cx="23007" cy="11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2374446" y="975252"/>
            <a:ext cx="20045" cy="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53659" y="975252"/>
            <a:ext cx="20787" cy="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2330589" y="975427"/>
            <a:ext cx="23070" cy="3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08100" y="975375"/>
            <a:ext cx="22489" cy="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287503" y="974689"/>
            <a:ext cx="20597" cy="6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266364" y="974689"/>
            <a:ext cx="21139" cy="13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245771" y="974925"/>
            <a:ext cx="20593" cy="10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223709" y="974925"/>
            <a:ext cx="22062" cy="5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2200404" y="974442"/>
            <a:ext cx="23305" cy="10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180100" y="974442"/>
            <a:ext cx="20304" cy="11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8605" y="975547"/>
            <a:ext cx="1495" cy="225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4974" y="998054"/>
            <a:ext cx="3631" cy="212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2068" y="1019278"/>
            <a:ext cx="2906" cy="193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68572" y="1038586"/>
            <a:ext cx="3496" cy="229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6420" y="1061502"/>
            <a:ext cx="2152" cy="20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4022" y="1082492"/>
            <a:ext cx="2398" cy="21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0385" y="1103523"/>
            <a:ext cx="3637" cy="219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59" y="1125494"/>
            <a:ext cx="1826" cy="22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 flipV="1">
            <a:off x="2201261" y="954993"/>
            <a:ext cx="384" cy="20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1261" y="933590"/>
            <a:ext cx="1015" cy="21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02276" y="912050"/>
            <a:ext cx="833" cy="215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201589" y="888293"/>
            <a:ext cx="1520" cy="237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 flipV="1">
            <a:off x="2201440" y="868780"/>
            <a:ext cx="149" cy="195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 flipV="1">
            <a:off x="2200579" y="847514"/>
            <a:ext cx="861" cy="212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200579" y="823229"/>
            <a:ext cx="980" cy="242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201559" y="803196"/>
            <a:ext cx="86" cy="200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2222329" y="953088"/>
            <a:ext cx="862" cy="224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22329" y="932096"/>
            <a:ext cx="617" cy="209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2222798" y="912058"/>
            <a:ext cx="148" cy="200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 flipV="1">
            <a:off x="2222229" y="890396"/>
            <a:ext cx="569" cy="21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 flipV="1">
            <a:off x="2222172" y="867063"/>
            <a:ext cx="57" cy="233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222172" y="847776"/>
            <a:ext cx="618" cy="192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222438" y="823950"/>
            <a:ext cx="352" cy="238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222438" y="803196"/>
            <a:ext cx="753" cy="207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38628" y="952637"/>
            <a:ext cx="1140" cy="229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439768" y="931236"/>
            <a:ext cx="175" cy="214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2439326" y="911524"/>
            <a:ext cx="617" cy="197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437325" y="888853"/>
            <a:ext cx="2001" cy="226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437325" y="867052"/>
            <a:ext cx="1508" cy="218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38833" y="845516"/>
            <a:ext cx="363" cy="215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39196" y="823857"/>
            <a:ext cx="550" cy="21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438628" y="803196"/>
            <a:ext cx="1118" cy="20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17083" y="952715"/>
            <a:ext cx="363" cy="22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417446" y="933784"/>
            <a:ext cx="5" cy="189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417451" y="910837"/>
            <a:ext cx="28" cy="229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2417430" y="889997"/>
            <a:ext cx="49" cy="208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2416504" y="867149"/>
            <a:ext cx="926" cy="228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416504" y="845643"/>
            <a:ext cx="1315" cy="21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2417264" y="823811"/>
            <a:ext cx="555" cy="21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2417083" y="803196"/>
            <a:ext cx="181" cy="206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158559" y="802888"/>
            <a:ext cx="20823" cy="3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179382" y="802582"/>
            <a:ext cx="23273" cy="3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202655" y="802582"/>
            <a:ext cx="20793" cy="1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223448" y="802800"/>
            <a:ext cx="20036" cy="7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43484" y="802800"/>
            <a:ext cx="22077" cy="3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265561" y="802414"/>
            <a:ext cx="23417" cy="7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288978" y="802414"/>
            <a:ext cx="20099" cy="13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309077" y="802788"/>
            <a:ext cx="21190" cy="9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330267" y="802788"/>
            <a:ext cx="23013" cy="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353280" y="803753"/>
            <a:ext cx="20462" cy="4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373742" y="803099"/>
            <a:ext cx="23003" cy="10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396745" y="802696"/>
            <a:ext cx="21659" cy="4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418404" y="801996"/>
            <a:ext cx="20992" cy="7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439396" y="801996"/>
            <a:ext cx="21385" cy="8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0781" y="802824"/>
            <a:ext cx="20934" cy="3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8733" y="783335"/>
            <a:ext cx="2982" cy="198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3712" y="759987"/>
            <a:ext cx="5021" cy="23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68750" y="740184"/>
            <a:ext cx="4962" cy="19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5649" y="719520"/>
            <a:ext cx="3101" cy="206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74" y="695489"/>
            <a:ext cx="5475" cy="24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 flipV="1">
            <a:off x="2437382" y="694470"/>
            <a:ext cx="22792" cy="10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417243" y="694470"/>
            <a:ext cx="20139" cy="12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>
            <a:off x="2396115" y="695696"/>
            <a:ext cx="21128" cy="2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2372827" y="695932"/>
            <a:ext cx="23288" cy="8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 flipV="1">
            <a:off x="2353248" y="695953"/>
            <a:ext cx="19579" cy="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 flipV="1">
            <a:off x="2331853" y="695696"/>
            <a:ext cx="21395" cy="2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 flipV="1">
            <a:off x="2310213" y="695610"/>
            <a:ext cx="21640" cy="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2286965" y="695610"/>
            <a:ext cx="23248" cy="6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266749" y="696225"/>
            <a:ext cx="20216" cy="3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2244740" y="695602"/>
            <a:ext cx="22009" cy="10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22898" y="695602"/>
            <a:ext cx="21842" cy="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 flipV="1">
            <a:off x="2202848" y="695164"/>
            <a:ext cx="20050" cy="9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100" y="695164"/>
            <a:ext cx="22748" cy="3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5968" y="695477"/>
            <a:ext cx="4132" cy="198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0985" y="715310"/>
            <a:ext cx="4983" cy="232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6507" y="738600"/>
            <a:ext cx="4478" cy="196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4463" y="758296"/>
            <a:ext cx="2044" cy="210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59" y="779324"/>
            <a:ext cx="5904" cy="238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309364" y="803196"/>
            <a:ext cx="1246" cy="218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2309364" y="825038"/>
            <a:ext cx="1246" cy="212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64" y="846283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H="1" flipV="1">
            <a:off x="2330674" y="824298"/>
            <a:ext cx="235" cy="219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330674" y="803196"/>
            <a:ext cx="235" cy="21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 flipV="1">
            <a:off x="2287985" y="845105"/>
            <a:ext cx="21379" cy="11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492" y="845105"/>
            <a:ext cx="21493" cy="261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492" y="871234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270587" y="855926"/>
            <a:ext cx="1484" cy="226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72071" y="840040"/>
            <a:ext cx="16607" cy="158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8678" y="835951"/>
            <a:ext cx="19383" cy="40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330909" y="846283"/>
            <a:ext cx="20634" cy="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1543" y="847092"/>
            <a:ext cx="22236" cy="241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686" y="871234"/>
            <a:ext cx="4093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 flipV="1">
            <a:off x="2369547" y="857439"/>
            <a:ext cx="139" cy="211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2893" y="838567"/>
            <a:ext cx="16654" cy="188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212" y="835951"/>
            <a:ext cx="20681" cy="26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266277" y="883628"/>
            <a:ext cx="22965" cy="14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289242" y="883628"/>
            <a:ext cx="18849" cy="1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308091" y="884821"/>
            <a:ext cx="22526" cy="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330617" y="884821"/>
            <a:ext cx="23105" cy="16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353722" y="885060"/>
            <a:ext cx="20274" cy="14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69914" y="885060"/>
            <a:ext cx="4082" cy="217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5634" y="906801"/>
            <a:ext cx="4280" cy="19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25" y="926342"/>
            <a:ext cx="2409" cy="23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342038" y="949288"/>
            <a:ext cx="21187" cy="3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321420" y="949288"/>
            <a:ext cx="20618" cy="2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299494" y="949532"/>
            <a:ext cx="21926" cy="11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2277050" y="949692"/>
            <a:ext cx="22444" cy="9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2432" y="929279"/>
            <a:ext cx="4618" cy="204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71467" y="908342"/>
            <a:ext cx="965" cy="209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77" y="885060"/>
            <a:ext cx="5190" cy="232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235730" y="1148019"/>
            <a:ext cx="21377" cy="14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257107" y="1146875"/>
            <a:ext cx="22442" cy="25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279549" y="1146875"/>
            <a:ext cx="20207" cy="23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299756" y="1148808"/>
            <a:ext cx="22674" cy="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322430" y="1147182"/>
            <a:ext cx="20129" cy="16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342559" y="1147182"/>
            <a:ext cx="22206" cy="23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364765" y="1147239"/>
            <a:ext cx="20519" cy="22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385284" y="1147239"/>
            <a:ext cx="22894" cy="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408178" y="1147453"/>
            <a:ext cx="20642" cy="1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28820" y="1147631"/>
            <a:ext cx="21890" cy="7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50710" y="1148421"/>
            <a:ext cx="20610" cy="3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471320" y="1148761"/>
            <a:ext cx="22585" cy="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493905" y="1148456"/>
            <a:ext cx="22539" cy="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516444" y="1147523"/>
            <a:ext cx="22305" cy="9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538749" y="1147523"/>
            <a:ext cx="20138" cy="4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5379" y="1127122"/>
            <a:ext cx="3508" cy="2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3108" y="1104630"/>
            <a:ext cx="2271" cy="22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50125" y="1084887"/>
            <a:ext cx="2983" cy="197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7658" y="1062263"/>
            <a:ext cx="2467" cy="226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5693" y="1039952"/>
            <a:ext cx="1965" cy="223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3882" y="1019155"/>
            <a:ext cx="1811" cy="207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39244" y="999762"/>
            <a:ext cx="4638" cy="193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45" y="975674"/>
            <a:ext cx="1899" cy="240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 flipV="1">
            <a:off x="3515251" y="974864"/>
            <a:ext cx="22094" cy="8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493167" y="974864"/>
            <a:ext cx="22084" cy="12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 flipV="1">
            <a:off x="3473806" y="975584"/>
            <a:ext cx="19361" cy="4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450498" y="975584"/>
            <a:ext cx="23308" cy="1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 flipV="1">
            <a:off x="3428348" y="974881"/>
            <a:ext cx="22150" cy="1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>
            <a:off x="3409450" y="974881"/>
            <a:ext cx="18898" cy="10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387007" y="975943"/>
            <a:ext cx="22443" cy="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 flipV="1">
            <a:off x="3366463" y="975475"/>
            <a:ext cx="20544" cy="5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3342961" y="975475"/>
            <a:ext cx="23502" cy="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3321408" y="975535"/>
            <a:ext cx="21553" cy="4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 flipV="1">
            <a:off x="3300848" y="974427"/>
            <a:ext cx="20560" cy="15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>
            <a:off x="3279697" y="974427"/>
            <a:ext cx="21151" cy="2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 flipV="1">
            <a:off x="3257272" y="975668"/>
            <a:ext cx="22425" cy="1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3427" y="975668"/>
            <a:ext cx="3845" cy="20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2722" y="995985"/>
            <a:ext cx="705" cy="229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50544" y="1018959"/>
            <a:ext cx="2178" cy="218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6013" y="1040822"/>
            <a:ext cx="4531" cy="203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4546" y="1061148"/>
            <a:ext cx="1467" cy="20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41978" y="1081980"/>
            <a:ext cx="2568" cy="224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238262" y="1104463"/>
            <a:ext cx="3716" cy="202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30" y="1124667"/>
            <a:ext cx="2532" cy="233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78817" y="955110"/>
            <a:ext cx="449" cy="205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H="1" flipV="1">
            <a:off x="3278264" y="931786"/>
            <a:ext cx="1002" cy="233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277399" y="911176"/>
            <a:ext cx="865" cy="20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277399" y="890499"/>
            <a:ext cx="1571" cy="206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H="1" flipV="1">
            <a:off x="3277897" y="867079"/>
            <a:ext cx="1073" cy="234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277897" y="846364"/>
            <a:ext cx="1382" cy="207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279279" y="825228"/>
            <a:ext cx="24" cy="21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H="1" flipV="1">
            <a:off x="3278817" y="803318"/>
            <a:ext cx="486" cy="219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 flipV="1">
            <a:off x="3299826" y="952702"/>
            <a:ext cx="536" cy="229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299826" y="932872"/>
            <a:ext cx="1740" cy="198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 flipV="1">
            <a:off x="3300912" y="911056"/>
            <a:ext cx="654" cy="218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H="1" flipV="1">
            <a:off x="3300766" y="888637"/>
            <a:ext cx="146" cy="224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H="1" flipV="1">
            <a:off x="3299478" y="869306"/>
            <a:ext cx="1288" cy="193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 flipV="1">
            <a:off x="3299386" y="845802"/>
            <a:ext cx="92" cy="235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H="1" flipV="1">
            <a:off x="3299233" y="824372"/>
            <a:ext cx="153" cy="214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299233" y="803318"/>
            <a:ext cx="1129" cy="210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515055" y="954813"/>
            <a:ext cx="745" cy="208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 flipV="1">
            <a:off x="3514904" y="932479"/>
            <a:ext cx="151" cy="223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14904" y="909721"/>
            <a:ext cx="689" cy="227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 flipV="1">
            <a:off x="3514919" y="889079"/>
            <a:ext cx="674" cy="20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 flipV="1">
            <a:off x="3514545" y="866935"/>
            <a:ext cx="374" cy="221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514545" y="847310"/>
            <a:ext cx="1908" cy="196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H="1" flipV="1">
            <a:off x="3516263" y="824104"/>
            <a:ext cx="190" cy="232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H="1" flipV="1">
            <a:off x="3515800" y="803318"/>
            <a:ext cx="463" cy="207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94255" y="953015"/>
            <a:ext cx="519" cy="226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493882" y="933720"/>
            <a:ext cx="892" cy="192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93882" y="910557"/>
            <a:ext cx="424" cy="23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 flipV="1">
            <a:off x="3493334" y="888343"/>
            <a:ext cx="972" cy="22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93334" y="868010"/>
            <a:ext cx="1606" cy="203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94940" y="846859"/>
            <a:ext cx="644" cy="211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 flipV="1">
            <a:off x="3494268" y="825299"/>
            <a:ext cx="1316" cy="215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494255" y="803318"/>
            <a:ext cx="13" cy="219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235730" y="803318"/>
            <a:ext cx="21635" cy="12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257365" y="803836"/>
            <a:ext cx="21819" cy="7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279184" y="802524"/>
            <a:ext cx="20333" cy="13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299517" y="802524"/>
            <a:ext cx="21943" cy="9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21460" y="803445"/>
            <a:ext cx="20960" cy="4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342420" y="803123"/>
            <a:ext cx="23901" cy="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366321" y="802272"/>
            <a:ext cx="19666" cy="8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385987" y="802272"/>
            <a:ext cx="22401" cy="24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408388" y="803839"/>
            <a:ext cx="20335" cy="8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428723" y="803047"/>
            <a:ext cx="23926" cy="7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452649" y="803047"/>
            <a:ext cx="20384" cy="14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473033" y="804140"/>
            <a:ext cx="19961" cy="3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492994" y="804140"/>
            <a:ext cx="21597" cy="1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14591" y="802656"/>
            <a:ext cx="22843" cy="16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537434" y="802656"/>
            <a:ext cx="21453" cy="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3055" y="781484"/>
            <a:ext cx="5832" cy="218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49303" y="762655"/>
            <a:ext cx="3752" cy="188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7180" y="739702"/>
            <a:ext cx="2123" cy="229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3336" y="718621"/>
            <a:ext cx="3844" cy="210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45" y="695611"/>
            <a:ext cx="5991" cy="23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 flipV="1">
            <a:off x="3517212" y="695603"/>
            <a:ext cx="20133" cy="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 flipV="1">
            <a:off x="3495613" y="694294"/>
            <a:ext cx="21599" cy="13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>
            <a:off x="3472616" y="694294"/>
            <a:ext cx="22997" cy="21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3451122" y="696435"/>
            <a:ext cx="21494" cy="1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 flipV="1">
            <a:off x="3431049" y="695319"/>
            <a:ext cx="20073" cy="13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>
            <a:off x="3407481" y="695319"/>
            <a:ext cx="23568" cy="8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 flipV="1">
            <a:off x="3385734" y="695178"/>
            <a:ext cx="21747" cy="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>
            <a:off x="3366306" y="695178"/>
            <a:ext cx="19428" cy="3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 flipV="1">
            <a:off x="3343280" y="695396"/>
            <a:ext cx="23026" cy="1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>
            <a:off x="3322214" y="695396"/>
            <a:ext cx="21066" cy="1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 flipV="1">
            <a:off x="3301814" y="695248"/>
            <a:ext cx="20400" cy="14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>
            <a:off x="3279949" y="695248"/>
            <a:ext cx="21865" cy="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 flipV="1">
            <a:off x="3257272" y="695599"/>
            <a:ext cx="22677" cy="5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1976" y="695599"/>
            <a:ext cx="5296" cy="20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48692" y="715821"/>
            <a:ext cx="3284" cy="212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3428" y="737027"/>
            <a:ext cx="5264" cy="208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39610" y="757862"/>
            <a:ext cx="3818" cy="23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30" y="780870"/>
            <a:ext cx="3880" cy="224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386536" y="803318"/>
            <a:ext cx="485" cy="221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3386536" y="825450"/>
            <a:ext cx="485" cy="209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36" y="846404"/>
            <a:ext cx="215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406955" y="826230"/>
            <a:ext cx="1126" cy="201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406955" y="803318"/>
            <a:ext cx="1126" cy="229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364197" y="846404"/>
            <a:ext cx="22339" cy="1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64" y="846539"/>
            <a:ext cx="20533" cy="248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64" y="871356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3347759" y="857870"/>
            <a:ext cx="1087" cy="208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8846" y="840073"/>
            <a:ext cx="15464" cy="177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4310" y="836072"/>
            <a:ext cx="20922" cy="4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3408081" y="845740"/>
            <a:ext cx="22575" cy="6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30656" y="845740"/>
            <a:ext cx="20295" cy="256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58" y="871356"/>
            <a:ext cx="4093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H="1" flipV="1">
            <a:off x="3446355" y="858086"/>
            <a:ext cx="503" cy="206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30125" y="840486"/>
            <a:ext cx="16230" cy="176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384" y="836072"/>
            <a:ext cx="20741" cy="44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343449" y="885182"/>
            <a:ext cx="22857" cy="5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3366306" y="884452"/>
            <a:ext cx="21599" cy="12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387905" y="884452"/>
            <a:ext cx="19459" cy="10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3407364" y="884555"/>
            <a:ext cx="23224" cy="9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430588" y="884555"/>
            <a:ext cx="20580" cy="6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9197" y="885182"/>
            <a:ext cx="1971" cy="208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4516" y="906034"/>
            <a:ext cx="4681" cy="209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397" y="926981"/>
            <a:ext cx="4119" cy="228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>
            <a:off x="3419289" y="949809"/>
            <a:ext cx="21108" cy="1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 flipV="1">
            <a:off x="3398749" y="948311"/>
            <a:ext cx="20540" cy="28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>
            <a:off x="3375457" y="948311"/>
            <a:ext cx="23292" cy="1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>
            <a:off x="3354222" y="948471"/>
            <a:ext cx="21235" cy="1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50113" y="927395"/>
            <a:ext cx="4109" cy="22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5989" y="907274"/>
            <a:ext cx="4124" cy="20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49" y="885182"/>
            <a:ext cx="2540" cy="220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04286" y="1445942"/>
            <a:ext cx="868" cy="200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7172" y="1426190"/>
            <a:ext cx="17982" cy="197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49" y="1416463"/>
            <a:ext cx="23323" cy="97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38304" y="1416463"/>
            <a:ext cx="25545" cy="75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1828" y="1424004"/>
            <a:ext cx="16476" cy="129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64" y="1436908"/>
            <a:ext cx="10164" cy="264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64" y="1463348"/>
            <a:ext cx="6754" cy="249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8418" y="1488336"/>
            <a:ext cx="15564" cy="186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3982" y="1506993"/>
            <a:ext cx="24568" cy="85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50" y="1508846"/>
            <a:ext cx="23656" cy="66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2206" y="1493061"/>
            <a:ext cx="18415" cy="157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0621" y="1468647"/>
            <a:ext cx="10113" cy="244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8592" y="1444453"/>
            <a:ext cx="14152" cy="144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3732" y="1458922"/>
            <a:ext cx="14860" cy="154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58" y="1474397"/>
            <a:ext cx="14074" cy="131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54" y="1444453"/>
            <a:ext cx="13892" cy="15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3546" y="1460321"/>
            <a:ext cx="16571" cy="160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70117" y="1476377"/>
            <a:ext cx="12623" cy="111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0187" y="1493693"/>
            <a:ext cx="18008" cy="140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5431" y="1507717"/>
            <a:ext cx="14756" cy="12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8697" y="1520329"/>
            <a:ext cx="16734" cy="151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2456" y="1535510"/>
            <a:ext cx="16241" cy="134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5980" y="1548990"/>
            <a:ext cx="16476" cy="146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28499" y="1563663"/>
            <a:ext cx="17481" cy="117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2561" y="1575388"/>
            <a:ext cx="15938" cy="165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6469" y="1591969"/>
            <a:ext cx="16092" cy="140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79782" y="1606010"/>
            <a:ext cx="16687" cy="140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77" y="1620030"/>
            <a:ext cx="16505" cy="12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77" y="1632077"/>
            <a:ext cx="14044" cy="154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7321" y="1647526"/>
            <a:ext cx="12808" cy="186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90129" y="1666193"/>
            <a:ext cx="14883" cy="158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5012" y="1682069"/>
            <a:ext cx="13383" cy="151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8395" y="1697196"/>
            <a:ext cx="13992" cy="174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3957" y="1714670"/>
            <a:ext cx="18430" cy="99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5581" y="1724575"/>
            <a:ext cx="18376" cy="120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5757" y="1736607"/>
            <a:ext cx="19824" cy="11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7733" y="1747870"/>
            <a:ext cx="18024" cy="85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32" y="1756406"/>
            <a:ext cx="18601" cy="121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62" y="1632174"/>
            <a:ext cx="2928" cy="203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6090" y="1652551"/>
            <a:ext cx="3413" cy="234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69503" y="1676023"/>
            <a:ext cx="5501" cy="19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5004" y="1696009"/>
            <a:ext cx="3116" cy="210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60365" y="1717038"/>
            <a:ext cx="17755" cy="113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41174" y="1728344"/>
            <a:ext cx="19191" cy="100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2336" y="1738374"/>
            <a:ext cx="18838" cy="12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3320" y="1750583"/>
            <a:ext cx="19016" cy="91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52" y="1759747"/>
            <a:ext cx="18468" cy="111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85" y="1535235"/>
            <a:ext cx="17527" cy="131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6212" y="1548433"/>
            <a:ext cx="16004" cy="152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2216" y="1563724"/>
            <a:ext cx="16517" cy="143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8733" y="1578101"/>
            <a:ext cx="16840" cy="124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5573" y="1590531"/>
            <a:ext cx="15607" cy="139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80" y="1592471"/>
            <a:ext cx="18003" cy="11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79183" y="1582465"/>
            <a:ext cx="19061" cy="1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898244" y="1572165"/>
            <a:ext cx="18918" cy="103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85" y="1513030"/>
            <a:ext cx="4662" cy="222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3347" y="1492034"/>
            <a:ext cx="3460" cy="209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6807" y="1470257"/>
            <a:ext cx="2569" cy="217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9376" y="1450146"/>
            <a:ext cx="4152" cy="201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3528" y="1429201"/>
            <a:ext cx="3727" cy="209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7255" y="1408732"/>
            <a:ext cx="3498" cy="204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800753" y="1387426"/>
            <a:ext cx="3461" cy="213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4214" y="1365508"/>
            <a:ext cx="4395" cy="219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4997" y="1693855"/>
            <a:ext cx="16415" cy="7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>
            <a:off x="2815179" y="1694650"/>
            <a:ext cx="19818" cy="13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803273" y="1707839"/>
            <a:ext cx="11906" cy="180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75452" y="1725938"/>
            <a:ext cx="27821" cy="168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58720" y="1742797"/>
            <a:ext cx="16732" cy="75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44026" y="1750362"/>
            <a:ext cx="14694" cy="94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28075" y="1759786"/>
            <a:ext cx="15951" cy="134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708491" y="1773249"/>
            <a:ext cx="19584" cy="10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88755" y="1783613"/>
            <a:ext cx="19736" cy="6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58688" y="1790322"/>
            <a:ext cx="30067" cy="110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647211" y="1801338"/>
            <a:ext cx="11477" cy="146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33639" y="1815984"/>
            <a:ext cx="13572" cy="9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610214" y="1825262"/>
            <a:ext cx="23425" cy="64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92262" y="1831760"/>
            <a:ext cx="17952" cy="185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79059" y="1850326"/>
            <a:ext cx="13203" cy="5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61871" y="1855642"/>
            <a:ext cx="17188" cy="135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34518" y="1869241"/>
            <a:ext cx="27353" cy="33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12680" y="1872564"/>
            <a:ext cx="21838" cy="204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488581" y="1893007"/>
            <a:ext cx="24099" cy="46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74" y="1897685"/>
            <a:ext cx="9907" cy="11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9636" y="1693855"/>
            <a:ext cx="14057" cy="159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713627" y="1709794"/>
            <a:ext cx="16009" cy="91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89035" y="1718943"/>
            <a:ext cx="24592" cy="10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64653" y="1729361"/>
            <a:ext cx="24382" cy="55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650543" y="1734932"/>
            <a:ext cx="14110" cy="166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24680" y="1751540"/>
            <a:ext cx="25863" cy="44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613049" y="1756025"/>
            <a:ext cx="11631" cy="137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95411" y="1769736"/>
            <a:ext cx="17638" cy="85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68521" y="1778285"/>
            <a:ext cx="26890" cy="92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59010" y="1787521"/>
            <a:ext cx="9511" cy="139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31721" y="1801504"/>
            <a:ext cx="27289" cy="140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 flipV="1">
            <a:off x="2520631" y="1814858"/>
            <a:ext cx="11090" cy="6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502841" y="1814858"/>
            <a:ext cx="17790" cy="177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79740" y="1832581"/>
            <a:ext cx="23101" cy="136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73683" y="1846245"/>
            <a:ext cx="6057" cy="116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43907" y="1857911"/>
            <a:ext cx="29776" cy="8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26400" y="1858755"/>
            <a:ext cx="17507" cy="22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400467" y="1880963"/>
            <a:ext cx="25933" cy="84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91255" y="1889372"/>
            <a:ext cx="9212" cy="91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56" y="1898481"/>
            <a:ext cx="20299" cy="105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-5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79999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36" y="611945"/>
            <a:ext cx="3551459" cy="938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27" y="611770"/>
            <a:ext cx="2470768" cy="938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876" y="849406"/>
            <a:ext cx="4117519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876" y="902409"/>
            <a:ext cx="4117519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876" y="955411"/>
            <a:ext cx="4117519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697" y="822578"/>
            <a:ext cx="2166698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697" y="875580"/>
            <a:ext cx="2166698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697" y="928576"/>
            <a:ext cx="2166698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697" y="981579"/>
            <a:ext cx="2166698" cy="7041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79" y="1507046"/>
            <a:ext cx="2808416" cy="938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79" y="1578981"/>
            <a:ext cx="2808416" cy="9388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08009" y="1959403"/>
            <a:ext cx="53773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527262" y="2110075"/>
            <a:ext cx="52581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685097" y="2288035"/>
            <a:ext cx="51002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9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suitable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685097" y="2427215"/>
            <a:ext cx="51002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drinking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85097" y="2566394"/>
            <a:ext cx="51002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poisonous.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27262" y="2717389"/>
            <a:ext cx="52581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poisonous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one.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3083999" y="1959403"/>
            <a:ext cx="2701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4897470" y="3150929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5642553" y="3150705"/>
            <a:ext cx="1428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58526" y="1147985"/>
            <a:ext cx="22942" cy="13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81468" y="1148255"/>
            <a:ext cx="19991" cy="10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1459" y="1147753"/>
            <a:ext cx="20439" cy="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1898" y="1146569"/>
            <a:ext cx="23731" cy="11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245629" y="1146569"/>
            <a:ext cx="19188" cy="4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264817" y="1146509"/>
            <a:ext cx="22653" cy="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87470" y="1146509"/>
            <a:ext cx="22189" cy="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09659" y="1146846"/>
            <a:ext cx="19909" cy="25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29568" y="1148085"/>
            <a:ext cx="22203" cy="13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351771" y="1148085"/>
            <a:ext cx="21039" cy="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72810" y="1148225"/>
            <a:ext cx="22823" cy="8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95633" y="1149056"/>
            <a:ext cx="20814" cy="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16447" y="1146496"/>
            <a:ext cx="22382" cy="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438829" y="1146496"/>
            <a:ext cx="22830" cy="2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61659" y="1146727"/>
            <a:ext cx="20040" cy="12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479024" y="1125620"/>
            <a:ext cx="2675" cy="223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475652" y="1104771"/>
            <a:ext cx="3372" cy="208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75048" y="1083544"/>
            <a:ext cx="604" cy="212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471178" y="1061049"/>
            <a:ext cx="3870" cy="224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467880" y="1042564"/>
            <a:ext cx="3298" cy="184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466765" y="1019003"/>
            <a:ext cx="1115" cy="235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2463917" y="996796"/>
            <a:ext cx="2848" cy="222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60156" y="975631"/>
            <a:ext cx="3761" cy="211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439280" y="975631"/>
            <a:ext cx="20876" cy="3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2418485" y="975955"/>
            <a:ext cx="20795" cy="4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 flipV="1">
            <a:off x="2394695" y="975504"/>
            <a:ext cx="23790" cy="9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375056" y="975504"/>
            <a:ext cx="19639" cy="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51431" y="975956"/>
            <a:ext cx="23625" cy="7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2329809" y="975409"/>
            <a:ext cx="21622" cy="12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307856" y="975409"/>
            <a:ext cx="21953" cy="14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286452" y="974331"/>
            <a:ext cx="21404" cy="25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 flipV="1">
            <a:off x="2264855" y="974255"/>
            <a:ext cx="21597" cy="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244725" y="974255"/>
            <a:ext cx="20130" cy="23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222355" y="976563"/>
            <a:ext cx="22370" cy="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 flipV="1">
            <a:off x="2200561" y="975750"/>
            <a:ext cx="21794" cy="8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 flipV="1">
            <a:off x="2180069" y="975626"/>
            <a:ext cx="20492" cy="1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77000" y="975626"/>
            <a:ext cx="3069" cy="220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2173203" y="997652"/>
            <a:ext cx="3797" cy="207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171605" y="1018447"/>
            <a:ext cx="1598" cy="208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170961" y="1039280"/>
            <a:ext cx="644" cy="21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165510" y="1060623"/>
            <a:ext cx="5451" cy="206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163855" y="1081279"/>
            <a:ext cx="1655" cy="229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2161189" y="1104201"/>
            <a:ext cx="2666" cy="200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158526" y="1124210"/>
            <a:ext cx="2663" cy="237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 flipV="1">
            <a:off x="2200197" y="954262"/>
            <a:ext cx="1418" cy="21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0197" y="931156"/>
            <a:ext cx="752" cy="231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00949" y="912266"/>
            <a:ext cx="229" cy="188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201178" y="890865"/>
            <a:ext cx="498" cy="214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201676" y="867108"/>
            <a:ext cx="1026" cy="237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202702" y="846736"/>
            <a:ext cx="352" cy="203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 flipV="1">
            <a:off x="2201192" y="824149"/>
            <a:ext cx="1862" cy="225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201192" y="803267"/>
            <a:ext cx="423" cy="208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23161" y="954078"/>
            <a:ext cx="1455" cy="215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2223253" y="931487"/>
            <a:ext cx="1363" cy="225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 flipV="1">
            <a:off x="2222732" y="911332"/>
            <a:ext cx="521" cy="20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222732" y="890072"/>
            <a:ext cx="518" cy="212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223250" y="868858"/>
            <a:ext cx="606" cy="21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223856" y="846943"/>
            <a:ext cx="454" cy="219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 flipV="1">
            <a:off x="2222805" y="823700"/>
            <a:ext cx="1505" cy="232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222805" y="803267"/>
            <a:ext cx="356" cy="204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438610" y="954072"/>
            <a:ext cx="351" cy="215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 flipV="1">
            <a:off x="2438517" y="932234"/>
            <a:ext cx="444" cy="218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 flipV="1">
            <a:off x="2438342" y="910877"/>
            <a:ext cx="175" cy="21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2437300" y="890476"/>
            <a:ext cx="1042" cy="204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437300" y="866532"/>
            <a:ext cx="729" cy="239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38029" y="845215"/>
            <a:ext cx="1745" cy="21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 flipV="1">
            <a:off x="2439140" y="825489"/>
            <a:ext cx="634" cy="197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 flipV="1">
            <a:off x="2438610" y="803267"/>
            <a:ext cx="530" cy="22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17064" y="953379"/>
            <a:ext cx="1033" cy="222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17988" y="932169"/>
            <a:ext cx="109" cy="212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416989" y="909951"/>
            <a:ext cx="999" cy="222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2415580" y="888825"/>
            <a:ext cx="1409" cy="211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415580" y="867102"/>
            <a:ext cx="2720" cy="217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2417618" y="847615"/>
            <a:ext cx="682" cy="194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2417507" y="824737"/>
            <a:ext cx="111" cy="228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2417064" y="803267"/>
            <a:ext cx="443" cy="214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8526" y="803267"/>
            <a:ext cx="21017" cy="10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179543" y="803849"/>
            <a:ext cx="20778" cy="5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200321" y="802128"/>
            <a:ext cx="24133" cy="1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224454" y="802128"/>
            <a:ext cx="21127" cy="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45581" y="802594"/>
            <a:ext cx="19846" cy="18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265427" y="804438"/>
            <a:ext cx="21723" cy="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287150" y="802155"/>
            <a:ext cx="23038" cy="23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310188" y="802155"/>
            <a:ext cx="19563" cy="11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329751" y="801753"/>
            <a:ext cx="23349" cy="15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353100" y="801753"/>
            <a:ext cx="22352" cy="1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375452" y="801882"/>
            <a:ext cx="20777" cy="1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396229" y="803091"/>
            <a:ext cx="22217" cy="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418446" y="803177"/>
            <a:ext cx="19667" cy="6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438113" y="803373"/>
            <a:ext cx="21948" cy="4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460061" y="803267"/>
            <a:ext cx="21638" cy="1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 flipV="1">
            <a:off x="2476266" y="783345"/>
            <a:ext cx="5433" cy="199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 flipV="1">
            <a:off x="2474261" y="761538"/>
            <a:ext cx="2005" cy="218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 flipV="1">
            <a:off x="2468287" y="739911"/>
            <a:ext cx="5974" cy="216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 flipV="1">
            <a:off x="2465685" y="718611"/>
            <a:ext cx="2602" cy="213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 flipV="1">
            <a:off x="2460156" y="695555"/>
            <a:ext cx="5529" cy="230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 flipV="1">
            <a:off x="2439093" y="695218"/>
            <a:ext cx="21063" cy="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416360" y="695218"/>
            <a:ext cx="22733" cy="1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2395675" y="694470"/>
            <a:ext cx="20685" cy="24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2375080" y="694470"/>
            <a:ext cx="20595" cy="16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H="1" flipV="1">
            <a:off x="2353941" y="694466"/>
            <a:ext cx="21139" cy="1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2331553" y="694466"/>
            <a:ext cx="22388" cy="4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H="1" flipV="1">
            <a:off x="2308774" y="694293"/>
            <a:ext cx="22779" cy="6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H="1">
            <a:off x="2286520" y="694293"/>
            <a:ext cx="22254" cy="13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2265974" y="695620"/>
            <a:ext cx="20546" cy="7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 flipV="1">
            <a:off x="2245300" y="695968"/>
            <a:ext cx="20674" cy="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 flipV="1">
            <a:off x="2223597" y="694650"/>
            <a:ext cx="21703" cy="13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2200256" y="694650"/>
            <a:ext cx="23341" cy="7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2180069" y="695413"/>
            <a:ext cx="20187" cy="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2175051" y="695543"/>
            <a:ext cx="5018" cy="20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2170880" y="716265"/>
            <a:ext cx="4171" cy="205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>
            <a:off x="2168069" y="736778"/>
            <a:ext cx="2811" cy="20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>
            <a:off x="2162047" y="757743"/>
            <a:ext cx="6022" cy="218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2158526" y="779635"/>
            <a:ext cx="3521" cy="2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309339" y="803267"/>
            <a:ext cx="1194" cy="204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2309339" y="823765"/>
            <a:ext cx="1194" cy="225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309339" y="846356"/>
            <a:ext cx="215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330886" y="824423"/>
            <a:ext cx="756" cy="219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2330886" y="803267"/>
            <a:ext cx="756" cy="21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2288534" y="846356"/>
            <a:ext cx="20805" cy="1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2266465" y="847510"/>
            <a:ext cx="22069" cy="237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66465" y="871309"/>
            <a:ext cx="4095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 flipV="1">
            <a:off x="2269190" y="857515"/>
            <a:ext cx="1370" cy="211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269190" y="840989"/>
            <a:ext cx="18722" cy="165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287912" y="836023"/>
            <a:ext cx="20124" cy="49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330886" y="846356"/>
            <a:ext cx="21517" cy="3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352403" y="846690"/>
            <a:ext cx="21355" cy="246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2369664" y="871308"/>
            <a:ext cx="4094" cy="7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369664" y="857172"/>
            <a:ext cx="1505" cy="21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 flipV="1">
            <a:off x="2352403" y="839576"/>
            <a:ext cx="18766" cy="175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 flipV="1">
            <a:off x="2332188" y="836023"/>
            <a:ext cx="20215" cy="35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266250" y="885135"/>
            <a:ext cx="22481" cy="9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288731" y="885056"/>
            <a:ext cx="20335" cy="10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309066" y="883920"/>
            <a:ext cx="22688" cy="1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331754" y="883920"/>
            <a:ext cx="20712" cy="3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52466" y="884220"/>
            <a:ext cx="21508" cy="9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370668" y="885135"/>
            <a:ext cx="3306" cy="217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367091" y="906860"/>
            <a:ext cx="3577" cy="201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363203" y="926984"/>
            <a:ext cx="3888" cy="227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2342283" y="948518"/>
            <a:ext cx="20920" cy="12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319257" y="948518"/>
            <a:ext cx="23026" cy="27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2298066" y="950254"/>
            <a:ext cx="21191" cy="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2277023" y="949770"/>
            <a:ext cx="21043" cy="4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 flipV="1">
            <a:off x="2272324" y="929667"/>
            <a:ext cx="4699" cy="201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2268803" y="906987"/>
            <a:ext cx="3521" cy="226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 flipV="1">
            <a:off x="2266250" y="885135"/>
            <a:ext cx="2553" cy="218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235752" y="1148191"/>
            <a:ext cx="22592" cy="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258344" y="1147269"/>
            <a:ext cx="20083" cy="15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278427" y="1147269"/>
            <a:ext cx="23285" cy="3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301712" y="1147572"/>
            <a:ext cx="19855" cy="1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321567" y="1149090"/>
            <a:ext cx="20394" cy="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341961" y="1148302"/>
            <a:ext cx="23661" cy="7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365622" y="1148302"/>
            <a:ext cx="21725" cy="8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387347" y="1147595"/>
            <a:ext cx="20194" cy="15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407541" y="1146766"/>
            <a:ext cx="22824" cy="8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430365" y="1146766"/>
            <a:ext cx="20866" cy="6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451231" y="1147421"/>
            <a:ext cx="22791" cy="17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474022" y="1148111"/>
            <a:ext cx="20892" cy="1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494914" y="1147968"/>
            <a:ext cx="19682" cy="1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514596" y="1147131"/>
            <a:ext cx="21835" cy="8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536431" y="1147131"/>
            <a:ext cx="22494" cy="1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H="1" flipV="1">
            <a:off x="3557158" y="1126190"/>
            <a:ext cx="1767" cy="22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H="1" flipV="1">
            <a:off x="3553837" y="1104171"/>
            <a:ext cx="3321" cy="220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H="1" flipV="1">
            <a:off x="3552156" y="1083587"/>
            <a:ext cx="1681" cy="205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H="1" flipV="1">
            <a:off x="3548357" y="1062023"/>
            <a:ext cx="3799" cy="215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H="1" flipV="1">
            <a:off x="3545364" y="1042100"/>
            <a:ext cx="2993" cy="199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H="1" flipV="1">
            <a:off x="3543818" y="1020079"/>
            <a:ext cx="1546" cy="220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 flipV="1">
            <a:off x="3541192" y="998807"/>
            <a:ext cx="2626" cy="212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 flipV="1">
            <a:off x="3537382" y="975837"/>
            <a:ext cx="3810" cy="229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 flipV="1">
            <a:off x="3514336" y="975624"/>
            <a:ext cx="23046" cy="2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493726" y="975624"/>
            <a:ext cx="20610" cy="5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H="1" flipV="1">
            <a:off x="3473336" y="975715"/>
            <a:ext cx="20390" cy="4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H="1">
            <a:off x="3449882" y="975715"/>
            <a:ext cx="23454" cy="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H="1">
            <a:off x="3430558" y="976259"/>
            <a:ext cx="19324" cy="5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H="1" flipV="1">
            <a:off x="3409297" y="974733"/>
            <a:ext cx="21261" cy="2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3386355" y="974733"/>
            <a:ext cx="22942" cy="2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 flipV="1">
            <a:off x="3365808" y="976065"/>
            <a:ext cx="20547" cy="11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 flipV="1">
            <a:off x="3343039" y="974939"/>
            <a:ext cx="22769" cy="11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H="1">
            <a:off x="3322546" y="974939"/>
            <a:ext cx="20493" cy="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H="1">
            <a:off x="3301719" y="975018"/>
            <a:ext cx="20827" cy="12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 flipV="1">
            <a:off x="3277513" y="975310"/>
            <a:ext cx="24206" cy="9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>
            <a:off x="3257295" y="975310"/>
            <a:ext cx="20218" cy="5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3254214" y="975831"/>
            <a:ext cx="3081" cy="199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H="1">
            <a:off x="3251898" y="995753"/>
            <a:ext cx="2316" cy="221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3248469" y="1017917"/>
            <a:ext cx="3429" cy="228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3246605" y="1040733"/>
            <a:ext cx="1864" cy="21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3244032" y="1062185"/>
            <a:ext cx="2573" cy="2014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3240851" y="1082331"/>
            <a:ext cx="3181" cy="220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3238688" y="1104423"/>
            <a:ext cx="2163" cy="222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>
            <a:off x="3235752" y="1126719"/>
            <a:ext cx="2936" cy="214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78841" y="954713"/>
            <a:ext cx="191" cy="211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79032" y="933103"/>
            <a:ext cx="803" cy="21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H="1" flipV="1">
            <a:off x="3277611" y="912595"/>
            <a:ext cx="2224" cy="205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277611" y="890693"/>
            <a:ext cx="609" cy="219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278220" y="869284"/>
            <a:ext cx="1866" cy="214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H="1" flipV="1">
            <a:off x="3280022" y="847883"/>
            <a:ext cx="64" cy="214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H="1" flipV="1">
            <a:off x="3278641" y="825976"/>
            <a:ext cx="1381" cy="219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278641" y="803472"/>
            <a:ext cx="200" cy="225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H="1" flipV="1">
            <a:off x="3299543" y="955333"/>
            <a:ext cx="844" cy="204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299543" y="933623"/>
            <a:ext cx="1368" cy="217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H="1" flipV="1">
            <a:off x="3300049" y="912495"/>
            <a:ext cx="862" cy="211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00049" y="889453"/>
            <a:ext cx="869" cy="230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00918" y="867842"/>
            <a:ext cx="290" cy="21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H="1" flipV="1">
            <a:off x="3299071" y="846822"/>
            <a:ext cx="2137" cy="210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299071" y="825363"/>
            <a:ext cx="1702" cy="214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H="1" flipV="1">
            <a:off x="3300387" y="803472"/>
            <a:ext cx="386" cy="218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 flipV="1">
            <a:off x="3514984" y="953862"/>
            <a:ext cx="851" cy="219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4984" y="932404"/>
            <a:ext cx="124" cy="214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3514689" y="910697"/>
            <a:ext cx="419" cy="217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14689" y="890685"/>
            <a:ext cx="227" cy="2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14916" y="867572"/>
            <a:ext cx="1165" cy="231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 flipV="1">
            <a:off x="3514633" y="846085"/>
            <a:ext cx="1448" cy="214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14633" y="825589"/>
            <a:ext cx="1105" cy="204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515738" y="803472"/>
            <a:ext cx="97" cy="221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94289" y="953052"/>
            <a:ext cx="917" cy="227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 flipV="1">
            <a:off x="3493922" y="933184"/>
            <a:ext cx="1284" cy="19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 flipV="1">
            <a:off x="3492963" y="911398"/>
            <a:ext cx="959" cy="217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92963" y="889495"/>
            <a:ext cx="2481" cy="219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 flipV="1">
            <a:off x="3494643" y="869164"/>
            <a:ext cx="801" cy="203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 flipV="1">
            <a:off x="3492831" y="845680"/>
            <a:ext cx="1812" cy="234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92831" y="826027"/>
            <a:ext cx="1902" cy="196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 flipV="1">
            <a:off x="3494289" y="803472"/>
            <a:ext cx="444" cy="225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235752" y="803472"/>
            <a:ext cx="21611" cy="7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257363" y="804214"/>
            <a:ext cx="20411" cy="5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277774" y="804712"/>
            <a:ext cx="21471" cy="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299245" y="802208"/>
            <a:ext cx="22039" cy="25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21284" y="802208"/>
            <a:ext cx="20815" cy="27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342099" y="803340"/>
            <a:ext cx="22284" cy="16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364383" y="803340"/>
            <a:ext cx="22475" cy="3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386858" y="803725"/>
            <a:ext cx="20604" cy="6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407462" y="803794"/>
            <a:ext cx="22500" cy="6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429962" y="802823"/>
            <a:ext cx="20859" cy="9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450821" y="802823"/>
            <a:ext cx="22446" cy="1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473267" y="803007"/>
            <a:ext cx="21491" cy="11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494758" y="804129"/>
            <a:ext cx="22526" cy="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17284" y="803317"/>
            <a:ext cx="18720" cy="10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536004" y="803317"/>
            <a:ext cx="22921" cy="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3553319" y="781856"/>
            <a:ext cx="5606" cy="216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3549231" y="761642"/>
            <a:ext cx="4088" cy="202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3546445" y="741433"/>
            <a:ext cx="2786" cy="20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3542779" y="719619"/>
            <a:ext cx="3666" cy="218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H="1" flipV="1">
            <a:off x="3537382" y="695760"/>
            <a:ext cx="5397" cy="238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H="1">
            <a:off x="3515174" y="695760"/>
            <a:ext cx="22208" cy="13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H="1" flipV="1">
            <a:off x="3494723" y="695559"/>
            <a:ext cx="20451" cy="15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H="1">
            <a:off x="3472989" y="695559"/>
            <a:ext cx="21734" cy="5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H="1">
            <a:off x="3451759" y="696077"/>
            <a:ext cx="21230" cy="2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H="1">
            <a:off x="3428327" y="696306"/>
            <a:ext cx="23432" cy="1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H="1" flipV="1">
            <a:off x="3409357" y="695773"/>
            <a:ext cx="18970" cy="6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H="1">
            <a:off x="3388046" y="695773"/>
            <a:ext cx="21311" cy="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H="1" flipV="1">
            <a:off x="3364556" y="695593"/>
            <a:ext cx="23490" cy="7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H="1" flipV="1">
            <a:off x="3343352" y="694728"/>
            <a:ext cx="21204" cy="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H="1" flipV="1">
            <a:off x="3323305" y="694590"/>
            <a:ext cx="20047" cy="1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>
            <a:off x="3301128" y="694590"/>
            <a:ext cx="22177" cy="8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H="1">
            <a:off x="3278428" y="695478"/>
            <a:ext cx="22700" cy="9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H="1" flipV="1">
            <a:off x="3257295" y="695748"/>
            <a:ext cx="21133" cy="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H="1">
            <a:off x="3253425" y="695748"/>
            <a:ext cx="3870" cy="213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H="1">
            <a:off x="3249706" y="717075"/>
            <a:ext cx="3719" cy="219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H="1">
            <a:off x="3243416" y="739046"/>
            <a:ext cx="6290" cy="203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H="1">
            <a:off x="3241216" y="759408"/>
            <a:ext cx="2200" cy="201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H="1">
            <a:off x="3235752" y="779543"/>
            <a:ext cx="5464" cy="239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3386362" y="803472"/>
            <a:ext cx="203" cy="206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386362" y="824120"/>
            <a:ext cx="203" cy="2244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386565" y="846561"/>
            <a:ext cx="2154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 flipV="1">
            <a:off x="3407054" y="825126"/>
            <a:ext cx="1057" cy="214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3407054" y="803472"/>
            <a:ext cx="1057" cy="216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3364198" y="846561"/>
            <a:ext cx="22367" cy="8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3343692" y="847453"/>
            <a:ext cx="20506" cy="240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43692" y="871514"/>
            <a:ext cx="4094" cy="7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3347786" y="855956"/>
            <a:ext cx="1349" cy="229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3349135" y="839558"/>
            <a:ext cx="16937" cy="163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3366072" y="836228"/>
            <a:ext cx="19190" cy="33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3408111" y="846198"/>
            <a:ext cx="22639" cy="3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430750" y="846198"/>
            <a:ext cx="20234" cy="253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H="1">
            <a:off x="3446890" y="871513"/>
            <a:ext cx="4094" cy="73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3446890" y="856923"/>
            <a:ext cx="941" cy="219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H="1" flipV="1">
            <a:off x="3430260" y="841495"/>
            <a:ext cx="17571" cy="154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 flipV="1">
            <a:off x="3409414" y="836229"/>
            <a:ext cx="20846" cy="52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3343476" y="884527"/>
            <a:ext cx="21911" cy="8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365387" y="884527"/>
            <a:ext cx="20860" cy="6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386247" y="885132"/>
            <a:ext cx="20859" cy="13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3407106" y="885474"/>
            <a:ext cx="22783" cy="1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3429889" y="885340"/>
            <a:ext cx="21311" cy="13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H="1">
            <a:off x="3448082" y="885340"/>
            <a:ext cx="3118" cy="199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H="1">
            <a:off x="3444402" y="905296"/>
            <a:ext cx="3680" cy="237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H="1">
            <a:off x="3440429" y="929046"/>
            <a:ext cx="3973" cy="209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H="1" flipV="1">
            <a:off x="3417589" y="949515"/>
            <a:ext cx="22840" cy="4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H="1">
            <a:off x="3396896" y="949515"/>
            <a:ext cx="20693" cy="13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3375528" y="950390"/>
            <a:ext cx="21368" cy="5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H="1" flipV="1">
            <a:off x="3354249" y="949975"/>
            <a:ext cx="21279" cy="4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H="1" flipV="1">
            <a:off x="3349628" y="930415"/>
            <a:ext cx="4621" cy="195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3347321" y="908792"/>
            <a:ext cx="2307" cy="216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H="1" flipV="1">
            <a:off x="3343476" y="885340"/>
            <a:ext cx="3845" cy="23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04291" y="1444015"/>
            <a:ext cx="1132" cy="219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H="1" flipV="1">
            <a:off x="2889692" y="1427527"/>
            <a:ext cx="15731" cy="164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H="1" flipV="1">
            <a:off x="2863852" y="1416451"/>
            <a:ext cx="25840" cy="110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H="1">
            <a:off x="2839629" y="1416451"/>
            <a:ext cx="24223" cy="68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H="1">
            <a:off x="2821219" y="1423299"/>
            <a:ext cx="18410" cy="146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H="1">
            <a:off x="2811665" y="1437959"/>
            <a:ext cx="9554" cy="253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811665" y="1463338"/>
            <a:ext cx="6609" cy="248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818274" y="1488234"/>
            <a:ext cx="16344" cy="16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834618" y="1504893"/>
            <a:ext cx="23935" cy="10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858553" y="1509706"/>
            <a:ext cx="23422" cy="58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881975" y="1492548"/>
            <a:ext cx="17500" cy="171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899475" y="1468637"/>
            <a:ext cx="11265" cy="239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H="1">
            <a:off x="2868045" y="1444442"/>
            <a:ext cx="14703" cy="16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H="1">
            <a:off x="2852651" y="1460582"/>
            <a:ext cx="15394" cy="129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H="1">
            <a:off x="2839660" y="1473486"/>
            <a:ext cx="12991" cy="140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839656" y="1444442"/>
            <a:ext cx="14770" cy="136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854426" y="1458113"/>
            <a:ext cx="14423" cy="170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868849" y="1475182"/>
            <a:ext cx="13895" cy="12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H="1">
            <a:off x="2812596" y="1493685"/>
            <a:ext cx="15600" cy="145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H="1">
            <a:off x="2796444" y="1508242"/>
            <a:ext cx="16152" cy="137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H="1">
            <a:off x="2778444" y="1522034"/>
            <a:ext cx="18000" cy="115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H="1">
            <a:off x="2762070" y="1533542"/>
            <a:ext cx="16374" cy="154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2745873" y="1548963"/>
            <a:ext cx="16197" cy="119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2730042" y="1560925"/>
            <a:ext cx="15831" cy="153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2711964" y="1576324"/>
            <a:ext cx="18078" cy="150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H="1">
            <a:off x="2694996" y="1591394"/>
            <a:ext cx="16968" cy="127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H="1">
            <a:off x="2679169" y="1604162"/>
            <a:ext cx="15827" cy="153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H="1">
            <a:off x="2663270" y="1619477"/>
            <a:ext cx="15899" cy="125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663270" y="1632076"/>
            <a:ext cx="13677" cy="15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676947" y="1648062"/>
            <a:ext cx="12364" cy="175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689311" y="1665625"/>
            <a:ext cx="16415" cy="15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705726" y="1681027"/>
            <a:ext cx="12975" cy="16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718701" y="1697494"/>
            <a:ext cx="13682" cy="171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H="1">
            <a:off x="2713114" y="1714672"/>
            <a:ext cx="19269" cy="112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H="1">
            <a:off x="2694343" y="1725957"/>
            <a:ext cx="18771" cy="97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H="1">
            <a:off x="2676571" y="1735684"/>
            <a:ext cx="17772" cy="117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H="1">
            <a:off x="2658980" y="1747448"/>
            <a:ext cx="17591" cy="111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H="1">
            <a:off x="2639124" y="1758628"/>
            <a:ext cx="19856" cy="99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663155" y="1632173"/>
            <a:ext cx="3539" cy="216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666694" y="1653787"/>
            <a:ext cx="3286" cy="205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669980" y="1674322"/>
            <a:ext cx="3035" cy="217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673015" y="1696033"/>
            <a:ext cx="5099" cy="21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H="1">
            <a:off x="2661168" y="1717041"/>
            <a:ext cx="16946" cy="11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H="1">
            <a:off x="2641596" y="1728171"/>
            <a:ext cx="19572" cy="111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H="1">
            <a:off x="2622213" y="1739327"/>
            <a:ext cx="19383" cy="113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H="1">
            <a:off x="2604155" y="1750709"/>
            <a:ext cx="18058" cy="89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H="1">
            <a:off x="2584841" y="1759631"/>
            <a:ext cx="19314" cy="11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778683" y="1535229"/>
            <a:ext cx="15996" cy="127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2794679" y="1547961"/>
            <a:ext cx="16736" cy="147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811415" y="1562714"/>
            <a:ext cx="16877" cy="133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828292" y="1576025"/>
            <a:ext cx="15658" cy="152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843950" y="1591253"/>
            <a:ext cx="17232" cy="132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861182" y="1592507"/>
            <a:ext cx="17977" cy="119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879159" y="1582775"/>
            <a:ext cx="19917" cy="97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899076" y="1572161"/>
            <a:ext cx="18092" cy="1061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778683" y="1514653"/>
            <a:ext cx="2728" cy="205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81411" y="1491486"/>
            <a:ext cx="5712" cy="231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87123" y="1472971"/>
            <a:ext cx="2890" cy="18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90013" y="1448753"/>
            <a:ext cx="2593" cy="242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792606" y="1427890"/>
            <a:ext cx="3494" cy="208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796100" y="1406907"/>
            <a:ext cx="3704" cy="209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799804" y="1386637"/>
            <a:ext cx="4003" cy="202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803807" y="1365493"/>
            <a:ext cx="4802" cy="211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H="1">
            <a:off x="2831008" y="1693849"/>
            <a:ext cx="20406" cy="18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H="1" flipV="1">
            <a:off x="2817512" y="1711647"/>
            <a:ext cx="13496" cy="6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H="1">
            <a:off x="2791712" y="1711647"/>
            <a:ext cx="25800" cy="168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H="1">
            <a:off x="2783882" y="1728505"/>
            <a:ext cx="7830" cy="9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H="1">
            <a:off x="2758505" y="1737579"/>
            <a:ext cx="25377" cy="117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H="1">
            <a:off x="2741632" y="1749295"/>
            <a:ext cx="16873" cy="137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H="1">
            <a:off x="2726282" y="1763005"/>
            <a:ext cx="15350" cy="748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H="1">
            <a:off x="2706623" y="1770493"/>
            <a:ext cx="19659" cy="95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H="1">
            <a:off x="2684320" y="1780019"/>
            <a:ext cx="22303" cy="11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H="1">
            <a:off x="2670448" y="1791539"/>
            <a:ext cx="13872" cy="90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H="1">
            <a:off x="2647117" y="1800577"/>
            <a:ext cx="23331" cy="161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H="1">
            <a:off x="2629728" y="1816694"/>
            <a:ext cx="17389" cy="131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H="1">
            <a:off x="2608678" y="1829819"/>
            <a:ext cx="21050" cy="1093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H="1">
            <a:off x="2595711" y="1840754"/>
            <a:ext cx="12967" cy="59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H="1">
            <a:off x="2572236" y="1846701"/>
            <a:ext cx="23475" cy="14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H="1">
            <a:off x="2549545" y="1860965"/>
            <a:ext cx="22691" cy="128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H="1">
            <a:off x="2532039" y="1873778"/>
            <a:ext cx="17506" cy="105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H="1">
            <a:off x="2522462" y="1884284"/>
            <a:ext cx="9577" cy="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H="1">
            <a:off x="2497025" y="1885152"/>
            <a:ext cx="25437" cy="97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H="1">
            <a:off x="2478658" y="1894907"/>
            <a:ext cx="18367" cy="141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H="1">
            <a:off x="2722454" y="1693849"/>
            <a:ext cx="21236" cy="119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H="1">
            <a:off x="2705959" y="1705820"/>
            <a:ext cx="16495" cy="138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H="1">
            <a:off x="2680529" y="1719707"/>
            <a:ext cx="25430" cy="52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H="1">
            <a:off x="2669193" y="1724946"/>
            <a:ext cx="11336" cy="77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H="1">
            <a:off x="2655805" y="1732662"/>
            <a:ext cx="13388" cy="120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H="1">
            <a:off x="2629314" y="1744716"/>
            <a:ext cx="26491" cy="130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H="1">
            <a:off x="2609326" y="1757783"/>
            <a:ext cx="19988" cy="102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H="1">
            <a:off x="2588209" y="1768067"/>
            <a:ext cx="21117" cy="156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H="1">
            <a:off x="2567299" y="1783743"/>
            <a:ext cx="20910" cy="6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H="1">
            <a:off x="2562509" y="1789751"/>
            <a:ext cx="4790" cy="13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H="1">
            <a:off x="2536224" y="1802981"/>
            <a:ext cx="26285" cy="892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H="1">
            <a:off x="2520939" y="1811910"/>
            <a:ext cx="15285" cy="62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H="1">
            <a:off x="2500649" y="1818208"/>
            <a:ext cx="20290" cy="95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H="1">
            <a:off x="2481127" y="1827732"/>
            <a:ext cx="19522" cy="23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H="1">
            <a:off x="2463385" y="1851009"/>
            <a:ext cx="17742" cy="132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H="1">
            <a:off x="2442466" y="1864247"/>
            <a:ext cx="20919" cy="61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H="1">
            <a:off x="2428012" y="1870351"/>
            <a:ext cx="14454" cy="18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H="1">
            <a:off x="2403193" y="1872191"/>
            <a:ext cx="24819" cy="153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H="1">
            <a:off x="2391590" y="1887533"/>
            <a:ext cx="11603" cy="111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H="1">
            <a:off x="2370934" y="1898713"/>
            <a:ext cx="20656" cy="103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3" name="Picture 4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4" name="Picture 43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5" name="TextBox 43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logic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probability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233907" y="611771"/>
            <a:ext cx="355148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314652" y="612059"/>
            <a:ext cx="2470743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0">
                <a:solidFill>
                  <a:srgbClr val="000000"/>
                </a:solidFill>
                <a:latin typeface="Josefin Sans"/>
              </a:rPr>
              <a:t> </a:t>
            </a:r>
            <a:r>
              <a:rPr sz="476" b="0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667826" y="849365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 A has a 0.9 prob-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67826" y="902363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ability of drinkable wa-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667826" y="955368"/>
            <a:ext cx="4117569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ter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618738" y="822528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B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has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618738" y="875533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 fuzzy membership of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618738" y="928539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0.9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in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drink-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3618738" y="981544"/>
            <a:ext cx="2166657" cy="704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7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357" b="0">
                <a:solidFill>
                  <a:srgbClr val="000000"/>
                </a:solidFill>
                <a:latin typeface="Josefin Sans"/>
              </a:rPr>
              <a:t> </a:t>
            </a:r>
            <a:r>
              <a:rPr sz="357" b="0">
                <a:solidFill>
                  <a:srgbClr val="000000"/>
                </a:solidFill>
                <a:latin typeface="Josefin Sans"/>
              </a:rPr>
              <a:t>water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2976987" y="1507038"/>
            <a:ext cx="280840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Which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should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976987" y="1578969"/>
            <a:ext cx="2808408" cy="938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6" b="1">
                <a:solidFill>
                  <a:srgbClr val="000000"/>
                </a:solidFill>
                <a:latin typeface="Josefin Sans"/>
              </a:rPr>
              <a:t>man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crawl</a:t>
            </a:r>
            <a:r>
              <a:rPr sz="476" b="1">
                <a:solidFill>
                  <a:srgbClr val="000000"/>
                </a:solidFill>
                <a:latin typeface="Josefin Sans"/>
              </a:rPr>
              <a:t> </a:t>
            </a:r>
            <a:r>
              <a:rPr sz="476" b="1">
                <a:solidFill>
                  <a:srgbClr val="000000"/>
                </a:solidFill>
                <a:latin typeface="Josefin Sans"/>
              </a:rPr>
              <a:t>to?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08013" y="1959415"/>
            <a:ext cx="53773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527268" y="2110074"/>
            <a:ext cx="52581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685104" y="2288034"/>
            <a:ext cx="510029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9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suitable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685104" y="2427213"/>
            <a:ext cx="510029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drinking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685104" y="2566392"/>
            <a:ext cx="510029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poisonous.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27268" y="2717400"/>
            <a:ext cx="52581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poisonous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one.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3084005" y="1959413"/>
            <a:ext cx="27013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Well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3203258" y="2110072"/>
            <a:ext cx="25821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quality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perfect,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3361094" y="2288032"/>
            <a:ext cx="24243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drinkable.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4897476" y="3150915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5642559" y="3150691"/>
            <a:ext cx="1428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480473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815767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151059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486353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21647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56938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492232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827527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162821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498112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833406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168701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0503992" y="-23899640"/>
            <a:ext cx="0" cy="48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480473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815767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151059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86353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821647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156938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492232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827527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162821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498112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833406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168701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503992" y="-2463462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480473" y="-2391634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480473" y="-24242833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480473" y="-24569326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30455390" y="-2391634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30455390" y="-24242833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0455390" y="-24569326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480473" y="-24569326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7808234" y="-24569326"/>
            <a:ext cx="0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808234" y="-23916341"/>
            <a:ext cx="2695758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480473" y="-23916341"/>
            <a:ext cx="1341174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7821647" y="-24569326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821647" y="-24569326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478822" y="-24569326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478822" y="-23916341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480473" y="-23916341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492232" y="-24569326"/>
            <a:ext cx="0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492232" y="-24569326"/>
            <a:ext cx="2011760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480473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6815767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7151059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7486353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821647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8156938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492232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827527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162821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498112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833406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168701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503992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480473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815767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151059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486353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821647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156938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8492232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8827527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162821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498112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833406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168701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503992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480473" y="-227125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6480473" y="-2303907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480473" y="-2336556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455390" y="-227125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455390" y="-2303907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455390" y="-2336556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6480473" y="-23365569"/>
            <a:ext cx="67058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7151059" y="-23365569"/>
            <a:ext cx="670588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7821647" y="-22712584"/>
            <a:ext cx="268234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6480473" y="-22712584"/>
            <a:ext cx="100588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7486353" y="-23365569"/>
            <a:ext cx="670585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156938" y="-23365569"/>
            <a:ext cx="670589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827527" y="-22712584"/>
            <a:ext cx="167646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6480473" y="-22712584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492232" y="-23365569"/>
            <a:ext cx="670589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162821" y="-23365569"/>
            <a:ext cx="1341171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3" y="5278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897474" y="315092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639675" y="3150696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4839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115749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83099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483984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115749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83099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830999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830999"/>
            <a:ext cx="0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483984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483984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830999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830999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830999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483984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483984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830999"/>
            <a:ext cx="0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83099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480473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6815767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7151059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7486353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821647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8156938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492232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827527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162821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498112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833406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168701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503992" y="-2269588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480473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815767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151059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486353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821647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156938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8492232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8827527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162821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498112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833406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168701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503992" y="-23430870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480473" y="-227125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6480473" y="-2303907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480473" y="-2336556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30455390" y="-227125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30455390" y="-2303907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30455390" y="-2336556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6480473" y="-23365569"/>
            <a:ext cx="67058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7151059" y="-23365569"/>
            <a:ext cx="670588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7821647" y="-22712584"/>
            <a:ext cx="268234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6480473" y="-22712584"/>
            <a:ext cx="100588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7486353" y="-23365569"/>
            <a:ext cx="670585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156938" y="-23365569"/>
            <a:ext cx="670589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827527" y="-22712584"/>
            <a:ext cx="167646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6480473" y="-22712584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492232" y="-23365569"/>
            <a:ext cx="670589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162821" y="-23365569"/>
            <a:ext cx="1341171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3" y="5278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07555" y="1569436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42842" y="1569436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78130" y="1569436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13417" y="1569436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48705" y="1569436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3993" y="1569436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19280" y="1569436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54579" y="1569436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89867" y="1569436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25155" y="1569436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60442" y="1569436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95730" y="1569436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31017" y="1569436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99108" y="1442140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3830" y="1115653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99108" y="789167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46914" y="1118412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94347" y="1110217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30698" y="1118412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82669" y="1748148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81199" y="964498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9373" y="924326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4" y="315092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39675" y="3150696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500686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765696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483984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115749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83099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483984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115749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83099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830999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830999"/>
            <a:ext cx="0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483984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483984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830999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830999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830999"/>
            <a:ext cx="0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483984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483984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830999"/>
            <a:ext cx="0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83099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80147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415440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75073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86026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421320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5661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091906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427200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76249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097786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433079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768373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103665" y="270444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080147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415440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5073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86026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421320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5661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91906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427200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76249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097786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433079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768373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103665" y="196945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80147" y="2687741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80147" y="236124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80147" y="2034756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5055064" y="268774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5055064" y="236124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5055064" y="2034756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80147" y="2034756"/>
            <a:ext cx="67058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750733" y="2034756"/>
            <a:ext cx="670587" cy="6529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421320" y="2687741"/>
            <a:ext cx="268234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80147" y="2687741"/>
            <a:ext cx="1005879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086026" y="2034756"/>
            <a:ext cx="670587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56613" y="2034756"/>
            <a:ext cx="670587" cy="6529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427200" y="2687741"/>
            <a:ext cx="167646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80147" y="2687741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91906" y="2034756"/>
            <a:ext cx="670587" cy="652985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762493" y="2034756"/>
            <a:ext cx="1341172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3" y="5278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07555" y="1569436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42842" y="1569436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78130" y="1569436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13417" y="1569436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48705" y="1569436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3993" y="1569436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19280" y="1569436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54579" y="1569436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89867" y="1569436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25155" y="1569436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60442" y="1569436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95730" y="1569436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31017" y="1569436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99108" y="1442140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23830" y="1115653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99108" y="789167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46914" y="1118412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94347" y="1110217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30698" y="1118412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82669" y="1748148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81199" y="964498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9373" y="924326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7555" y="2773193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342842" y="2773193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78130" y="2773193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13417" y="2773193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348705" y="2773193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683993" y="2773193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019280" y="2773193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354579" y="2773193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9867" y="2773193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025155" y="2773193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60442" y="2773193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695730" y="2773193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031017" y="2773193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99108" y="2645897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23830" y="2319410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99108" y="1992924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45747" y="2322170"/>
            <a:ext cx="433964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594347" y="2313975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64818" y="2322170"/>
            <a:ext cx="162057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882669" y="2951906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81199" y="2168255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89372" y="2128083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639675" y="3150694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530" y="3150706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1736244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7747" y="1977075"/>
            <a:ext cx="3637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38530" y="3150706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1736244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7747" y="1977075"/>
            <a:ext cx="3637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4956" y="2217041"/>
            <a:ext cx="53904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separately?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38530" y="3150706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1736244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7747" y="1977075"/>
            <a:ext cx="3637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4956" y="2217041"/>
            <a:ext cx="53904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separately?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38186" y="2457439"/>
            <a:ext cx="424720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38530" y="3150706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1736244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7747" y="1977075"/>
            <a:ext cx="3637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4956" y="2217041"/>
            <a:ext cx="53904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separately?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38186" y="2457439"/>
            <a:ext cx="424720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81495" y="2634566"/>
            <a:ext cx="44039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38530" y="3150706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80147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1544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073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8602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132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61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0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427200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76249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97786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433079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768373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03665" y="1234111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80147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44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5073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8602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42132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661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9190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7200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6249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97786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33079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768373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103665" y="499122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80147" y="1217409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80147" y="890917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80147" y="564425"/>
            <a:ext cx="486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055064" y="121740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5055064" y="89091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5055064" y="56442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80147" y="564425"/>
            <a:ext cx="132776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07908" y="564425"/>
            <a:ext cx="0" cy="65298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07908" y="1217409"/>
            <a:ext cx="2695757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0147" y="1217409"/>
            <a:ext cx="1341173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21320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421320" y="564425"/>
            <a:ext cx="657175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78495" y="564425"/>
            <a:ext cx="0" cy="6529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78495" y="1217409"/>
            <a:ext cx="2025170" cy="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080147" y="1217409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91906" y="564425"/>
            <a:ext cx="0" cy="652984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91906" y="564425"/>
            <a:ext cx="2011759" cy="0"/>
          </a:xfrm>
          <a:prstGeom prst="line">
            <a:avLst/>
          </a:prstGeom>
          <a:ln w="455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7555" y="1302861"/>
            <a:ext cx="47778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42842" y="1302861"/>
            <a:ext cx="44425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78130" y="1302861"/>
            <a:ext cx="41072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13417" y="1302861"/>
            <a:ext cx="37719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48705" y="1302861"/>
            <a:ext cx="343669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83993" y="1302861"/>
            <a:ext cx="310140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19280" y="1302861"/>
            <a:ext cx="2766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4579" y="1302861"/>
            <a:ext cx="243081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89867" y="1302861"/>
            <a:ext cx="209552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5155" y="1302861"/>
            <a:ext cx="176024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60442" y="1302861"/>
            <a:ext cx="142495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95730" y="1302861"/>
            <a:ext cx="10896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17" y="1302861"/>
            <a:ext cx="7543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9108" y="1175565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830" y="849079"/>
            <a:ext cx="48615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9108" y="522592"/>
            <a:ext cx="478628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646914" y="851838"/>
            <a:ext cx="413848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94347" y="843631"/>
            <a:ext cx="319104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30698" y="851838"/>
            <a:ext cx="17546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2669" y="1481574"/>
            <a:ext cx="290272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81199" y="697923"/>
            <a:ext cx="520419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9372" y="657751"/>
            <a:ext cx="509602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1736244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47747" y="1977075"/>
            <a:ext cx="3637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4956" y="2217041"/>
            <a:ext cx="53904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separately?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38186" y="2457439"/>
            <a:ext cx="424720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81495" y="2634566"/>
            <a:ext cx="44039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21549" y="2811706"/>
            <a:ext cx="41638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97476" y="3150930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38533" y="3150706"/>
            <a:ext cx="1468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372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4183" y="949069"/>
            <a:ext cx="36012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7131" y="3150695"/>
            <a:ext cx="168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372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4183" y="949069"/>
            <a:ext cx="36012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538" y="1259806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96336" y="1571584"/>
            <a:ext cx="328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7131" y="3150695"/>
            <a:ext cx="168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372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4183" y="949069"/>
            <a:ext cx="36012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538" y="1259806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96336" y="1571584"/>
            <a:ext cx="328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538" y="1882309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98535" y="2194087"/>
            <a:ext cx="418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7131" y="3150695"/>
            <a:ext cx="168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372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4183" y="949069"/>
            <a:ext cx="36012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538" y="1259806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96336" y="1571584"/>
            <a:ext cx="328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538" y="1882309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98535" y="2194087"/>
            <a:ext cx="418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89628" y="2504812"/>
            <a:ext cx="22957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7131" y="3150695"/>
            <a:ext cx="168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3729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4183" y="949069"/>
            <a:ext cx="36012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538" y="1259806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96336" y="1571584"/>
            <a:ext cx="328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538" y="1882309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98535" y="2194087"/>
            <a:ext cx="41868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89628" y="2504812"/>
            <a:ext cx="22957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647" y="2762928"/>
            <a:ext cx="48757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17131" y="3150695"/>
            <a:ext cx="168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531809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04357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76905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649453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022001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394552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767099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139647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512195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884743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0257291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629838" y="-23838146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31809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904357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276905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49453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022001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394552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767099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139647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512195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84743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257291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0629838" y="-246727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6345536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718083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090631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463179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835727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8275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580826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953373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9325921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698469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0071017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0443565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816112" y="-2385614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345536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6718083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7090631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463179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7835727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8275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580826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8953373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9325921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698469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071017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443565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816112" y="-24672797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6345536" y="-2387470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6345536" y="-2423746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6345536" y="-24600239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0762109" y="-23874700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0762109" y="-24237469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0762109" y="-24600239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6718083" y="-23802142"/>
            <a:ext cx="0" cy="108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239652" y="-23802142"/>
            <a:ext cx="0" cy="108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7984747" y="-23802142"/>
            <a:ext cx="0" cy="108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8431805" y="-23802142"/>
            <a:ext cx="0" cy="108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8729843" y="-23802142"/>
            <a:ext cx="0" cy="108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345536" y="-2401980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6345536" y="-2409236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6345536" y="-2438257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6345536" y="-24455132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816112" y="-2401980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816112" y="-2409236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816112" y="-2438257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816112" y="-24455132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345536" y="-24600239"/>
            <a:ext cx="7450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7090631" y="-24600239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835727" y="-23874700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6345536" y="-23874700"/>
            <a:ext cx="1117643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7463179" y="-24600239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208275" y="-24600239"/>
            <a:ext cx="745098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8953373" y="-23874700"/>
            <a:ext cx="186273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6345536" y="-23874700"/>
            <a:ext cx="2235290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580826" y="-24600239"/>
            <a:ext cx="745095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9325921" y="-24600239"/>
            <a:ext cx="1490191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5" name="TextBox 12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0" name="Picture 1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3329517" y="1307964"/>
            <a:ext cx="0" cy="290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70514" y="1307964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9398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2" name="Picture 13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3" name="Picture 1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278771" y="1731227"/>
            <a:ext cx="250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09955" y="1271691"/>
            <a:ext cx="4975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3329517" y="1307964"/>
            <a:ext cx="0" cy="290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70514" y="1307964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9398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9517" y="1380518"/>
            <a:ext cx="0" cy="217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970514" y="1380518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9398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78771" y="1731227"/>
            <a:ext cx="250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0931" y="1344437"/>
            <a:ext cx="4974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09955" y="1271691"/>
            <a:ext cx="4975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3329517" y="1307964"/>
            <a:ext cx="0" cy="290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70514" y="1307964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9398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9517" y="1380518"/>
            <a:ext cx="0" cy="217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970514" y="1380518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9398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8000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78771" y="1731227"/>
            <a:ext cx="250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0931" y="1344437"/>
            <a:ext cx="4974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09955" y="1271691"/>
            <a:ext cx="4975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01649" y="2530388"/>
            <a:ext cx="438374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897479" y="3150916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640213" y="3150692"/>
            <a:ext cx="1451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3329517" y="1307964"/>
            <a:ext cx="0" cy="290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70514" y="1307964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9398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9517" y="1380518"/>
            <a:ext cx="0" cy="217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970514" y="1380518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9398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78771" y="1731227"/>
            <a:ext cx="250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0931" y="1344437"/>
            <a:ext cx="4974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09955" y="1271691"/>
            <a:ext cx="4975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01649" y="2530388"/>
            <a:ext cx="438374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44958" y="2707515"/>
            <a:ext cx="454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40206" y="3150695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56218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72752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544183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72752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52562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16285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80008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1775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839324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421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031478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329517" y="1598184"/>
            <a:ext cx="0" cy="10800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45209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45209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415786" y="1380518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415786" y="1307964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415786" y="1017749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415786" y="94519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45209" y="80008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690305" y="800087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435401" y="1525626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5209" y="152562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062853" y="800087"/>
            <a:ext cx="745097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07950" y="800087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553046" y="1525626"/>
            <a:ext cx="1862740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5209" y="152562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80498" y="80008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925594" y="80008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317757" y="800087"/>
            <a:ext cx="0" cy="79809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970514" y="800087"/>
            <a:ext cx="3472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939800" y="77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839324" y="945195"/>
            <a:ext cx="0" cy="6529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970514" y="945195"/>
            <a:ext cx="8688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Freeform 119"/>
          <p:cNvSpPr/>
          <p:nvPr/>
        </p:nvSpPr>
        <p:spPr>
          <a:xfrm>
            <a:off x="939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2584421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970514" y="1017749"/>
            <a:ext cx="16139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031478" y="1017749"/>
            <a:ext cx="0" cy="5804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>
            <a:off x="970514" y="1017749"/>
            <a:ext cx="206096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939800" y="100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 flipV="1">
            <a:off x="3329517" y="1307964"/>
            <a:ext cx="0" cy="290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970514" y="1307964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Freeform 128"/>
          <p:cNvSpPr/>
          <p:nvPr/>
        </p:nvSpPr>
        <p:spPr>
          <a:xfrm>
            <a:off x="9398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3329517" y="1380518"/>
            <a:ext cx="0" cy="217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970514" y="1380518"/>
            <a:ext cx="23590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9398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elements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given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format.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4551" y="1620572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37093" y="1620572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9635" y="1620572"/>
            <a:ext cx="41757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82177" y="1620572"/>
            <a:ext cx="3803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54719" y="1620572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27260" y="1620572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99802" y="1620572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72357" y="1620572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4899" y="1620572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17441" y="1620572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589982" y="1620572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62524" y="1620572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335065" y="1620572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5166" y="1479132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1524" y="111637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55166" y="75360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65781" y="1731227"/>
            <a:ext cx="4519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88031" y="1731227"/>
            <a:ext cx="39973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162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35133" y="1731227"/>
            <a:ext cx="3250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981921" y="1731227"/>
            <a:ext cx="28034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178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78771" y="1731227"/>
            <a:ext cx="250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10931" y="1344437"/>
            <a:ext cx="4974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09955" y="1271691"/>
            <a:ext cx="4975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3294" y="981674"/>
            <a:ext cx="4972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0398" y="908928"/>
            <a:ext cx="49749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51431" y="1119436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627654" y="1110317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72622" y="1119436"/>
            <a:ext cx="1412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48012" y="1819142"/>
            <a:ext cx="2837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90823" y="948419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1015" y="90378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59995" y="2087171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59995" y="2312393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01649" y="2530388"/>
            <a:ext cx="438374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44958" y="2707515"/>
            <a:ext cx="454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484999" y="2884655"/>
            <a:ext cx="4300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(155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(162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(178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(182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8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40209" y="3150693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-19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79985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97456" y="3150928"/>
            <a:ext cx="887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625610" y="3150704"/>
            <a:ext cx="15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-19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79985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9993" y="2153032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97456" y="3150928"/>
            <a:ext cx="887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25610" y="3150704"/>
            <a:ext cx="15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-19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79985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97456" y="3150928"/>
            <a:ext cx="887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25610" y="3150704"/>
            <a:ext cx="15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267454" y="1029631"/>
            <a:ext cx="0" cy="3627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982960" y="1029631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952500" y="100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2913" y="993560"/>
            <a:ext cx="49724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267454" y="1029631"/>
            <a:ext cx="0" cy="3627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982960" y="1029631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952500" y="100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2913" y="993560"/>
            <a:ext cx="49724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267454" y="1029631"/>
            <a:ext cx="0" cy="3627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982960" y="1029631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952500" y="100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3267454" y="1247293"/>
            <a:ext cx="0" cy="1451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982960" y="1247293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952500" y="123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5510" y="1211212"/>
            <a:ext cx="4959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13" y="993560"/>
            <a:ext cx="49724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392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16477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8902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6157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34122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0667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79218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51766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24314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6863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69410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41959" y="1356401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392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16477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8902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157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34122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667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79218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51766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24314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96863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69410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41959" y="52175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5765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3020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702751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530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4784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396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92944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65492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38040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310588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83137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55685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28233" y="1338405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5765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3020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702751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7530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4784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396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92944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65492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38040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10588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83137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55685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28233" y="521750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57655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57655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57655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74230" y="1319847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74230" y="95707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74230" y="594308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267454" y="1392405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267454" y="521750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57655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57655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428233" y="1247293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428233" y="1029631"/>
            <a:ext cx="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57655" y="594308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2751" y="594308"/>
            <a:ext cx="745097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447848" y="1319847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57655" y="1319847"/>
            <a:ext cx="1117645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75300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20396" y="594308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565492" y="1319847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57655" y="1319847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192944" y="594308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38040" y="594308"/>
            <a:ext cx="1490193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267454" y="1029631"/>
            <a:ext cx="0" cy="3627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982960" y="1029631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952500" y="100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2"/>
                </a:moveTo>
                <a:lnTo>
                  <a:pt x="4" y="4"/>
                </a:lnTo>
                <a:lnTo>
                  <a:pt x="2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3267454" y="1247293"/>
            <a:ext cx="0" cy="1451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982960" y="1247293"/>
            <a:ext cx="22844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952500" y="123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2" y="1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" y="314675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880006" y="314675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6985" y="1427240"/>
            <a:ext cx="49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49527" y="1427240"/>
            <a:ext cx="45358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622081" y="1427240"/>
            <a:ext cx="41633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94623" y="1427240"/>
            <a:ext cx="3790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67165" y="1427240"/>
            <a:ext cx="3418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39707" y="1427240"/>
            <a:ext cx="30456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12248" y="1427240"/>
            <a:ext cx="26731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84790" y="1427240"/>
            <a:ext cx="23006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57332" y="1427240"/>
            <a:ext cx="19280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229874" y="1427240"/>
            <a:ext cx="15555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02416" y="1427240"/>
            <a:ext cx="1182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74970" y="1427240"/>
            <a:ext cx="8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347512" y="1427240"/>
            <a:ext cx="437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55166" y="1273354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1524" y="910591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55166" y="547828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23997" y="1518463"/>
            <a:ext cx="25613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181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5510" y="1211212"/>
            <a:ext cx="4959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13" y="993560"/>
            <a:ext cx="49724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63865" y="913657"/>
            <a:ext cx="44215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640088" y="904551"/>
            <a:ext cx="3145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385055" y="913657"/>
            <a:ext cx="14003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960458" y="1625809"/>
            <a:ext cx="2824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3256" y="742653"/>
            <a:ext cx="5382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23462" y="698017"/>
            <a:ext cx="52619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9993" y="1906297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181cm?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9993" y="215303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181cm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517559" y="2362136"/>
            <a:ext cx="32678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256412" y="2539276"/>
            <a:ext cx="35289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656487" y="2716415"/>
            <a:ext cx="31289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7" y="3150928"/>
            <a:ext cx="8879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25632" y="3150704"/>
            <a:ext cx="1597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2789" y="1443636"/>
            <a:ext cx="0" cy="81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82789" y="1443636"/>
            <a:ext cx="16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02798" y="1443636"/>
            <a:ext cx="0" cy="81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582789" y="2253640"/>
            <a:ext cx="162000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901700" y="1536700"/>
            <a:ext cx="977900" cy="647700"/>
          </a:xfrm>
          <a:custGeom>
            <a:avLst/>
            <a:gdLst/>
            <a:ahLst/>
            <a:cxnLst/>
            <a:rect l="l" t="t" r="r" b="b"/>
            <a:pathLst>
              <a:path w="77" h="51">
                <a:moveTo>
                  <a:pt x="77" y="26"/>
                </a:moveTo>
                <a:lnTo>
                  <a:pt x="76" y="21"/>
                </a:lnTo>
                <a:lnTo>
                  <a:pt x="74" y="16"/>
                </a:lnTo>
                <a:lnTo>
                  <a:pt x="70" y="12"/>
                </a:lnTo>
                <a:lnTo>
                  <a:pt x="66" y="8"/>
                </a:lnTo>
                <a:lnTo>
                  <a:pt x="60" y="5"/>
                </a:lnTo>
                <a:lnTo>
                  <a:pt x="54" y="2"/>
                </a:lnTo>
                <a:lnTo>
                  <a:pt x="46" y="1"/>
                </a:lnTo>
                <a:lnTo>
                  <a:pt x="39" y="0"/>
                </a:lnTo>
                <a:lnTo>
                  <a:pt x="31" y="1"/>
                </a:lnTo>
                <a:lnTo>
                  <a:pt x="24" y="2"/>
                </a:lnTo>
                <a:lnTo>
                  <a:pt x="17" y="5"/>
                </a:lnTo>
                <a:lnTo>
                  <a:pt x="12" y="8"/>
                </a:lnTo>
                <a:lnTo>
                  <a:pt x="7" y="12"/>
                </a:lnTo>
                <a:lnTo>
                  <a:pt x="3" y="16"/>
                </a:lnTo>
                <a:lnTo>
                  <a:pt x="1" y="21"/>
                </a:lnTo>
                <a:lnTo>
                  <a:pt x="0" y="26"/>
                </a:lnTo>
                <a:lnTo>
                  <a:pt x="1" y="31"/>
                </a:lnTo>
                <a:lnTo>
                  <a:pt x="3" y="36"/>
                </a:lnTo>
                <a:lnTo>
                  <a:pt x="7" y="40"/>
                </a:lnTo>
                <a:lnTo>
                  <a:pt x="12" y="44"/>
                </a:lnTo>
                <a:lnTo>
                  <a:pt x="17" y="47"/>
                </a:lnTo>
                <a:lnTo>
                  <a:pt x="24" y="49"/>
                </a:lnTo>
                <a:lnTo>
                  <a:pt x="31" y="51"/>
                </a:lnTo>
                <a:lnTo>
                  <a:pt x="39" y="51"/>
                </a:lnTo>
                <a:lnTo>
                  <a:pt x="46" y="51"/>
                </a:lnTo>
                <a:lnTo>
                  <a:pt x="54" y="49"/>
                </a:lnTo>
                <a:lnTo>
                  <a:pt x="60" y="47"/>
                </a:lnTo>
                <a:lnTo>
                  <a:pt x="66" y="44"/>
                </a:lnTo>
                <a:lnTo>
                  <a:pt x="70" y="40"/>
                </a:lnTo>
                <a:lnTo>
                  <a:pt x="74" y="36"/>
                </a:lnTo>
                <a:lnTo>
                  <a:pt x="76" y="31"/>
                </a:lnTo>
                <a:lnTo>
                  <a:pt x="77" y="2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041400" y="1600200"/>
            <a:ext cx="508000" cy="520700"/>
          </a:xfrm>
          <a:custGeom>
            <a:avLst/>
            <a:gdLst/>
            <a:ahLst/>
            <a:cxnLst/>
            <a:rect l="l" t="t" r="r" b="b"/>
            <a:pathLst>
              <a:path w="40" h="41">
                <a:moveTo>
                  <a:pt x="40" y="21"/>
                </a:moveTo>
                <a:lnTo>
                  <a:pt x="40" y="17"/>
                </a:lnTo>
                <a:lnTo>
                  <a:pt x="39" y="13"/>
                </a:lnTo>
                <a:lnTo>
                  <a:pt x="37" y="9"/>
                </a:lnTo>
                <a:lnTo>
                  <a:pt x="34" y="6"/>
                </a:lnTo>
                <a:lnTo>
                  <a:pt x="31" y="4"/>
                </a:lnTo>
                <a:lnTo>
                  <a:pt x="28" y="2"/>
                </a:lnTo>
                <a:lnTo>
                  <a:pt x="24" y="1"/>
                </a:lnTo>
                <a:lnTo>
                  <a:pt x="20" y="0"/>
                </a:lnTo>
                <a:lnTo>
                  <a:pt x="16" y="1"/>
                </a:lnTo>
                <a:lnTo>
                  <a:pt x="12" y="2"/>
                </a:lnTo>
                <a:lnTo>
                  <a:pt x="9" y="4"/>
                </a:lnTo>
                <a:lnTo>
                  <a:pt x="6" y="6"/>
                </a:lnTo>
                <a:lnTo>
                  <a:pt x="3" y="9"/>
                </a:lnTo>
                <a:lnTo>
                  <a:pt x="1" y="13"/>
                </a:lnTo>
                <a:lnTo>
                  <a:pt x="0" y="17"/>
                </a:lnTo>
                <a:lnTo>
                  <a:pt x="0" y="21"/>
                </a:lnTo>
                <a:lnTo>
                  <a:pt x="0" y="25"/>
                </a:lnTo>
                <a:lnTo>
                  <a:pt x="1" y="29"/>
                </a:lnTo>
                <a:lnTo>
                  <a:pt x="3" y="32"/>
                </a:lnTo>
                <a:lnTo>
                  <a:pt x="6" y="35"/>
                </a:lnTo>
                <a:lnTo>
                  <a:pt x="9" y="38"/>
                </a:lnTo>
                <a:lnTo>
                  <a:pt x="12" y="40"/>
                </a:lnTo>
                <a:lnTo>
                  <a:pt x="16" y="41"/>
                </a:lnTo>
                <a:lnTo>
                  <a:pt x="20" y="41"/>
                </a:lnTo>
                <a:lnTo>
                  <a:pt x="24" y="41"/>
                </a:lnTo>
                <a:lnTo>
                  <a:pt x="28" y="40"/>
                </a:lnTo>
                <a:lnTo>
                  <a:pt x="31" y="38"/>
                </a:lnTo>
                <a:lnTo>
                  <a:pt x="34" y="35"/>
                </a:lnTo>
                <a:lnTo>
                  <a:pt x="37" y="32"/>
                </a:lnTo>
                <a:lnTo>
                  <a:pt x="39" y="29"/>
                </a:lnTo>
                <a:lnTo>
                  <a:pt x="40" y="25"/>
                </a:lnTo>
                <a:lnTo>
                  <a:pt x="40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H="1">
            <a:off x="1112313" y="1933569"/>
            <a:ext cx="114550" cy="114549"/>
          </a:xfrm>
          <a:prstGeom prst="line">
            <a:avLst/>
          </a:prstGeom>
          <a:ln w="50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848844" y="2048118"/>
            <a:ext cx="263469" cy="26346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559402" y="2063395"/>
            <a:ext cx="208266" cy="24819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176850" y="242476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76850" y="192131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76850" y="141787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5207814" y="242476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5207814" y="192131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5207814" y="1417870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59200" y="1422400"/>
            <a:ext cx="228600" cy="1003300"/>
          </a:xfrm>
          <a:custGeom>
            <a:avLst/>
            <a:gdLst/>
            <a:ahLst/>
            <a:cxnLst/>
            <a:rect l="l" t="t" r="r" b="b"/>
            <a:pathLst>
              <a:path w="18" h="79">
                <a:moveTo>
                  <a:pt x="0" y="79"/>
                </a:moveTo>
                <a:lnTo>
                  <a:pt x="0" y="79"/>
                </a:lnTo>
                <a:lnTo>
                  <a:pt x="18" y="0"/>
                </a:lnTo>
                <a:lnTo>
                  <a:pt x="18" y="79"/>
                </a:lnTo>
                <a:lnTo>
                  <a:pt x="16" y="79"/>
                </a:lnTo>
                <a:lnTo>
                  <a:pt x="9" y="79"/>
                </a:lnTo>
                <a:lnTo>
                  <a:pt x="1" y="79"/>
                </a:lnTo>
                <a:lnTo>
                  <a:pt x="0" y="79"/>
                </a:lnTo>
                <a:lnTo>
                  <a:pt x="0" y="7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0" y="1422400"/>
            <a:ext cx="469900" cy="1003300"/>
          </a:xfrm>
          <a:custGeom>
            <a:avLst/>
            <a:gdLst/>
            <a:ahLst/>
            <a:cxnLst/>
            <a:rect l="l" t="t" r="r" b="b"/>
            <a:pathLst>
              <a:path w="37" h="79">
                <a:moveTo>
                  <a:pt x="0" y="0"/>
                </a:moveTo>
                <a:lnTo>
                  <a:pt x="0" y="0"/>
                </a:lnTo>
                <a:lnTo>
                  <a:pt x="37" y="79"/>
                </a:lnTo>
                <a:lnTo>
                  <a:pt x="0" y="7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987800" y="1422400"/>
            <a:ext cx="457200" cy="1003300"/>
          </a:xfrm>
          <a:custGeom>
            <a:avLst/>
            <a:gdLst/>
            <a:ahLst/>
            <a:cxnLst/>
            <a:rect l="l" t="t" r="r" b="b"/>
            <a:pathLst>
              <a:path w="36" h="79">
                <a:moveTo>
                  <a:pt x="0" y="0"/>
                </a:moveTo>
                <a:lnTo>
                  <a:pt x="0" y="0"/>
                </a:lnTo>
                <a:lnTo>
                  <a:pt x="36" y="0"/>
                </a:lnTo>
                <a:lnTo>
                  <a:pt x="36" y="79"/>
                </a:lnTo>
                <a:lnTo>
                  <a:pt x="29" y="79"/>
                </a:lnTo>
                <a:lnTo>
                  <a:pt x="21" y="79"/>
                </a:lnTo>
                <a:lnTo>
                  <a:pt x="13" y="79"/>
                </a:lnTo>
                <a:lnTo>
                  <a:pt x="6" y="7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292381" y="2424760"/>
            <a:ext cx="46212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54507" y="1417870"/>
            <a:ext cx="231063" cy="100689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985570" y="1417870"/>
            <a:ext cx="46212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47695" y="1417870"/>
            <a:ext cx="462125" cy="100689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909820" y="2424760"/>
            <a:ext cx="23106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37069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33343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29618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425892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522167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18441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14716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10991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07265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003540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099814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196089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292363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388638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84912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581187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677461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773736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870011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966285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062560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158834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255109" y="2424760"/>
            <a:ext cx="96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351384" y="2424760"/>
            <a:ext cx="962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3754507" y="1921315"/>
            <a:ext cx="115531" cy="30206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78758" y="1820626"/>
            <a:ext cx="184850" cy="4027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3" y="90703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fuzziness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9993" y="10791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1494" y="1478752"/>
            <a:ext cx="51539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7255" y="2355208"/>
            <a:ext cx="52381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57718" y="2357380"/>
            <a:ext cx="4327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74364" y="2378266"/>
            <a:ext cx="27110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90722" y="1874826"/>
            <a:ext cx="2794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74364" y="1371385"/>
            <a:ext cx="27110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41293" y="1790846"/>
            <a:ext cx="2444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81334" y="1690160"/>
            <a:ext cx="1104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fuzziness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62873" y="1894028"/>
            <a:ext cx="3222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97475" y="3150930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24638" y="3150706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846247" y="-2386364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379287" y="-2386364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912325" y="-2386364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846247" y="-24436613"/>
            <a:ext cx="0" cy="4859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379287" y="-24436613"/>
            <a:ext cx="0" cy="4859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912325" y="-24436613"/>
            <a:ext cx="0" cy="4859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612237" y="-23866843"/>
            <a:ext cx="4859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612237" y="-24125831"/>
            <a:ext cx="4859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612237" y="-24384818"/>
            <a:ext cx="4859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9092410" y="-23866843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9092410" y="-24125831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9092410" y="-24384818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7739640" y="-23866847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744970" y="-23866847"/>
            <a:ext cx="5329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750299" y="-23866848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755629" y="-23866848"/>
            <a:ext cx="53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760962" y="-2386684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766292" y="-23866850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771622" y="-23866850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776952" y="-23866850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782282" y="-2386685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787612" y="-23866851"/>
            <a:ext cx="53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792945" y="-23866853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798275" y="-2386685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03605" y="-23866854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808935" y="-23866856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14265" y="-23866857"/>
            <a:ext cx="5329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819594" y="-2386685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824924" y="-23866861"/>
            <a:ext cx="5333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7830257" y="-2386686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835587" y="-23866865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840917" y="-23866867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846247" y="-23866870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851577" y="-2386687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7856907" y="-23866874"/>
            <a:ext cx="5333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862240" y="-23866878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7867570" y="-23866882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872900" y="-23866887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878230" y="-23866890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7883560" y="-23866895"/>
            <a:ext cx="5329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7888889" y="-23866901"/>
            <a:ext cx="5333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894222" y="-23866907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899552" y="-23866913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904882" y="-23866921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7910212" y="-23866930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7915542" y="-23866938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7920872" y="-23866949"/>
            <a:ext cx="5330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926202" y="-23866960"/>
            <a:ext cx="5333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931535" y="-23866972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7936865" y="-23866986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7942195" y="-23867000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947525" y="-23867017"/>
            <a:ext cx="5330" cy="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952855" y="-23867036"/>
            <a:ext cx="5329" cy="1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958184" y="-23867056"/>
            <a:ext cx="5333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7963517" y="-23867078"/>
            <a:ext cx="5330" cy="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7968847" y="-23867102"/>
            <a:ext cx="5330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7974177" y="-23867129"/>
            <a:ext cx="5330" cy="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979507" y="-23867160"/>
            <a:ext cx="5330" cy="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7984837" y="-23867192"/>
            <a:ext cx="5330" cy="3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990167" y="-23867229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995497" y="-23867270"/>
            <a:ext cx="5333" cy="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8000830" y="-23867315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8006160" y="-23867364"/>
            <a:ext cx="5330" cy="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8011490" y="-23867420"/>
            <a:ext cx="5330" cy="5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8016820" y="-23867481"/>
            <a:ext cx="5330" cy="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8022150" y="-23867547"/>
            <a:ext cx="5329" cy="6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027479" y="-23867620"/>
            <a:ext cx="5333" cy="7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032812" y="-23867702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038142" y="-23867792"/>
            <a:ext cx="5330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043472" y="-23867893"/>
            <a:ext cx="5330" cy="1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8048802" y="-23868003"/>
            <a:ext cx="5330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8054132" y="-23868124"/>
            <a:ext cx="5330" cy="1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8059462" y="-23868259"/>
            <a:ext cx="5330" cy="1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8064792" y="-23868406"/>
            <a:ext cx="5333" cy="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8070125" y="-23868570"/>
            <a:ext cx="5330" cy="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8075455" y="-23868752"/>
            <a:ext cx="5330" cy="1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8080785" y="-23868952"/>
            <a:ext cx="5330" cy="2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86115" y="-23869172"/>
            <a:ext cx="5330" cy="2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8091445" y="-23869415"/>
            <a:ext cx="5329" cy="2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8096774" y="-23869685"/>
            <a:ext cx="5333" cy="2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102107" y="-23869981"/>
            <a:ext cx="5330" cy="2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107437" y="-23870310"/>
            <a:ext cx="5330" cy="3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8112767" y="-23870671"/>
            <a:ext cx="5330" cy="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118097" y="-23871071"/>
            <a:ext cx="5330" cy="4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8123427" y="-23871511"/>
            <a:ext cx="5330" cy="4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8128757" y="-23871998"/>
            <a:ext cx="5333" cy="48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134090" y="-23872535"/>
            <a:ext cx="5330" cy="5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8139420" y="-23873125"/>
            <a:ext cx="5330" cy="5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8144750" y="-23873778"/>
            <a:ext cx="5330" cy="65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150080" y="-23874496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8155410" y="-23875288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8160740" y="-23876159"/>
            <a:ext cx="5329" cy="8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8166069" y="-23877120"/>
            <a:ext cx="5333" cy="9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8171402" y="-23878178"/>
            <a:ext cx="5330" cy="10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8176732" y="-23879340"/>
            <a:ext cx="5330" cy="11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8182062" y="-23880619"/>
            <a:ext cx="5330" cy="12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8187392" y="-23882025"/>
            <a:ext cx="5330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8192722" y="-23883571"/>
            <a:ext cx="5330" cy="15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8198052" y="-23885269"/>
            <a:ext cx="5333" cy="16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203385" y="-23887131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8208715" y="-23889172"/>
            <a:ext cx="5330" cy="20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8214045" y="-23891408"/>
            <a:ext cx="5330" cy="2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8219375" y="-23893857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8224705" y="-23896536"/>
            <a:ext cx="5330" cy="26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8230035" y="-23899462"/>
            <a:ext cx="5333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8235368" y="-23902655"/>
            <a:ext cx="5329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8240697" y="-23906136"/>
            <a:ext cx="5330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8246027" y="-23909925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8251357" y="-23914042"/>
            <a:ext cx="5330" cy="41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8256687" y="-23918512"/>
            <a:ext cx="5330" cy="44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8262017" y="-23923353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8267347" y="-23928587"/>
            <a:ext cx="5333" cy="52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8272680" y="-23934236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28278010" y="-23940318"/>
            <a:ext cx="5330" cy="60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8283340" y="-23946853"/>
            <a:ext cx="5330" cy="65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28288670" y="-23953854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8294000" y="-23961335"/>
            <a:ext cx="5330" cy="7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8299330" y="-23969307"/>
            <a:ext cx="5333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8304663" y="-23977775"/>
            <a:ext cx="5329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8309992" y="-23986742"/>
            <a:ext cx="5330" cy="89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8315322" y="-23996201"/>
            <a:ext cx="5330" cy="94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8320652" y="-24006148"/>
            <a:ext cx="5330" cy="99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8325982" y="-24016565"/>
            <a:ext cx="5330" cy="10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8331312" y="-24027429"/>
            <a:ext cx="5333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8336645" y="-24038714"/>
            <a:ext cx="5330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8341975" y="-24050384"/>
            <a:ext cx="5330" cy="116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8347305" y="-24062399"/>
            <a:ext cx="5330" cy="120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8352635" y="-24074713"/>
            <a:ext cx="5330" cy="123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8357965" y="-24087270"/>
            <a:ext cx="5330" cy="125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8363295" y="-24100018"/>
            <a:ext cx="5330" cy="127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8368625" y="-24112892"/>
            <a:ext cx="5333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8373958" y="-24125831"/>
            <a:ext cx="5329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8379287" y="-24138770"/>
            <a:ext cx="5330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8384617" y="-24151643"/>
            <a:ext cx="5330" cy="1287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8389947" y="-24164390"/>
            <a:ext cx="5330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8395277" y="-24176949"/>
            <a:ext cx="5330" cy="125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8400607" y="-24189261"/>
            <a:ext cx="5333" cy="123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8405940" y="-24201277"/>
            <a:ext cx="5330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8411270" y="-24212948"/>
            <a:ext cx="5330" cy="116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8416600" y="-24224233"/>
            <a:ext cx="5330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8421930" y="-24235097"/>
            <a:ext cx="5330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8427260" y="-24245513"/>
            <a:ext cx="5330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8432590" y="-24255459"/>
            <a:ext cx="5329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8437919" y="-24264920"/>
            <a:ext cx="5334" cy="94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8443253" y="-24273885"/>
            <a:ext cx="5329" cy="896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8448582" y="-24282355"/>
            <a:ext cx="5330" cy="84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8453912" y="-24290326"/>
            <a:ext cx="5330" cy="79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8459242" y="-24297808"/>
            <a:ext cx="5330" cy="7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28464572" y="-24304809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28469902" y="-24311342"/>
            <a:ext cx="5333" cy="65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28475235" y="-24317425"/>
            <a:ext cx="5330" cy="608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28480565" y="-24323073"/>
            <a:ext cx="5330" cy="56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28485895" y="-24328308"/>
            <a:ext cx="5330" cy="5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28491225" y="-24333150"/>
            <a:ext cx="5330" cy="48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28496555" y="-24337618"/>
            <a:ext cx="5330" cy="4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28501885" y="-24341735"/>
            <a:ext cx="5333" cy="41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28507218" y="-24345524"/>
            <a:ext cx="5329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28512547" y="-24349006"/>
            <a:ext cx="5330" cy="3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28517877" y="-24352200"/>
            <a:ext cx="5330" cy="319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8523207" y="-24355125"/>
            <a:ext cx="5330" cy="29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8528537" y="-24357803"/>
            <a:ext cx="5330" cy="26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8533867" y="-24360252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8539197" y="-24362489"/>
            <a:ext cx="5333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8544530" y="-24364531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8549860" y="-24366393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8555190" y="-24368089"/>
            <a:ext cx="5330" cy="16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8560520" y="-24369634"/>
            <a:ext cx="5330" cy="15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8565850" y="-24371041"/>
            <a:ext cx="5330" cy="140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8571180" y="-24372321"/>
            <a:ext cx="5333" cy="12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8576513" y="-24373484"/>
            <a:ext cx="5329" cy="1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8581842" y="-24374541"/>
            <a:ext cx="5330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8587172" y="-24375501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8592502" y="-24376374"/>
            <a:ext cx="5330" cy="87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8597832" y="-24377166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8603162" y="-24377884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8608492" y="-24378535"/>
            <a:ext cx="5333" cy="65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8613825" y="-24379127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8619155" y="-24379663"/>
            <a:ext cx="5330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8624485" y="-24380149"/>
            <a:ext cx="5330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8629815" y="-24380589"/>
            <a:ext cx="5330" cy="4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8635145" y="-24380989"/>
            <a:ext cx="5330" cy="4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8640475" y="-24381352"/>
            <a:ext cx="5333" cy="3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8645808" y="-24381679"/>
            <a:ext cx="5329" cy="3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8651137" y="-24381976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8656467" y="-24382245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8661797" y="-24382488"/>
            <a:ext cx="5330" cy="2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28667127" y="-24382710"/>
            <a:ext cx="5330" cy="2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28672457" y="-24382910"/>
            <a:ext cx="5333" cy="2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28677790" y="-24383091"/>
            <a:ext cx="5330" cy="1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28683120" y="-24383254"/>
            <a:ext cx="5330" cy="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28688450" y="-24383403"/>
            <a:ext cx="5330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28693780" y="-24383538"/>
            <a:ext cx="5330" cy="1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28699110" y="-24383658"/>
            <a:ext cx="5330" cy="1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28704440" y="-24383769"/>
            <a:ext cx="5330" cy="1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28709770" y="-24383868"/>
            <a:ext cx="5333" cy="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28715103" y="-24383958"/>
            <a:ext cx="5329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8720432" y="-24384040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28725762" y="-24384114"/>
            <a:ext cx="5330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28731092" y="-24384181"/>
            <a:ext cx="5330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28736422" y="-24384241"/>
            <a:ext cx="5330" cy="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28741752" y="-24384296"/>
            <a:ext cx="5333" cy="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28747085" y="-24384345"/>
            <a:ext cx="5330" cy="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8752415" y="-24384390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8757745" y="-24384430"/>
            <a:ext cx="5330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8763075" y="-24384468"/>
            <a:ext cx="5330" cy="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8768405" y="-24384502"/>
            <a:ext cx="5330" cy="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8773735" y="-24384531"/>
            <a:ext cx="5333" cy="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8779068" y="-24384559"/>
            <a:ext cx="5330" cy="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8784398" y="-24384584"/>
            <a:ext cx="5329" cy="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8789727" y="-24384606"/>
            <a:ext cx="5330" cy="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8795057" y="-24384626"/>
            <a:ext cx="5330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8800387" y="-24384644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8805717" y="-24384660"/>
            <a:ext cx="5330" cy="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8811047" y="-24384675"/>
            <a:ext cx="5333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8816380" y="-24384689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8821710" y="-24384702"/>
            <a:ext cx="5330" cy="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8827040" y="-24384713"/>
            <a:ext cx="5330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8832370" y="-24384722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8837700" y="-24384731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8843030" y="-24384739"/>
            <a:ext cx="5333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8848363" y="-24384747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8853693" y="-24384753"/>
            <a:ext cx="5329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8859022" y="-24384759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8864352" y="-24384765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28869682" y="-24384770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8875012" y="-24384775"/>
            <a:ext cx="5333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28880345" y="-24384779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28885675" y="-24384782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28891005" y="-24384785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28896335" y="-24384789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28901665" y="-24384792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28906995" y="-24384793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28912325" y="-24384796"/>
            <a:ext cx="5333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28917658" y="-24384798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28922988" y="-24384799"/>
            <a:ext cx="5329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28928317" y="-24384801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28933647" y="-24384803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28938977" y="-2438480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28944307" y="-24384806"/>
            <a:ext cx="5333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28949640" y="-24384807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28954970" y="-2438480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8960300" y="-2438480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28965630" y="-24384810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28970960" y="-24384810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8976290" y="-24384812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28981620" y="-24384812"/>
            <a:ext cx="53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28986953" y="-24384812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8992283" y="-24384813"/>
            <a:ext cx="5329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28997612" y="-243848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9002942" y="-243848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9008272" y="-24384815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6401631" y="-2287030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7038631" y="-2287030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7675628" y="-2287030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6401631" y="-23443279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7038631" y="-23443279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7675628" y="-23443279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26274225" y="-22873330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6274225" y="-23132405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6274225" y="-2339147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27754439" y="-22873330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27754439" y="-23132405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>
            <a:off x="27754439" y="-23391479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26401631" y="-22873709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26433481" y="-22874124"/>
            <a:ext cx="31849" cy="4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26465330" y="-22874930"/>
            <a:ext cx="31852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26497182" y="-22876426"/>
            <a:ext cx="31849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26529031" y="-22879087"/>
            <a:ext cx="31850" cy="26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26560881" y="-22883610"/>
            <a:ext cx="31849" cy="45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26592730" y="-22890971"/>
            <a:ext cx="31852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26624582" y="-22902416"/>
            <a:ext cx="31849" cy="114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26656431" y="-22919405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26688281" y="-22943453"/>
            <a:ext cx="31849" cy="240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26720130" y="-22975871"/>
            <a:ext cx="31852" cy="324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26751982" y="-23017395"/>
            <a:ext cx="31849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26783831" y="-23067796"/>
            <a:ext cx="31850" cy="504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26815681" y="-23125540"/>
            <a:ext cx="31849" cy="577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26847530" y="-23187603"/>
            <a:ext cx="31852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26879382" y="-23249583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26911231" y="-23306124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26943081" y="-23351641"/>
            <a:ext cx="31849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26974930" y="-23381219"/>
            <a:ext cx="31849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27006779" y="-23391479"/>
            <a:ext cx="31852" cy="102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7038631" y="-23391479"/>
            <a:ext cx="31849" cy="102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7070480" y="-23381219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27102330" y="-23351641"/>
            <a:ext cx="31849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27134179" y="-23306124"/>
            <a:ext cx="31852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27166031" y="-23249583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27197880" y="-23187603"/>
            <a:ext cx="31850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27229730" y="-23125540"/>
            <a:ext cx="31849" cy="577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27261579" y="-23067796"/>
            <a:ext cx="31852" cy="504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27293431" y="-23017395"/>
            <a:ext cx="31849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27325280" y="-22975871"/>
            <a:ext cx="31850" cy="324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27357130" y="-22943453"/>
            <a:ext cx="31849" cy="240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27388979" y="-22919405"/>
            <a:ext cx="31852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7420831" y="-22902416"/>
            <a:ext cx="31849" cy="114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7452680" y="-22890971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7484530" y="-22883610"/>
            <a:ext cx="31849" cy="45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7516379" y="-22879087"/>
            <a:ext cx="31849" cy="26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7548228" y="-22876426"/>
            <a:ext cx="31852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580080" y="-22874930"/>
            <a:ext cx="31850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611930" y="-22874124"/>
            <a:ext cx="31849" cy="4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7643779" y="-22873709"/>
            <a:ext cx="31849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77623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29502289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926954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30351620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077623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502289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926954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0351620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8950217" y="-22873935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8950217" y="-23132922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8950217" y="-23391910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30430430" y="-22873935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30430430" y="-23132922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30430430" y="-23391910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0776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0988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120089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141322" y="-22873935"/>
            <a:ext cx="2123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16255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183790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2050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2262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2474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9268721" y="-22873935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928995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9311190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93324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93536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93748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29396121" y="-22878539"/>
            <a:ext cx="21233" cy="460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29417354" y="-22892353"/>
            <a:ext cx="21236" cy="138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29438590" y="-22915373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9459823" y="-22947602"/>
            <a:ext cx="21233" cy="322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29481056" y="-22989040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9502289" y="-23039686"/>
            <a:ext cx="21232" cy="506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29523521" y="-23099541"/>
            <a:ext cx="21233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29544754" y="-23166303"/>
            <a:ext cx="21236" cy="667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9565990" y="-23226157"/>
            <a:ext cx="21233" cy="598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9587223" y="-23276804"/>
            <a:ext cx="21233" cy="506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9608456" y="-23318241"/>
            <a:ext cx="21233" cy="414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9629689" y="-23350472"/>
            <a:ext cx="21232" cy="322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9650921" y="-23373492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9672154" y="-23387305"/>
            <a:ext cx="21236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9693390" y="-23391910"/>
            <a:ext cx="21233" cy="46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9714623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9735856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757089" y="-23391910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778321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29799554" y="-23391910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29820790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29842023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29863256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29884489" y="-23391910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29905721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29926954" y="-23391910"/>
            <a:ext cx="21233" cy="103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29948187" y="-23381551"/>
            <a:ext cx="21236" cy="310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9969423" y="-23350472"/>
            <a:ext cx="21233" cy="517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9990656" y="-23298673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0011889" y="-23226157"/>
            <a:ext cx="21232" cy="93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30033121" y="-23132922"/>
            <a:ext cx="21233" cy="93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0054354" y="-23039686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0075587" y="-22967170"/>
            <a:ext cx="21236" cy="517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0096823" y="-22915373"/>
            <a:ext cx="21233" cy="310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0118056" y="-22884294"/>
            <a:ext cx="21233" cy="103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301392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0160521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30181754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020298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0224220" y="-22873935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30245456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30266688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30287921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30309154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3033038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59993" y="5750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4897479" y="3150929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5625938" y="3150705"/>
            <a:ext cx="1594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4592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7896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1999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4592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7896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999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11908" y="1533482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11908" y="1274495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11908" y="1015508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692084" y="1533482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692084" y="1274495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692084" y="1015508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3931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4464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349973" y="153347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5530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6063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365964" y="153347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371295" y="153347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376625" y="1533476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81956" y="153347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387286" y="153347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2616" y="153347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397947" y="153347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03277" y="1533471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408608" y="1533470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413938" y="1533468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419268" y="153346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24599" y="1533465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429929" y="1533463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35260" y="1533461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0590" y="153345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45920" y="1533457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51251" y="153345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56581" y="1533451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461911" y="1533447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67242" y="153344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2572" y="1533440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77903" y="153343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83233" y="1533430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88563" y="1533425"/>
            <a:ext cx="5331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93894" y="1533419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99224" y="1533412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504555" y="1533405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509885" y="1533396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15215" y="1533387"/>
            <a:ext cx="5331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520546" y="1533377"/>
            <a:ext cx="5330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525876" y="1533366"/>
            <a:ext cx="5331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531207" y="1533354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536537" y="1533340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41867" y="1533325"/>
            <a:ext cx="5331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47198" y="1533309"/>
            <a:ext cx="5330" cy="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552528" y="1533291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557858" y="1533271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63189" y="1533248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68519" y="1533224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573850" y="1533196"/>
            <a:ext cx="5330" cy="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579180" y="1533166"/>
            <a:ext cx="5331" cy="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511" y="1533133"/>
            <a:ext cx="5330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589841" y="1533096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95171" y="1533056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600502" y="1533011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05832" y="1532961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11162" y="1532906"/>
            <a:ext cx="5331" cy="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16493" y="1532846"/>
            <a:ext cx="5330" cy="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621823" y="1532779"/>
            <a:ext cx="5331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627154" y="1532705"/>
            <a:ext cx="5330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632484" y="1532623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637814" y="1532533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643145" y="1532433"/>
            <a:ext cx="5330" cy="1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48475" y="1532323"/>
            <a:ext cx="5331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653806" y="1532202"/>
            <a:ext cx="5330" cy="1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659136" y="1532068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64466" y="1531919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69797" y="1531755"/>
            <a:ext cx="5330" cy="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675127" y="1531574"/>
            <a:ext cx="5331" cy="1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80458" y="1531375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685788" y="1531154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91118" y="1530910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696449" y="153064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01779" y="1530344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07109" y="1530016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12440" y="1529654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717770" y="1529255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723101" y="1528814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728431" y="1528328"/>
            <a:ext cx="5331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733762" y="1527792"/>
            <a:ext cx="5330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739092" y="1527200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44422" y="1526548"/>
            <a:ext cx="5331" cy="65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49753" y="1525830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55083" y="1525038"/>
            <a:ext cx="5331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760414" y="1524166"/>
            <a:ext cx="5330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65744" y="1523206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71074" y="1522149"/>
            <a:ext cx="5331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776405" y="1520985"/>
            <a:ext cx="5330" cy="1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781735" y="1519706"/>
            <a:ext cx="5330" cy="12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787065" y="1518300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792396" y="1516754"/>
            <a:ext cx="5330" cy="15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797726" y="1515058"/>
            <a:ext cx="5331" cy="16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03057" y="1513196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808387" y="1511154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813717" y="150891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819048" y="1506468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824378" y="1503790"/>
            <a:ext cx="5331" cy="26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829709" y="1500864"/>
            <a:ext cx="5330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835039" y="1497671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840369" y="149419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845700" y="14904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851030" y="1486283"/>
            <a:ext cx="5331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856361" y="1481814"/>
            <a:ext cx="5330" cy="44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861691" y="1476973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867021" y="1471739"/>
            <a:ext cx="5331" cy="52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872352" y="1466090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2877682" y="1460007"/>
            <a:ext cx="5331" cy="608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883013" y="1453474"/>
            <a:ext cx="5330" cy="65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2888343" y="1446472"/>
            <a:ext cx="5330" cy="70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893673" y="1438991"/>
            <a:ext cx="5331" cy="7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899004" y="1431019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904334" y="1422551"/>
            <a:ext cx="5331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909665" y="1413584"/>
            <a:ext cx="5330" cy="89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914995" y="1404124"/>
            <a:ext cx="5330" cy="94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920325" y="1394178"/>
            <a:ext cx="5331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25656" y="1383762"/>
            <a:ext cx="5330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30986" y="1372897"/>
            <a:ext cx="5330" cy="1086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36316" y="1361612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41647" y="1349942"/>
            <a:ext cx="5330" cy="116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46977" y="1337926"/>
            <a:ext cx="5331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52308" y="1325613"/>
            <a:ext cx="5330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57638" y="1313055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62968" y="1300308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68299" y="1287434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73629" y="1274495"/>
            <a:ext cx="5331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78960" y="1261557"/>
            <a:ext cx="5330" cy="129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84290" y="1248683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89620" y="1235936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94951" y="1223378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00281" y="1211065"/>
            <a:ext cx="5331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005612" y="1199049"/>
            <a:ext cx="5330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010942" y="1187378"/>
            <a:ext cx="5330" cy="116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016272" y="1176093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021603" y="1165229"/>
            <a:ext cx="5330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026933" y="1154813"/>
            <a:ext cx="5331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3032264" y="1144867"/>
            <a:ext cx="5330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3037594" y="1135406"/>
            <a:ext cx="5330" cy="94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042924" y="1126440"/>
            <a:ext cx="5331" cy="896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3048255" y="1117972"/>
            <a:ext cx="5330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053585" y="1110000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058915" y="1102518"/>
            <a:ext cx="5331" cy="7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064246" y="1095517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069576" y="1088983"/>
            <a:ext cx="5331" cy="65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074907" y="1082901"/>
            <a:ext cx="5330" cy="60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080237" y="1077252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085567" y="1072017"/>
            <a:ext cx="5331" cy="5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090898" y="1067176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096228" y="1062708"/>
            <a:ext cx="5331" cy="4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101559" y="1058590"/>
            <a:ext cx="5330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106889" y="10548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112219" y="105132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117550" y="1048127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122880" y="1045201"/>
            <a:ext cx="5331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128211" y="1042522"/>
            <a:ext cx="5330" cy="26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133541" y="1040074"/>
            <a:ext cx="5330" cy="24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138871" y="103783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144202" y="1035795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49532" y="1033933"/>
            <a:ext cx="5331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154863" y="1032236"/>
            <a:ext cx="5330" cy="16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160193" y="1030691"/>
            <a:ext cx="5330" cy="15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165523" y="1029285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170854" y="1028005"/>
            <a:ext cx="5330" cy="12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176184" y="1026842"/>
            <a:ext cx="5331" cy="1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181515" y="1025785"/>
            <a:ext cx="5330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186845" y="1024825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192175" y="1023953"/>
            <a:ext cx="5331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197506" y="1023161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202836" y="1022442"/>
            <a:ext cx="5330" cy="71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208166" y="1021791"/>
            <a:ext cx="5331" cy="65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213497" y="1021199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218827" y="1020663"/>
            <a:ext cx="5331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224158" y="1020177"/>
            <a:ext cx="5330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229488" y="1019736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234818" y="1019337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240149" y="1018975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3245479" y="1018647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3250810" y="1018350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3256140" y="101808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3261470" y="1017837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266801" y="1017616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272131" y="1017417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277461" y="1017235"/>
            <a:ext cx="5331" cy="1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282792" y="1017072"/>
            <a:ext cx="5330" cy="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88122" y="1016923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93453" y="1016789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98783" y="1016667"/>
            <a:ext cx="5331" cy="1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304114" y="1016557"/>
            <a:ext cx="5330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309444" y="1016458"/>
            <a:ext cx="5330" cy="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314774" y="1016368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320105" y="1016286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325435" y="1016212"/>
            <a:ext cx="5331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30766" y="1016145"/>
            <a:ext cx="5330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36096" y="1016084"/>
            <a:ext cx="5331" cy="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341427" y="1016030"/>
            <a:ext cx="5330" cy="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46757" y="1015980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087" y="1015935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57417" y="1015895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362748" y="1015858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368078" y="1015825"/>
            <a:ext cx="5331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373409" y="1015794"/>
            <a:ext cx="5330" cy="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378739" y="1015767"/>
            <a:ext cx="5330" cy="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384069" y="1015743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389400" y="1015720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94730" y="1015700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00061" y="1015682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405391" y="1015665"/>
            <a:ext cx="5331" cy="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410722" y="1015650"/>
            <a:ext cx="5330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16052" y="1015637"/>
            <a:ext cx="5330" cy="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421382" y="1015625"/>
            <a:ext cx="5331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26713" y="1015613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32043" y="1015604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37373" y="1015594"/>
            <a:ext cx="5331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42704" y="1015586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48034" y="1015579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453365" y="1015572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458695" y="1015566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464025" y="1015560"/>
            <a:ext cx="5331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69356" y="101555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474686" y="1015551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480017" y="1015547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485347" y="1015543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490677" y="1015540"/>
            <a:ext cx="5331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496008" y="1015537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501338" y="101553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506668" y="101553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511999" y="1015529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517329" y="101552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522660" y="1015526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27990" y="1015524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3320" y="101552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538651" y="101552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543981" y="1015520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549312" y="1015519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554642" y="1015518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559972" y="101551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565303" y="101551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570633" y="101551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575963" y="1015515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581294" y="101551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586624" y="101551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591955" y="10155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597285" y="1015513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602616" y="101551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607946" y="1015512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6401631" y="-2287030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7038631" y="-2287030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7675628" y="-22870304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6401631" y="-23443279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7038631" y="-23443279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7675628" y="-23443279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26274225" y="-22873330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6274225" y="-23132405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6274225" y="-2339147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27754439" y="-22873330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27754439" y="-23132405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>
            <a:off x="27754439" y="-23391479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26401631" y="-22873709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26433481" y="-22874124"/>
            <a:ext cx="31849" cy="4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26465330" y="-22874930"/>
            <a:ext cx="31852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26497182" y="-22876426"/>
            <a:ext cx="31849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26529031" y="-22879087"/>
            <a:ext cx="31850" cy="26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26560881" y="-22883610"/>
            <a:ext cx="31849" cy="45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26592730" y="-22890971"/>
            <a:ext cx="31852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26624582" y="-22902416"/>
            <a:ext cx="31849" cy="114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26656431" y="-22919405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26688281" y="-22943453"/>
            <a:ext cx="31849" cy="240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26720130" y="-22975871"/>
            <a:ext cx="31852" cy="324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26751982" y="-23017395"/>
            <a:ext cx="31849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26783831" y="-23067796"/>
            <a:ext cx="31850" cy="504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26815681" y="-23125540"/>
            <a:ext cx="31849" cy="577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26847530" y="-23187603"/>
            <a:ext cx="31852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26879382" y="-23249583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26911231" y="-23306124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26943081" y="-23351641"/>
            <a:ext cx="31849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26974930" y="-23381219"/>
            <a:ext cx="31849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27006779" y="-23391479"/>
            <a:ext cx="31852" cy="102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7038631" y="-23391479"/>
            <a:ext cx="31849" cy="102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7070480" y="-23381219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27102330" y="-23351641"/>
            <a:ext cx="31849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27134179" y="-23306124"/>
            <a:ext cx="31852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27166031" y="-23249583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27197880" y="-23187603"/>
            <a:ext cx="31850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27229730" y="-23125540"/>
            <a:ext cx="31849" cy="577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27261579" y="-23067796"/>
            <a:ext cx="31852" cy="504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27293431" y="-23017395"/>
            <a:ext cx="31849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27325280" y="-22975871"/>
            <a:ext cx="31850" cy="324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27357130" y="-22943453"/>
            <a:ext cx="31849" cy="240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27388979" y="-22919405"/>
            <a:ext cx="31852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7420831" y="-22902416"/>
            <a:ext cx="31849" cy="114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7452680" y="-22890971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7484530" y="-22883610"/>
            <a:ext cx="31849" cy="45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7516379" y="-22879087"/>
            <a:ext cx="31849" cy="26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7548228" y="-22876426"/>
            <a:ext cx="31852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580080" y="-22874930"/>
            <a:ext cx="31850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611930" y="-22874124"/>
            <a:ext cx="31849" cy="4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7643779" y="-22873709"/>
            <a:ext cx="31849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77623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29502289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926954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30351620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077623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502289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926954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0351620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8950217" y="-22873935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8950217" y="-23132922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8950217" y="-23391910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30430430" y="-22873935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30430430" y="-23132922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30430430" y="-23391910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0776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0988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120089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141322" y="-22873935"/>
            <a:ext cx="2123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16255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183790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2050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2262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2474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9268721" y="-22873935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928995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9311190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93324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93536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93748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29396121" y="-22878539"/>
            <a:ext cx="21233" cy="460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29417354" y="-22892353"/>
            <a:ext cx="21236" cy="138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29438590" y="-22915373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9459823" y="-22947602"/>
            <a:ext cx="21233" cy="322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29481056" y="-22989040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9502289" y="-23039686"/>
            <a:ext cx="21232" cy="506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29523521" y="-23099541"/>
            <a:ext cx="21233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29544754" y="-23166303"/>
            <a:ext cx="21236" cy="667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9565990" y="-23226157"/>
            <a:ext cx="21233" cy="598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9587223" y="-23276804"/>
            <a:ext cx="21233" cy="506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9608456" y="-23318241"/>
            <a:ext cx="21233" cy="414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9629689" y="-23350472"/>
            <a:ext cx="21232" cy="322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9650921" y="-23373492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9672154" y="-23387305"/>
            <a:ext cx="21236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9693390" y="-23391910"/>
            <a:ext cx="21233" cy="46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9714623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9735856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757089" y="-23391910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778321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29799554" y="-23391910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29820790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29842023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29863256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29884489" y="-23391910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29905721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29926954" y="-23391910"/>
            <a:ext cx="21233" cy="103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29948187" y="-23381551"/>
            <a:ext cx="21236" cy="310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9969423" y="-23350472"/>
            <a:ext cx="21233" cy="517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9990656" y="-23298673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0011889" y="-23226157"/>
            <a:ext cx="21232" cy="93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30033121" y="-23132922"/>
            <a:ext cx="21233" cy="93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0054354" y="-23039686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0075587" y="-22967170"/>
            <a:ext cx="21236" cy="517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0096823" y="-22915373"/>
            <a:ext cx="21233" cy="310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0118056" y="-22884294"/>
            <a:ext cx="21233" cy="103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301392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0160521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30181754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020298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0224220" y="-22873935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30245456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30266688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30287921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30309154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3033038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59993" y="5750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2371271" y="1618860"/>
            <a:ext cx="341412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958076" y="1619745"/>
            <a:ext cx="282732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3470231" y="1619745"/>
            <a:ext cx="231516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126326" y="1502096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058626" y="1243115"/>
            <a:ext cx="37267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126326" y="984134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2818550" y="761572"/>
            <a:ext cx="296684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Sigmoid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4897479" y="3150929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5625938" y="3150705"/>
            <a:ext cx="1594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4592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7896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1999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4592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7896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999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11908" y="1533482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11908" y="1274495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11908" y="1015508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692084" y="1533482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692084" y="1274495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692084" y="1015508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3931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4464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349973" y="153347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5530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6063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365964" y="153347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371295" y="153347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376625" y="1533476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81956" y="153347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387286" y="153347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2616" y="153347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397947" y="153347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03277" y="1533471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408608" y="1533470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413938" y="1533468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419268" y="153346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24599" y="1533465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429929" y="1533463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35260" y="1533461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0590" y="153345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45920" y="1533457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51251" y="153345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56581" y="1533451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461911" y="1533447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67242" y="153344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2572" y="1533440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77903" y="153343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83233" y="1533430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88563" y="1533425"/>
            <a:ext cx="5331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93894" y="1533419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99224" y="1533412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504555" y="1533405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509885" y="1533396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15215" y="1533387"/>
            <a:ext cx="5331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520546" y="1533377"/>
            <a:ext cx="5330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525876" y="1533366"/>
            <a:ext cx="5331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531207" y="1533354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536537" y="1533340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41867" y="1533325"/>
            <a:ext cx="5331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47198" y="1533309"/>
            <a:ext cx="5330" cy="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552528" y="1533291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557858" y="1533271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63189" y="1533248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68519" y="1533224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573850" y="1533196"/>
            <a:ext cx="5330" cy="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579180" y="1533166"/>
            <a:ext cx="5331" cy="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511" y="1533133"/>
            <a:ext cx="5330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589841" y="1533096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95171" y="1533056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600502" y="1533011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05832" y="1532961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11162" y="1532906"/>
            <a:ext cx="5331" cy="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16493" y="1532846"/>
            <a:ext cx="5330" cy="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621823" y="1532779"/>
            <a:ext cx="5331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627154" y="1532705"/>
            <a:ext cx="5330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632484" y="1532623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637814" y="1532533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643145" y="1532433"/>
            <a:ext cx="5330" cy="1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48475" y="1532323"/>
            <a:ext cx="5331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653806" y="1532202"/>
            <a:ext cx="5330" cy="1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659136" y="1532068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64466" y="1531919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69797" y="1531755"/>
            <a:ext cx="5330" cy="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675127" y="1531574"/>
            <a:ext cx="5331" cy="1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80458" y="1531375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685788" y="1531154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91118" y="1530910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696449" y="153064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01779" y="1530344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07109" y="1530016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12440" y="1529654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717770" y="1529255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723101" y="1528814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728431" y="1528328"/>
            <a:ext cx="5331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733762" y="1527792"/>
            <a:ext cx="5330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739092" y="1527200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44422" y="1526548"/>
            <a:ext cx="5331" cy="65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49753" y="1525830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55083" y="1525038"/>
            <a:ext cx="5331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760414" y="1524166"/>
            <a:ext cx="5330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65744" y="1523206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71074" y="1522149"/>
            <a:ext cx="5331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776405" y="1520985"/>
            <a:ext cx="5330" cy="1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781735" y="1519706"/>
            <a:ext cx="5330" cy="12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787065" y="1518300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792396" y="1516754"/>
            <a:ext cx="5330" cy="15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797726" y="1515058"/>
            <a:ext cx="5331" cy="16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03057" y="1513196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808387" y="1511154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813717" y="150891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819048" y="1506468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824378" y="1503790"/>
            <a:ext cx="5331" cy="26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829709" y="1500864"/>
            <a:ext cx="5330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835039" y="1497671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840369" y="149419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845700" y="14904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851030" y="1486283"/>
            <a:ext cx="5331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856361" y="1481814"/>
            <a:ext cx="5330" cy="44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861691" y="1476973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867021" y="1471739"/>
            <a:ext cx="5331" cy="52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872352" y="1466090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2877682" y="1460007"/>
            <a:ext cx="5331" cy="608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883013" y="1453474"/>
            <a:ext cx="5330" cy="65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2888343" y="1446472"/>
            <a:ext cx="5330" cy="70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893673" y="1438991"/>
            <a:ext cx="5331" cy="7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899004" y="1431019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904334" y="1422551"/>
            <a:ext cx="5331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909665" y="1413584"/>
            <a:ext cx="5330" cy="89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914995" y="1404124"/>
            <a:ext cx="5330" cy="94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920325" y="1394178"/>
            <a:ext cx="5331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25656" y="1383762"/>
            <a:ext cx="5330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30986" y="1372897"/>
            <a:ext cx="5330" cy="1086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36316" y="1361612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41647" y="1349942"/>
            <a:ext cx="5330" cy="116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46977" y="1337926"/>
            <a:ext cx="5331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52308" y="1325613"/>
            <a:ext cx="5330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57638" y="1313055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62968" y="1300308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68299" y="1287434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73629" y="1274495"/>
            <a:ext cx="5331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78960" y="1261557"/>
            <a:ext cx="5330" cy="129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84290" y="1248683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89620" y="1235936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94951" y="1223378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00281" y="1211065"/>
            <a:ext cx="5331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005612" y="1199049"/>
            <a:ext cx="5330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010942" y="1187378"/>
            <a:ext cx="5330" cy="116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016272" y="1176093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021603" y="1165229"/>
            <a:ext cx="5330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026933" y="1154813"/>
            <a:ext cx="5331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3032264" y="1144867"/>
            <a:ext cx="5330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3037594" y="1135406"/>
            <a:ext cx="5330" cy="94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042924" y="1126440"/>
            <a:ext cx="5331" cy="896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3048255" y="1117972"/>
            <a:ext cx="5330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053585" y="1110000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058915" y="1102518"/>
            <a:ext cx="5331" cy="7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064246" y="1095517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069576" y="1088983"/>
            <a:ext cx="5331" cy="65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074907" y="1082901"/>
            <a:ext cx="5330" cy="60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080237" y="1077252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085567" y="1072017"/>
            <a:ext cx="5331" cy="5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090898" y="1067176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096228" y="1062708"/>
            <a:ext cx="5331" cy="4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101559" y="1058590"/>
            <a:ext cx="5330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106889" y="10548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112219" y="105132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117550" y="1048127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122880" y="1045201"/>
            <a:ext cx="5331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128211" y="1042522"/>
            <a:ext cx="5330" cy="26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133541" y="1040074"/>
            <a:ext cx="5330" cy="24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138871" y="103783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144202" y="1035795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49532" y="1033933"/>
            <a:ext cx="5331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154863" y="1032236"/>
            <a:ext cx="5330" cy="16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160193" y="1030691"/>
            <a:ext cx="5330" cy="15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165523" y="1029285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170854" y="1028005"/>
            <a:ext cx="5330" cy="12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176184" y="1026842"/>
            <a:ext cx="5331" cy="1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181515" y="1025785"/>
            <a:ext cx="5330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186845" y="1024825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192175" y="1023953"/>
            <a:ext cx="5331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197506" y="1023161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202836" y="1022442"/>
            <a:ext cx="5330" cy="71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208166" y="1021791"/>
            <a:ext cx="5331" cy="65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213497" y="1021199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218827" y="1020663"/>
            <a:ext cx="5331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224158" y="1020177"/>
            <a:ext cx="5330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229488" y="1019736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234818" y="1019337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240149" y="1018975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3245479" y="1018647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3250810" y="1018350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3256140" y="101808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3261470" y="1017837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266801" y="1017616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272131" y="1017417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277461" y="1017235"/>
            <a:ext cx="5331" cy="1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282792" y="1017072"/>
            <a:ext cx="5330" cy="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88122" y="1016923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93453" y="1016789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98783" y="1016667"/>
            <a:ext cx="5331" cy="1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304114" y="1016557"/>
            <a:ext cx="5330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309444" y="1016458"/>
            <a:ext cx="5330" cy="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314774" y="1016368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320105" y="1016286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325435" y="1016212"/>
            <a:ext cx="5331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30766" y="1016145"/>
            <a:ext cx="5330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36096" y="1016084"/>
            <a:ext cx="5331" cy="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341427" y="1016030"/>
            <a:ext cx="5330" cy="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46757" y="1015980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087" y="1015935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57417" y="1015895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362748" y="1015858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368078" y="1015825"/>
            <a:ext cx="5331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373409" y="1015794"/>
            <a:ext cx="5330" cy="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378739" y="1015767"/>
            <a:ext cx="5330" cy="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384069" y="1015743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389400" y="1015720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94730" y="1015700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00061" y="1015682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405391" y="1015665"/>
            <a:ext cx="5331" cy="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410722" y="1015650"/>
            <a:ext cx="5330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16052" y="1015637"/>
            <a:ext cx="5330" cy="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421382" y="1015625"/>
            <a:ext cx="5331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26713" y="1015613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32043" y="1015604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37373" y="1015594"/>
            <a:ext cx="5331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42704" y="1015586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48034" y="1015579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453365" y="1015572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458695" y="1015566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464025" y="1015560"/>
            <a:ext cx="5331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69356" y="101555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474686" y="1015551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480017" y="1015547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485347" y="1015543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490677" y="1015540"/>
            <a:ext cx="5331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496008" y="1015537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501338" y="101553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506668" y="101553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511999" y="1015529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517329" y="101552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522660" y="1015526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27990" y="1015524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3320" y="101552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538651" y="101552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543981" y="1015520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549312" y="1015519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554642" y="1015518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559972" y="101551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565303" y="101551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570633" y="101551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575963" y="1015515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581294" y="101551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586624" y="101551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591955" y="10155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597285" y="1015513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602616" y="101551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607946" y="1015512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1001303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1638302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275301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001303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638302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275301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873896" y="2526997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73896" y="2267923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873896" y="2008849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2354110" y="2526997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2354110" y="2267923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>
            <a:off x="2354110" y="200884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001303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1033153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1065003" y="2525396"/>
            <a:ext cx="31850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1096853" y="2523900"/>
            <a:ext cx="31850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1128703" y="2521241"/>
            <a:ext cx="31850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1160553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192403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1224253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1256103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287953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19803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51653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383503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1415353" y="2274787"/>
            <a:ext cx="31849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1447202" y="2212724"/>
            <a:ext cx="31851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479053" y="2150744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151090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54275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57460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60645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63830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67015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70200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73385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765702" y="2150744"/>
            <a:ext cx="31850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797552" y="2212724"/>
            <a:ext cx="31850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829402" y="2274787"/>
            <a:ext cx="31850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861252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893102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924952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956802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988652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020502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052352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084202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116052" y="2521241"/>
            <a:ext cx="31849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147901" y="2523900"/>
            <a:ext cx="31851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179752" y="2525396"/>
            <a:ext cx="31849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211601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243451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29077623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29502289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926954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30351620" y="-22870732"/>
            <a:ext cx="0" cy="485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077623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502289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926954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0351620" y="-23443710"/>
            <a:ext cx="0" cy="48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8950217" y="-22873935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8950217" y="-23132922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8950217" y="-23391910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30430430" y="-22873935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30430430" y="-23132922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30430430" y="-23391910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0776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0988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120089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141322" y="-22873935"/>
            <a:ext cx="21235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16255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183790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2050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2262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2474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9268721" y="-22873935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928995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9311190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9332423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9353656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93748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29396121" y="-22878539"/>
            <a:ext cx="21233" cy="460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29417354" y="-22892353"/>
            <a:ext cx="21236" cy="138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29438590" y="-22915373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9459823" y="-22947602"/>
            <a:ext cx="21233" cy="322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29481056" y="-22989040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9502289" y="-23039686"/>
            <a:ext cx="21232" cy="506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29523521" y="-23099541"/>
            <a:ext cx="21233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29544754" y="-23166303"/>
            <a:ext cx="21236" cy="667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9565990" y="-23226157"/>
            <a:ext cx="21233" cy="598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9587223" y="-23276804"/>
            <a:ext cx="21233" cy="506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9608456" y="-23318241"/>
            <a:ext cx="21233" cy="414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9629689" y="-23350472"/>
            <a:ext cx="21232" cy="322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9650921" y="-23373492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9672154" y="-23387305"/>
            <a:ext cx="21236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9693390" y="-23391910"/>
            <a:ext cx="21233" cy="46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9714623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9735856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757089" y="-23391910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778321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29799554" y="-23391910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29820790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29842023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29863256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29884489" y="-23391910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29905721" y="-23391910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29926954" y="-23391910"/>
            <a:ext cx="21233" cy="103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29948187" y="-23381551"/>
            <a:ext cx="21236" cy="310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9969423" y="-23350472"/>
            <a:ext cx="21233" cy="517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9990656" y="-23298673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0011889" y="-23226157"/>
            <a:ext cx="21232" cy="93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30033121" y="-23132922"/>
            <a:ext cx="21233" cy="93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0054354" y="-23039686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0075587" y="-22967170"/>
            <a:ext cx="21236" cy="517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0096823" y="-22915373"/>
            <a:ext cx="21233" cy="310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0118056" y="-22884294"/>
            <a:ext cx="21233" cy="103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30139289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0160521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30181754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020298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0224220" y="-22873935"/>
            <a:ext cx="21236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30245456" y="-22873935"/>
            <a:ext cx="21232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30266688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30287921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30309154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30330387" y="-22873935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59993" y="5750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2371271" y="1618860"/>
            <a:ext cx="341412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958076" y="1619745"/>
            <a:ext cx="282732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3470231" y="1619745"/>
            <a:ext cx="231516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126326" y="1502096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058626" y="1243115"/>
            <a:ext cx="37267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126326" y="984134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2818550" y="761572"/>
            <a:ext cx="296684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Sigmoid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947525" y="2612203"/>
            <a:ext cx="483787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617415" y="2613089"/>
            <a:ext cx="4167981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2254408" y="2613089"/>
            <a:ext cx="35309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788305" y="2495611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720617" y="2236539"/>
            <a:ext cx="50647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788305" y="1977478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63338" y="1771306"/>
            <a:ext cx="432205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Gaussian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4897479" y="3150929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5625938" y="3150705"/>
            <a:ext cx="1594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4592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7896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1999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4592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7896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999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11908" y="1533482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11908" y="1274495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11908" y="1015508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692084" y="1533482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692084" y="1274495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692084" y="1015508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3931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4464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349973" y="153347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5530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6063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365964" y="153347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371295" y="153347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376625" y="1533476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81956" y="153347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387286" y="153347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2616" y="153347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397947" y="153347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03277" y="1533471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408608" y="1533470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413938" y="1533468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419268" y="153346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24599" y="1533465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429929" y="1533463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35260" y="1533461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0590" y="153345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45920" y="1533457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51251" y="153345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56581" y="1533451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461911" y="1533447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67242" y="153344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2572" y="1533440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77903" y="153343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83233" y="1533430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88563" y="1533425"/>
            <a:ext cx="5331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93894" y="1533419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99224" y="1533412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504555" y="1533405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509885" y="1533396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15215" y="1533387"/>
            <a:ext cx="5331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520546" y="1533377"/>
            <a:ext cx="5330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525876" y="1533366"/>
            <a:ext cx="5331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531207" y="1533354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536537" y="1533340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41867" y="1533325"/>
            <a:ext cx="5331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47198" y="1533309"/>
            <a:ext cx="5330" cy="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552528" y="1533291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557858" y="1533271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63189" y="1533248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68519" y="1533224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573850" y="1533196"/>
            <a:ext cx="5330" cy="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579180" y="1533166"/>
            <a:ext cx="5331" cy="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511" y="1533133"/>
            <a:ext cx="5330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589841" y="1533096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95171" y="1533056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600502" y="1533011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05832" y="1532961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11162" y="1532906"/>
            <a:ext cx="5331" cy="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16493" y="1532846"/>
            <a:ext cx="5330" cy="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621823" y="1532779"/>
            <a:ext cx="5331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627154" y="1532705"/>
            <a:ext cx="5330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632484" y="1532623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637814" y="1532533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643145" y="1532433"/>
            <a:ext cx="5330" cy="1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48475" y="1532323"/>
            <a:ext cx="5331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653806" y="1532202"/>
            <a:ext cx="5330" cy="1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659136" y="1532068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64466" y="1531919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69797" y="1531755"/>
            <a:ext cx="5330" cy="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675127" y="1531574"/>
            <a:ext cx="5331" cy="1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80458" y="1531375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685788" y="1531154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91118" y="1530910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696449" y="153064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01779" y="1530344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07109" y="1530016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12440" y="1529654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717770" y="1529255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723101" y="1528814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728431" y="1528328"/>
            <a:ext cx="5331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733762" y="1527792"/>
            <a:ext cx="5330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739092" y="1527200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44422" y="1526548"/>
            <a:ext cx="5331" cy="65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49753" y="1525830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55083" y="1525038"/>
            <a:ext cx="5331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760414" y="1524166"/>
            <a:ext cx="5330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65744" y="1523206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71074" y="1522149"/>
            <a:ext cx="5331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776405" y="1520985"/>
            <a:ext cx="5330" cy="1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781735" y="1519706"/>
            <a:ext cx="5330" cy="12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787065" y="1518300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792396" y="1516754"/>
            <a:ext cx="5330" cy="15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797726" y="1515058"/>
            <a:ext cx="5331" cy="16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03057" y="1513196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808387" y="1511154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813717" y="150891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819048" y="1506468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824378" y="1503790"/>
            <a:ext cx="5331" cy="26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829709" y="1500864"/>
            <a:ext cx="5330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835039" y="1497671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840369" y="149419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845700" y="14904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851030" y="1486283"/>
            <a:ext cx="5331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856361" y="1481814"/>
            <a:ext cx="5330" cy="44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861691" y="1476973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867021" y="1471739"/>
            <a:ext cx="5331" cy="52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872352" y="1466090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2877682" y="1460007"/>
            <a:ext cx="5331" cy="608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883013" y="1453474"/>
            <a:ext cx="5330" cy="65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2888343" y="1446472"/>
            <a:ext cx="5330" cy="70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893673" y="1438991"/>
            <a:ext cx="5331" cy="7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899004" y="1431019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904334" y="1422551"/>
            <a:ext cx="5331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909665" y="1413584"/>
            <a:ext cx="5330" cy="89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914995" y="1404124"/>
            <a:ext cx="5330" cy="94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920325" y="1394178"/>
            <a:ext cx="5331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25656" y="1383762"/>
            <a:ext cx="5330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30986" y="1372897"/>
            <a:ext cx="5330" cy="1086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36316" y="1361612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41647" y="1349942"/>
            <a:ext cx="5330" cy="116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46977" y="1337926"/>
            <a:ext cx="5331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52308" y="1325613"/>
            <a:ext cx="5330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57638" y="1313055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62968" y="1300308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68299" y="1287434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73629" y="1274495"/>
            <a:ext cx="5331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78960" y="1261557"/>
            <a:ext cx="5330" cy="129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84290" y="1248683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89620" y="1235936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94951" y="1223378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00281" y="1211065"/>
            <a:ext cx="5331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005612" y="1199049"/>
            <a:ext cx="5330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010942" y="1187378"/>
            <a:ext cx="5330" cy="116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016272" y="1176093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021603" y="1165229"/>
            <a:ext cx="5330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026933" y="1154813"/>
            <a:ext cx="5331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3032264" y="1144867"/>
            <a:ext cx="5330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3037594" y="1135406"/>
            <a:ext cx="5330" cy="94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042924" y="1126440"/>
            <a:ext cx="5331" cy="896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3048255" y="1117972"/>
            <a:ext cx="5330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053585" y="1110000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058915" y="1102518"/>
            <a:ext cx="5331" cy="7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064246" y="1095517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069576" y="1088983"/>
            <a:ext cx="5331" cy="65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074907" y="1082901"/>
            <a:ext cx="5330" cy="60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080237" y="1077252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085567" y="1072017"/>
            <a:ext cx="5331" cy="5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090898" y="1067176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096228" y="1062708"/>
            <a:ext cx="5331" cy="4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101559" y="1058590"/>
            <a:ext cx="5330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106889" y="10548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112219" y="105132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117550" y="1048127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122880" y="1045201"/>
            <a:ext cx="5331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128211" y="1042522"/>
            <a:ext cx="5330" cy="26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133541" y="1040074"/>
            <a:ext cx="5330" cy="24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138871" y="103783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144202" y="1035795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49532" y="1033933"/>
            <a:ext cx="5331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154863" y="1032236"/>
            <a:ext cx="5330" cy="16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160193" y="1030691"/>
            <a:ext cx="5330" cy="15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165523" y="1029285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170854" y="1028005"/>
            <a:ext cx="5330" cy="12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176184" y="1026842"/>
            <a:ext cx="5331" cy="1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181515" y="1025785"/>
            <a:ext cx="5330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186845" y="1024825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192175" y="1023953"/>
            <a:ext cx="5331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197506" y="1023161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202836" y="1022442"/>
            <a:ext cx="5330" cy="71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208166" y="1021791"/>
            <a:ext cx="5331" cy="65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213497" y="1021199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218827" y="1020663"/>
            <a:ext cx="5331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224158" y="1020177"/>
            <a:ext cx="5330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229488" y="1019736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234818" y="1019337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240149" y="1018975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3245479" y="1018647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3250810" y="1018350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3256140" y="101808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3261470" y="1017837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266801" y="1017616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272131" y="1017417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277461" y="1017235"/>
            <a:ext cx="5331" cy="1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282792" y="1017072"/>
            <a:ext cx="5330" cy="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88122" y="1016923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93453" y="1016789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98783" y="1016667"/>
            <a:ext cx="5331" cy="1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304114" y="1016557"/>
            <a:ext cx="5330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309444" y="1016458"/>
            <a:ext cx="5330" cy="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314774" y="1016368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320105" y="1016286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325435" y="1016212"/>
            <a:ext cx="5331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30766" y="1016145"/>
            <a:ext cx="5330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36096" y="1016084"/>
            <a:ext cx="5331" cy="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341427" y="1016030"/>
            <a:ext cx="5330" cy="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46757" y="1015980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087" y="1015935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57417" y="1015895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362748" y="1015858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368078" y="1015825"/>
            <a:ext cx="5331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373409" y="1015794"/>
            <a:ext cx="5330" cy="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378739" y="1015767"/>
            <a:ext cx="5330" cy="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384069" y="1015743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389400" y="1015720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94730" y="1015700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00061" y="1015682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405391" y="1015665"/>
            <a:ext cx="5331" cy="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410722" y="1015650"/>
            <a:ext cx="5330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16052" y="1015637"/>
            <a:ext cx="5330" cy="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421382" y="1015625"/>
            <a:ext cx="5331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26713" y="1015613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32043" y="1015604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37373" y="1015594"/>
            <a:ext cx="5331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42704" y="1015586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48034" y="1015579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453365" y="1015572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458695" y="1015566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464025" y="1015560"/>
            <a:ext cx="5331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69356" y="101555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474686" y="1015551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480017" y="1015547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485347" y="1015543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490677" y="1015540"/>
            <a:ext cx="5331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496008" y="1015537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501338" y="101553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506668" y="101553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511999" y="1015529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517329" y="101552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522660" y="1015526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27990" y="1015524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3320" y="101552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538651" y="101552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543981" y="1015520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549312" y="1015519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554642" y="1015518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559972" y="101551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565303" y="101551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570633" y="101551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575963" y="1015515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581294" y="101551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586624" y="101551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591955" y="10155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597285" y="1015513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602616" y="101551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607946" y="1015512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1001303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1638302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275301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001303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638302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275301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873896" y="2526997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73896" y="2267923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873896" y="2008849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2354110" y="2526997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2354110" y="2267923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>
            <a:off x="2354110" y="200884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001303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1033153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1065003" y="2525396"/>
            <a:ext cx="31850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1096853" y="2523900"/>
            <a:ext cx="31850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1128703" y="2521241"/>
            <a:ext cx="31850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1160553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192403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1224253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1256103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287953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19803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51653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383503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1415353" y="2274787"/>
            <a:ext cx="31849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1447202" y="2212724"/>
            <a:ext cx="31851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479053" y="2150744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151090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54275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57460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60645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63830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67015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70200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73385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765702" y="2150744"/>
            <a:ext cx="31850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797552" y="2212724"/>
            <a:ext cx="31850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829402" y="2274787"/>
            <a:ext cx="31850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861252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893102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924952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956802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988652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020502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052352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084202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116052" y="2521241"/>
            <a:ext cx="31849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147901" y="2523900"/>
            <a:ext cx="31851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179752" y="2525396"/>
            <a:ext cx="31849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211601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243451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3677295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4101961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4526627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4951293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677295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4101961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4526627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4951293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549887" y="2526391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3549887" y="2267404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3549887" y="2008416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5030101" y="2526391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5030101" y="2267404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5030101" y="2008416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36772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36985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719761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7409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7622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783461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046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259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38471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868394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38896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9108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3932094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9533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9745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3995794" y="2521787"/>
            <a:ext cx="21234" cy="460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4017028" y="2507974"/>
            <a:ext cx="21233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4038261" y="2484953"/>
            <a:ext cx="21233" cy="230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4059494" y="2452724"/>
            <a:ext cx="21234" cy="322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4080728" y="2411286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4101961" y="2360639"/>
            <a:ext cx="21233" cy="506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4123194" y="2300784"/>
            <a:ext cx="21234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4144428" y="2234023"/>
            <a:ext cx="21233" cy="667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4165661" y="2174168"/>
            <a:ext cx="21233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4186894" y="2123522"/>
            <a:ext cx="21233" cy="506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4208127" y="2082084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4229360" y="2049854"/>
            <a:ext cx="21234" cy="322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4250594" y="2026834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4271827" y="2013021"/>
            <a:ext cx="21233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4293060" y="2008416"/>
            <a:ext cx="21234" cy="46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43142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4335527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4356761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43779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4399227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4420460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44416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4462927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4484160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4505393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4526627" y="2008416"/>
            <a:ext cx="21233" cy="103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4547860" y="2018776"/>
            <a:ext cx="21233" cy="310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569093" y="2049854"/>
            <a:ext cx="21234" cy="517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4590327" y="2101652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4611560" y="2174168"/>
            <a:ext cx="21233" cy="93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4632793" y="2267404"/>
            <a:ext cx="21234" cy="93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4654027" y="2360639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4675260" y="2433155"/>
            <a:ext cx="21233" cy="517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4696493" y="2484953"/>
            <a:ext cx="21234" cy="310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4717727" y="2516031"/>
            <a:ext cx="21233" cy="103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4738960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47601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4781426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802660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48238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4845126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4866359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48875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4908826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4930059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59993" y="5750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2371271" y="1618860"/>
            <a:ext cx="341412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958076" y="1619745"/>
            <a:ext cx="282732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3470231" y="1619745"/>
            <a:ext cx="231516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126326" y="1502096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058626" y="1243115"/>
            <a:ext cx="37267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126326" y="984134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2818550" y="761572"/>
            <a:ext cx="296684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Sigmoid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947525" y="2612203"/>
            <a:ext cx="483787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617415" y="2613089"/>
            <a:ext cx="4167981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2254408" y="2613089"/>
            <a:ext cx="35309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788305" y="2495611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720617" y="2236539"/>
            <a:ext cx="50647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788305" y="1977478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63338" y="1771306"/>
            <a:ext cx="432205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Gaussian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3623517" y="2611771"/>
            <a:ext cx="21618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4048187" y="2611771"/>
            <a:ext cx="173720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4505741" y="2612657"/>
            <a:ext cx="127965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4930400" y="2612657"/>
            <a:ext cx="854995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464297" y="2495007"/>
            <a:ext cx="232109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396608" y="2236027"/>
            <a:ext cx="23887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464297" y="1977046"/>
            <a:ext cx="232109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278798" y="1771743"/>
            <a:ext cx="15065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Pi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4897479" y="3150929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5625938" y="3150705"/>
            <a:ext cx="1594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4592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78960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511999" y="1536684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4592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78960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511999" y="963712"/>
            <a:ext cx="0" cy="4859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11908" y="1533482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11908" y="1274495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211908" y="1015508"/>
            <a:ext cx="485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692084" y="1533482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692084" y="1274495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3692084" y="1015508"/>
            <a:ext cx="48596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33931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44643" y="1533479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349973" y="153347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5530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360634" y="1533478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365964" y="153347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371295" y="153347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376625" y="1533476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81956" y="153347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387286" y="153347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392616" y="153347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397947" y="153347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03277" y="1533471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408608" y="1533470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413938" y="1533468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419268" y="153346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24599" y="1533465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429929" y="1533463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35260" y="1533461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0590" y="1533459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45920" y="1533457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51251" y="153345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56581" y="1533451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461911" y="1533447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67242" y="153344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2572" y="1533440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77903" y="153343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83233" y="1533430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88563" y="1533425"/>
            <a:ext cx="5331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93894" y="1533419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99224" y="1533412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504555" y="1533405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509885" y="1533396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15215" y="1533387"/>
            <a:ext cx="5331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520546" y="1533377"/>
            <a:ext cx="5330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525876" y="1533366"/>
            <a:ext cx="5331" cy="1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531207" y="1533354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536537" y="1533340"/>
            <a:ext cx="5330" cy="1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41867" y="1533325"/>
            <a:ext cx="5331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47198" y="1533309"/>
            <a:ext cx="5330" cy="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552528" y="1533291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557858" y="1533271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63189" y="1533248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68519" y="1533224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573850" y="1533196"/>
            <a:ext cx="5330" cy="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579180" y="1533166"/>
            <a:ext cx="5331" cy="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84511" y="1533133"/>
            <a:ext cx="5330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589841" y="1533096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595171" y="1533056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600502" y="1533011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05832" y="1532961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11162" y="1532906"/>
            <a:ext cx="5331" cy="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16493" y="1532846"/>
            <a:ext cx="5330" cy="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621823" y="1532779"/>
            <a:ext cx="5331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627154" y="1532705"/>
            <a:ext cx="5330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632484" y="1532623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637814" y="1532533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643145" y="1532433"/>
            <a:ext cx="5330" cy="10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48475" y="1532323"/>
            <a:ext cx="5331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653806" y="1532202"/>
            <a:ext cx="5330" cy="1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659136" y="1532068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64466" y="1531919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69797" y="1531755"/>
            <a:ext cx="5330" cy="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675127" y="1531574"/>
            <a:ext cx="5331" cy="1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80458" y="1531375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685788" y="1531154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91118" y="1530910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696449" y="153064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01779" y="1530344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07109" y="1530016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12440" y="1529654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717770" y="1529255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723101" y="1528814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728431" y="1528328"/>
            <a:ext cx="5331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733762" y="1527792"/>
            <a:ext cx="5330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739092" y="1527200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44422" y="1526548"/>
            <a:ext cx="5331" cy="65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49753" y="1525830"/>
            <a:ext cx="5330" cy="7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55083" y="1525038"/>
            <a:ext cx="5331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760414" y="1524166"/>
            <a:ext cx="5330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65744" y="1523206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71074" y="1522149"/>
            <a:ext cx="5331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776405" y="1520985"/>
            <a:ext cx="5330" cy="11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781735" y="1519706"/>
            <a:ext cx="5330" cy="12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787065" y="1518300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792396" y="1516754"/>
            <a:ext cx="5330" cy="15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797726" y="1515058"/>
            <a:ext cx="5331" cy="16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803057" y="1513196"/>
            <a:ext cx="5330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808387" y="1511154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813717" y="150891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819048" y="1506468"/>
            <a:ext cx="5330" cy="24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824378" y="1503790"/>
            <a:ext cx="5331" cy="26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829709" y="1500864"/>
            <a:ext cx="5330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835039" y="1497671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840369" y="149419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845700" y="14904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851030" y="1486283"/>
            <a:ext cx="5331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856361" y="1481814"/>
            <a:ext cx="5330" cy="44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861691" y="1476973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867021" y="1471739"/>
            <a:ext cx="5331" cy="52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2872352" y="1466090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2877682" y="1460007"/>
            <a:ext cx="5331" cy="608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883013" y="1453474"/>
            <a:ext cx="5330" cy="65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2888343" y="1446472"/>
            <a:ext cx="5330" cy="70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893673" y="1438991"/>
            <a:ext cx="5331" cy="7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899004" y="1431019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2904334" y="1422551"/>
            <a:ext cx="5331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2909665" y="1413584"/>
            <a:ext cx="5330" cy="89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914995" y="1404124"/>
            <a:ext cx="5330" cy="94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920325" y="1394178"/>
            <a:ext cx="5331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25656" y="1383762"/>
            <a:ext cx="5330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30986" y="1372897"/>
            <a:ext cx="5330" cy="1086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36316" y="1361612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41647" y="1349942"/>
            <a:ext cx="5330" cy="1167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46977" y="1337926"/>
            <a:ext cx="5331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52308" y="1325613"/>
            <a:ext cx="5330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57638" y="1313055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62968" y="1300308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68299" y="1287434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73629" y="1274495"/>
            <a:ext cx="5331" cy="1293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78960" y="1261557"/>
            <a:ext cx="5330" cy="129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84290" y="1248683"/>
            <a:ext cx="5330" cy="128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89620" y="1235936"/>
            <a:ext cx="5331" cy="127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94951" y="1223378"/>
            <a:ext cx="5330" cy="1255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000281" y="1211065"/>
            <a:ext cx="5331" cy="123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005612" y="1199049"/>
            <a:ext cx="5330" cy="120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010942" y="1187378"/>
            <a:ext cx="5330" cy="1167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016272" y="1176093"/>
            <a:ext cx="5331" cy="1128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021603" y="1165229"/>
            <a:ext cx="5330" cy="1086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026933" y="1154813"/>
            <a:ext cx="5331" cy="10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3032264" y="1144867"/>
            <a:ext cx="5330" cy="99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3037594" y="1135406"/>
            <a:ext cx="5330" cy="94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042924" y="1126440"/>
            <a:ext cx="5331" cy="896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3048255" y="1117972"/>
            <a:ext cx="5330" cy="8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3053585" y="1110000"/>
            <a:ext cx="5330" cy="79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058915" y="1102518"/>
            <a:ext cx="5331" cy="74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3064246" y="1095517"/>
            <a:ext cx="5330" cy="700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069576" y="1088983"/>
            <a:ext cx="5331" cy="65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074907" y="1082901"/>
            <a:ext cx="5330" cy="60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3080237" y="1077252"/>
            <a:ext cx="5330" cy="56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085567" y="1072017"/>
            <a:ext cx="5331" cy="5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090898" y="1067176"/>
            <a:ext cx="5330" cy="48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096228" y="1062708"/>
            <a:ext cx="5331" cy="446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101559" y="1058590"/>
            <a:ext cx="5330" cy="41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106889" y="1054801"/>
            <a:ext cx="5330" cy="37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3112219" y="1051320"/>
            <a:ext cx="5331" cy="348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117550" y="1048127"/>
            <a:ext cx="5330" cy="319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122880" y="1045201"/>
            <a:ext cx="5331" cy="292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3128211" y="1042522"/>
            <a:ext cx="5330" cy="267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133541" y="1040074"/>
            <a:ext cx="5330" cy="24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138871" y="1037837"/>
            <a:ext cx="5331" cy="22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144202" y="1035795"/>
            <a:ext cx="5330" cy="204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149532" y="1033933"/>
            <a:ext cx="5331" cy="18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154863" y="1032236"/>
            <a:ext cx="5330" cy="16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160193" y="1030691"/>
            <a:ext cx="5330" cy="15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165523" y="1029285"/>
            <a:ext cx="5331" cy="14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170854" y="1028005"/>
            <a:ext cx="5330" cy="12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176184" y="1026842"/>
            <a:ext cx="5331" cy="1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181515" y="1025785"/>
            <a:ext cx="5330" cy="105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186845" y="1024825"/>
            <a:ext cx="5330" cy="9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192175" y="1023953"/>
            <a:ext cx="5331" cy="87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197506" y="1023161"/>
            <a:ext cx="5330" cy="7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202836" y="1022442"/>
            <a:ext cx="5330" cy="71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208166" y="1021791"/>
            <a:ext cx="5331" cy="65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213497" y="1021199"/>
            <a:ext cx="5330" cy="59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218827" y="1020663"/>
            <a:ext cx="5331" cy="5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224158" y="1020177"/>
            <a:ext cx="5330" cy="48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229488" y="1019736"/>
            <a:ext cx="5330" cy="4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234818" y="1019337"/>
            <a:ext cx="5331" cy="3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240149" y="1018975"/>
            <a:ext cx="5330" cy="36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3245479" y="1018647"/>
            <a:ext cx="5331" cy="32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3250810" y="1018350"/>
            <a:ext cx="5330" cy="29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3256140" y="1018081"/>
            <a:ext cx="5330" cy="26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3261470" y="1017837"/>
            <a:ext cx="5331" cy="2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3266801" y="1017616"/>
            <a:ext cx="5330" cy="2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272131" y="1017417"/>
            <a:ext cx="5330" cy="1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3277461" y="1017235"/>
            <a:ext cx="5331" cy="1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3282792" y="1017072"/>
            <a:ext cx="5330" cy="1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3288122" y="1016923"/>
            <a:ext cx="5331" cy="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3293453" y="1016789"/>
            <a:ext cx="5330" cy="13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3298783" y="1016667"/>
            <a:ext cx="5331" cy="12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3304114" y="1016557"/>
            <a:ext cx="5330" cy="1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309444" y="1016458"/>
            <a:ext cx="5330" cy="9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314774" y="1016368"/>
            <a:ext cx="5331" cy="9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320105" y="1016286"/>
            <a:ext cx="5330" cy="8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325435" y="1016212"/>
            <a:ext cx="5331" cy="7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330766" y="1016145"/>
            <a:ext cx="5330" cy="6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36096" y="1016084"/>
            <a:ext cx="5331" cy="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341427" y="1016030"/>
            <a:ext cx="5330" cy="5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46757" y="1015980"/>
            <a:ext cx="5330" cy="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087" y="1015935"/>
            <a:ext cx="5330" cy="4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57417" y="1015895"/>
            <a:ext cx="5331" cy="4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362748" y="1015858"/>
            <a:ext cx="5330" cy="3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368078" y="1015825"/>
            <a:ext cx="5331" cy="3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373409" y="1015794"/>
            <a:ext cx="5330" cy="3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378739" y="1015767"/>
            <a:ext cx="5330" cy="2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384069" y="1015743"/>
            <a:ext cx="5331" cy="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389400" y="1015720"/>
            <a:ext cx="5330" cy="2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394730" y="1015700"/>
            <a:ext cx="5331" cy="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400061" y="1015682"/>
            <a:ext cx="5330" cy="1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405391" y="1015665"/>
            <a:ext cx="5331" cy="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410722" y="1015650"/>
            <a:ext cx="5330" cy="1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416052" y="1015637"/>
            <a:ext cx="5330" cy="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421382" y="1015625"/>
            <a:ext cx="5331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426713" y="1015613"/>
            <a:ext cx="5330" cy="1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432043" y="1015604"/>
            <a:ext cx="5330" cy="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437373" y="1015594"/>
            <a:ext cx="5331" cy="1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442704" y="1015586"/>
            <a:ext cx="5330" cy="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448034" y="1015579"/>
            <a:ext cx="5331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453365" y="1015572"/>
            <a:ext cx="5330" cy="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3458695" y="1015566"/>
            <a:ext cx="5330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3464025" y="1015560"/>
            <a:ext cx="5331" cy="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469356" y="1015555"/>
            <a:ext cx="5330" cy="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474686" y="1015551"/>
            <a:ext cx="5331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480017" y="1015547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485347" y="1015543"/>
            <a:ext cx="5330" cy="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490677" y="1015540"/>
            <a:ext cx="5331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496008" y="1015537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501338" y="1015534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506668" y="101553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511999" y="1015529"/>
            <a:ext cx="5330" cy="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517329" y="1015528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522660" y="1015526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527990" y="1015524"/>
            <a:ext cx="5330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533320" y="1015522"/>
            <a:ext cx="5331" cy="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538651" y="1015521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543981" y="1015520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549312" y="1015519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554642" y="1015518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559972" y="1015517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565303" y="1015516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570633" y="1015515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575963" y="1015515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581294" y="1015514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586624" y="1015513"/>
            <a:ext cx="5331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591955" y="1015513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597285" y="1015513"/>
            <a:ext cx="5331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602616" y="1015512"/>
            <a:ext cx="5330" cy="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607946" y="1015512"/>
            <a:ext cx="5330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1001303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1638302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275301" y="2530023"/>
            <a:ext cx="0" cy="48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001303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638302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275301" y="1957048"/>
            <a:ext cx="0" cy="48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873896" y="2526997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73896" y="2267923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873896" y="2008849"/>
            <a:ext cx="485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H="1">
            <a:off x="2354110" y="2526997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H="1">
            <a:off x="2354110" y="2267923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H="1">
            <a:off x="2354110" y="200884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001303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1033153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1065003" y="2525396"/>
            <a:ext cx="31850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1096853" y="2523900"/>
            <a:ext cx="31850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1128703" y="2521241"/>
            <a:ext cx="31850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1160553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192403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1224253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1256103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287953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19803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51653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383503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1415353" y="2274787"/>
            <a:ext cx="31849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1447202" y="2212724"/>
            <a:ext cx="31851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479053" y="2150744"/>
            <a:ext cx="31849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151090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54275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57460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60645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638302" y="2008849"/>
            <a:ext cx="31850" cy="102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670152" y="2019108"/>
            <a:ext cx="31850" cy="295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702002" y="2048686"/>
            <a:ext cx="31850" cy="455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733852" y="2094203"/>
            <a:ext cx="31850" cy="5654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765702" y="2150744"/>
            <a:ext cx="31850" cy="6198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797552" y="2212724"/>
            <a:ext cx="31850" cy="6206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829402" y="2274787"/>
            <a:ext cx="31850" cy="5774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861252" y="2332530"/>
            <a:ext cx="31850" cy="50402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893102" y="2382932"/>
            <a:ext cx="31850" cy="4152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924952" y="2424456"/>
            <a:ext cx="31850" cy="3241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956802" y="2456873"/>
            <a:ext cx="31850" cy="240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988652" y="2480922"/>
            <a:ext cx="31850" cy="1698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020502" y="2497911"/>
            <a:ext cx="31850" cy="1144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052352" y="2509355"/>
            <a:ext cx="31850" cy="73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084202" y="2516716"/>
            <a:ext cx="31850" cy="452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116052" y="2521241"/>
            <a:ext cx="31849" cy="265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147901" y="2523900"/>
            <a:ext cx="31851" cy="149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179752" y="2525396"/>
            <a:ext cx="31849" cy="80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211601" y="2526202"/>
            <a:ext cx="31850" cy="4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243451" y="2526618"/>
            <a:ext cx="31850" cy="2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3677295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4101961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4526627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4951293" y="2529593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677295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4101961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4526627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4951293" y="1956616"/>
            <a:ext cx="0" cy="48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549887" y="2526391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3549887" y="2267404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3549887" y="2008416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H="1">
            <a:off x="5030101" y="2526391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H="1">
            <a:off x="5030101" y="2267404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H="1">
            <a:off x="5030101" y="2008416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36772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36985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719761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7409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7622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783461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04695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259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38471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868394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38896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9108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3932094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953328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974561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3995794" y="2521787"/>
            <a:ext cx="21234" cy="4604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4017028" y="2507974"/>
            <a:ext cx="21233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4038261" y="2484953"/>
            <a:ext cx="21233" cy="2302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4059494" y="2452724"/>
            <a:ext cx="21234" cy="3222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4080728" y="2411286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4101961" y="2360639"/>
            <a:ext cx="21233" cy="506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4123194" y="2300784"/>
            <a:ext cx="21234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4144428" y="2234023"/>
            <a:ext cx="21233" cy="66761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4165661" y="2174168"/>
            <a:ext cx="21233" cy="5985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4186894" y="2123522"/>
            <a:ext cx="21233" cy="5064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4208127" y="2082084"/>
            <a:ext cx="21233" cy="4143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4229360" y="2049854"/>
            <a:ext cx="21234" cy="3223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4250594" y="2026834"/>
            <a:ext cx="21233" cy="2302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4271827" y="2013021"/>
            <a:ext cx="21233" cy="13813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4293060" y="2008416"/>
            <a:ext cx="21234" cy="460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43142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4335527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4356761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43779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4399227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4420460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4441694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4462927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4484160" y="2008416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4505393" y="2008416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4526627" y="2008416"/>
            <a:ext cx="21233" cy="103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4547860" y="2018776"/>
            <a:ext cx="21233" cy="310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569093" y="2049854"/>
            <a:ext cx="21234" cy="517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4590327" y="2101652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4611560" y="2174168"/>
            <a:ext cx="21233" cy="9323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4632793" y="2267404"/>
            <a:ext cx="21234" cy="93235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4654027" y="2360639"/>
            <a:ext cx="21233" cy="72516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4675260" y="2433155"/>
            <a:ext cx="21233" cy="5179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4696493" y="2484953"/>
            <a:ext cx="21234" cy="3107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4717727" y="2516031"/>
            <a:ext cx="21233" cy="1036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4738960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47601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4781426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802660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48238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4845126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4866359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4887593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4908826" y="2526391"/>
            <a:ext cx="21233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4930059" y="2526391"/>
            <a:ext cx="21234" cy="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Rectangle 412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359993" y="5750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2371271" y="1618860"/>
            <a:ext cx="341412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2958076" y="1619745"/>
            <a:ext cx="282732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3470231" y="1619745"/>
            <a:ext cx="231516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2126326" y="1502096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058626" y="1243115"/>
            <a:ext cx="37267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126326" y="984134"/>
            <a:ext cx="365906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2818550" y="761572"/>
            <a:ext cx="296684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Sigmoid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947525" y="2612203"/>
            <a:ext cx="483787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1617415" y="2613089"/>
            <a:ext cx="4167981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2254408" y="2613089"/>
            <a:ext cx="35309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788305" y="2495611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720617" y="2236539"/>
            <a:ext cx="50647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788305" y="1977478"/>
            <a:ext cx="4997090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63338" y="1771306"/>
            <a:ext cx="432205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Gaussian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3623517" y="2611771"/>
            <a:ext cx="216187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4048187" y="2611771"/>
            <a:ext cx="1737208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4505741" y="2612657"/>
            <a:ext cx="1279654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4930400" y="2612657"/>
            <a:ext cx="854995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464297" y="2495007"/>
            <a:ext cx="232109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396608" y="2236027"/>
            <a:ext cx="2388787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0</a:t>
            </a:r>
            <a:r>
              <a:rPr sz="537" b="0">
                <a:solidFill>
                  <a:srgbClr val="000000"/>
                </a:solidFill>
                <a:latin typeface="Cambria Math"/>
              </a:rPr>
              <a:t>.</a:t>
            </a:r>
            <a:r>
              <a:rPr sz="5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464297" y="1977046"/>
            <a:ext cx="2321099" cy="1059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4278798" y="1771743"/>
            <a:ext cx="150659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Pi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219658" y="2864615"/>
            <a:ext cx="4565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4897476" y="3150929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5625935" y="3150705"/>
            <a:ext cx="1594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577466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049316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521166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577466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7049316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521166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199975" y="-2375279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199975" y="-2404055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199975" y="-2432832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844656" y="-2375279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844656" y="-2404055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844656" y="-2432832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341539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365131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388724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412316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435908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459501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483093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506685" y="-23752793"/>
            <a:ext cx="235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6530281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53873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577466" y="-23781570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601058" y="-23810346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6624650" y="-23839123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648243" y="-23867899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6671835" y="-23896674"/>
            <a:ext cx="23592" cy="2877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695427" y="-23925451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719020" y="-23954227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742612" y="-23983004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766204" y="-24011780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789797" y="-24040557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6813389" y="-24069333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6836982" y="-24098110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6860574" y="-24126885"/>
            <a:ext cx="23592" cy="2877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6884166" y="-24155661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907759" y="-24184438"/>
            <a:ext cx="23595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6931354" y="-2421321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954946" y="-24241991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978539" y="-24270768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7002131" y="-24299544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025724" y="-24328321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7049316" y="-24328321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7072908" y="-24270768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7096501" y="-24213215"/>
            <a:ext cx="23592" cy="575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120093" y="-24155661"/>
            <a:ext cx="23592" cy="5755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7143685" y="-2409811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7167278" y="-24040557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7190870" y="-23983004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214462" y="-2392545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7238055" y="-2386789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7261647" y="-23810346"/>
            <a:ext cx="23596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7285243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730883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733242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7356020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7379612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403204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426797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450389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473981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497574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521166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544759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568351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7591943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615536" y="-23752793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639131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662723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7686316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770990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733500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9253470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9725320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197170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253470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9725320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197170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8875980" y="-2375279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8875980" y="-24040557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75980" y="-2432832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30520661" y="-2375279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30520661" y="-24040557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30520661" y="-2432832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017543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9041135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906472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9088320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111912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913550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15909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9182690" y="-23752793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20628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22987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253470" y="-23810346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9277062" y="-2386789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9300654" y="-2392545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324247" y="-23983004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9347839" y="-2404055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9371432" y="-24098110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9395024" y="-24155661"/>
            <a:ext cx="23592" cy="5755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418616" y="-24213215"/>
            <a:ext cx="23593" cy="575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9442209" y="-2427076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9465801" y="-24328321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489393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512986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536578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9560170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583763" y="-24328321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9607358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630951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654543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678135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9701728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725320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748912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772505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796097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9819689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843282" y="-24328321"/>
            <a:ext cx="23592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866874" y="-24213215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9890466" y="-24098110"/>
            <a:ext cx="23593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9914059" y="-23983004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9937651" y="-23867899"/>
            <a:ext cx="23596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9961247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9984839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008431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0032024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0055616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0079208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0102801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126393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0149986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017357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0197170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0220763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024435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026794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0291540" y="-23752793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0315135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033872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0362320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0385912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040950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6341533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7049310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7757087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6341533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7049310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7757087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6199969" y="-22647017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6199969" y="-22934781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6199969" y="-23222545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27844650" y="-2264701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27844650" y="-2293478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27844650" y="-23222545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6341533" y="-23222545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6695421" y="-23222545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7403198" y="-22647017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9017537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9725314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0433091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017537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9725314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0433091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8875973" y="-22648414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8875973" y="-22936178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28875973" y="-23223942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30520654" y="-2264841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0520654" y="-2293617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0520654" y="-2322394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29017537" y="-22648414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371425" y="-2322394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0079202" y="-23223942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/>
          <p:cNvSpPr/>
          <p:nvPr/>
        </p:nvSpPr>
        <p:spPr>
          <a:xfrm>
            <a:off x="-8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7999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599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97466" y="3150931"/>
            <a:ext cx="887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624109" y="3150707"/>
            <a:ext cx="161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77136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48987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120838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77136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48987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20838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99647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647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99647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444329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444329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44329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4121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6480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839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1198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3558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917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8276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0635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12995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354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77136" y="1618757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00729" y="158998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24321" y="1561204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47914" y="1532428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71506" y="150365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95099" y="147487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318691" y="144609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42284" y="141732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5876" y="138854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389469" y="1359770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413062" y="1330994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436654" y="1302217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460247" y="127344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83839" y="1244665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07432" y="1215888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31024" y="118711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54617" y="115833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78209" y="112955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1802" y="110078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5394" y="107200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648987" y="1072006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72580" y="112955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96172" y="1187112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19765" y="1244665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43357" y="130221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6695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90543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81413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837728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86132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88491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90850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32098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556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9792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00287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02646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5006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07365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09724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12083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14443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16802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9161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1520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3880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262394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28598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309579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3317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9253470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9725320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197170" y="-23749235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253470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9725320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197170" y="-24385877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8875980" y="-2375279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8875980" y="-24040557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75980" y="-2432832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30520661" y="-2375279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30520661" y="-24040557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30520661" y="-2432832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017543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9041135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906472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9088320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111912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913550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15909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9182690" y="-23752793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20628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22987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253470" y="-23810346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9277062" y="-2386789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9300654" y="-2392545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324247" y="-23983004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9347839" y="-2404055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9371432" y="-24098110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9395024" y="-24155661"/>
            <a:ext cx="23592" cy="57551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418616" y="-24213215"/>
            <a:ext cx="23593" cy="57554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9442209" y="-2427076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29465801" y="-24328321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489393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512986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536578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9560170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583763" y="-24328321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9607358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630951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654543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678135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9701728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725320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748912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772505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796097" y="-24328321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9819689" y="-24328321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843282" y="-24328321"/>
            <a:ext cx="23592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866874" y="-24213215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9890466" y="-24098110"/>
            <a:ext cx="23593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9914059" y="-23983004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9937651" y="-23867899"/>
            <a:ext cx="23596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9961247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9984839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008431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0032024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0055616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0079208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0102801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126393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30149986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017357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0197170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0220763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3024435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30267947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0291540" y="-23752793"/>
            <a:ext cx="235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0315135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30338728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0362320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0385912" y="-2375279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0409505" y="-2375279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6341533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7049310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7757087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6341533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7049310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7757087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6199969" y="-22647017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6199969" y="-22934781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6199969" y="-23222545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27844650" y="-2264701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27844650" y="-2293478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27844650" y="-23222545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6341533" y="-23222545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6695421" y="-23222545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7403198" y="-22647017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9017537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9725314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0433091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017537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9725314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0433091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8875973" y="-22648414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8875973" y="-22936178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28875973" y="-23223942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30520654" y="-2264841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0520654" y="-2293617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0520654" y="-2322394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29017537" y="-22648414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371425" y="-2322394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0079202" y="-23223942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/>
          <p:cNvSpPr/>
          <p:nvPr/>
        </p:nvSpPr>
        <p:spPr>
          <a:xfrm>
            <a:off x="-8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7999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599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17385" y="1742413"/>
            <a:ext cx="46680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25791" y="1743397"/>
            <a:ext cx="4159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097634" y="1743397"/>
            <a:ext cx="36877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04559" y="1612676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336" y="1324907"/>
            <a:ext cx="5156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4559" y="1037150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428624" y="789858"/>
            <a:ext cx="43567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Triangular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897466" y="3150931"/>
            <a:ext cx="887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624109" y="3150707"/>
            <a:ext cx="1612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77136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48987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120838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77136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48987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20838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99647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647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99647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444329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444329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44329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4121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6480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839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1198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3558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917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8276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0635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12995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354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77136" y="1618757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00729" y="158998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24321" y="1561204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47914" y="1532428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71506" y="150365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95099" y="147487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318691" y="144609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42284" y="141732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5876" y="138854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389469" y="1359770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413062" y="1330994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436654" y="1302217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460247" y="127344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83839" y="1244665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07432" y="1215888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31024" y="118711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54617" y="115833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78209" y="112955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1802" y="110078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5394" y="107200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648987" y="1072006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72580" y="112955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96172" y="1187112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19765" y="1244665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43357" y="130221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6695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90543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81413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837728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86132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88491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90850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32098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556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9792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00287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02646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5006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07365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09724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12083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14443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16802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9161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1520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3880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262394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28598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309579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3317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853140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324991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96842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853140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24991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796842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475651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475651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75651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5120333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120333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5120333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1721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64080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6439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68799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71158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73517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75877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78236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80595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82954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85314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76733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0032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23918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4751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971103" y="1302217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994695" y="1244665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18288" y="1187112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041880" y="1129559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065473" y="1072006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9065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1265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3625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5984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83436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20702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23062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5421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7780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301399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324991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348584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37217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395769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419362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442954" y="1072006"/>
            <a:ext cx="23592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66546" y="1187112"/>
            <a:ext cx="23593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490139" y="1302217"/>
            <a:ext cx="23593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513732" y="1417323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537324" y="1532428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56091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58450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608102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63169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65528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67887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70247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2606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74965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477325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79684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82043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84402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86762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89121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91480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93839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9619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9855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00917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6341536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7049313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7757090" y="-22643459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6341536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7049313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7757090" y="-2328010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6199972" y="-22647017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6199972" y="-22934781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6199972" y="-23222545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27844653" y="-2264701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27844653" y="-2293478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27844653" y="-23222545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6341536" y="-23222545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6695424" y="-23222545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7403201" y="-22647017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9017540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9725317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0433094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017540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9725317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0433094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8875976" y="-22648414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8875976" y="-22936178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28875976" y="-23223942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30520657" y="-2264841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0520657" y="-2293617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0520657" y="-2322394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29017540" y="-22648414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371428" y="-2322394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0079205" y="-23223942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7999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599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17385" y="1742413"/>
            <a:ext cx="46680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25791" y="1743397"/>
            <a:ext cx="4159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097634" y="1743397"/>
            <a:ext cx="36877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04559" y="1612676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336" y="1324907"/>
            <a:ext cx="5156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4559" y="1037150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428624" y="789858"/>
            <a:ext cx="43567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Triangular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793389" y="1742413"/>
            <a:ext cx="1992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1783" y="1743397"/>
            <a:ext cx="1483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773626" y="1743397"/>
            <a:ext cx="10117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80550" y="1612676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305340" y="1324907"/>
            <a:ext cx="24800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380550" y="1037150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74148" y="789858"/>
            <a:ext cx="17112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Trapezoidal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897470" y="3150931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624112" y="3150707"/>
            <a:ext cx="161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77136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48987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120838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77136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48987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20838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99647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647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99647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444329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444329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44329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4121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6480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839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1198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3558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917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8276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0635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12995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354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77136" y="1618757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00729" y="158998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24321" y="1561204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47914" y="1532428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71506" y="150365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95099" y="147487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318691" y="144609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42284" y="141732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5876" y="138854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389469" y="1359770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413062" y="1330994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436654" y="1302217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460247" y="127344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83839" y="1244665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07432" y="1215888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31024" y="118711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54617" y="115833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78209" y="112955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1802" y="110078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5394" y="107200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648987" y="1072006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72580" y="112955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96172" y="1187112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19765" y="1244665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43357" y="130221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6695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90543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81413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837728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86132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88491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90850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32098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556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9792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00287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02646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5006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07365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09724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12083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14443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16802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9161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1520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3880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262394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28598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309579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3317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853140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324991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96842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853140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24991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796842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475651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475651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75651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5120333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120333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5120333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1721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64080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6439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68799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71158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73517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75877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78236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80595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82954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85314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76733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0032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23918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4751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971103" y="1302217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994695" y="1244665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18288" y="1187112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041880" y="1129559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065473" y="1072006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9065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1265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3625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5984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83436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20702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23062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5421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7780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301399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324991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348584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37217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395769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419362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442954" y="1072006"/>
            <a:ext cx="23592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66546" y="1187112"/>
            <a:ext cx="23593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490139" y="1302217"/>
            <a:ext cx="23593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513732" y="1417323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537324" y="1532428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56091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58450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608102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63169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65528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67887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70247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2606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74965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477325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79684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82043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84402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86762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89121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91480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93839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9619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9855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00917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941209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648985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356762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941209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1648985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356762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799645" y="2753310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799645" y="2465546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799645" y="2177782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2444327" y="275331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2444327" y="246554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2444327" y="2177782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41209" y="2177782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295097" y="217778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002874" y="2753310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9017540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9725317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30433094" y="-22644856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017540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9725317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30433094" y="-2328149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28875976" y="-22648414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28875976" y="-22936178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28875976" y="-23223942"/>
            <a:ext cx="5399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30520657" y="-2264841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30520657" y="-2293617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30520657" y="-2322394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29017540" y="-22648414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371428" y="-2322394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0079205" y="-23223942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7999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599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17385" y="1742413"/>
            <a:ext cx="46680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25791" y="1743397"/>
            <a:ext cx="4159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097634" y="1743397"/>
            <a:ext cx="36877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04559" y="1612676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336" y="1324907"/>
            <a:ext cx="5156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4559" y="1037150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428624" y="789858"/>
            <a:ext cx="43567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Triangular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793389" y="1742413"/>
            <a:ext cx="1992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1783" y="1743397"/>
            <a:ext cx="1483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773626" y="1743397"/>
            <a:ext cx="10117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80550" y="1612676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305340" y="1324907"/>
            <a:ext cx="24800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380550" y="1037150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74148" y="789858"/>
            <a:ext cx="17112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Trapezoidal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1468" y="2848177"/>
            <a:ext cx="4903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625789" y="2849161"/>
            <a:ext cx="41596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33548" y="2849161"/>
            <a:ext cx="3451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04557" y="2718440"/>
            <a:ext cx="5080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29335" y="2430670"/>
            <a:ext cx="5156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04557" y="2142914"/>
            <a:ext cx="5080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485759" y="1913186"/>
            <a:ext cx="42996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Z-curve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897470" y="3150931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624112" y="3150707"/>
            <a:ext cx="1612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77136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48987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120838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77136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48987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120838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99647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647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99647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444329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444329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44329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4121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6480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8839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1198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3558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5917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8276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0635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12995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354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77136" y="1618757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00729" y="158998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224321" y="1561204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47914" y="1532428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271506" y="150365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95099" y="147487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318691" y="144609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342284" y="141732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5876" y="138854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389469" y="1359770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413062" y="1330994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436654" y="1302217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460247" y="1273441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483839" y="1244665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07432" y="1215888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31024" y="1187112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54617" y="1158335"/>
            <a:ext cx="23592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78209" y="1129559"/>
            <a:ext cx="23593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1802" y="1100783"/>
            <a:ext cx="23592" cy="2877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5394" y="1072006"/>
            <a:ext cx="23593" cy="2877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648987" y="1072006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72580" y="1129559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96172" y="1187112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19765" y="1244665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43357" y="1302217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76695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90543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81413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837728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86132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88491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90850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32098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556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9792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002875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02646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05006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07365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09724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12083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144431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168023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91616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215208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3880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262394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28598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309579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33171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853140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324991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96842" y="1651092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853140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24991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796842" y="101445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475651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475651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75651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5120333" y="164753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5120333" y="135977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5120333" y="107200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1721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64080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66439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68799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71158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73517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75877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78236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80595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82954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853140" y="1589981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76733" y="1532428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00325" y="1474875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23918" y="1417323"/>
            <a:ext cx="23592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47510" y="1359770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971103" y="1302217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994695" y="1244665"/>
            <a:ext cx="23593" cy="57552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18288" y="1187112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041880" y="1129559"/>
            <a:ext cx="23593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065473" y="1072006"/>
            <a:ext cx="23592" cy="57553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9065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1265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3625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5984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83436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207028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230621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54213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7780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301399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324991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348584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372176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395769" y="1072006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419362" y="1072006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442954" y="1072006"/>
            <a:ext cx="23592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66546" y="1187112"/>
            <a:ext cx="23593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490139" y="1302217"/>
            <a:ext cx="23593" cy="115106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513732" y="1417323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537324" y="1532428"/>
            <a:ext cx="23592" cy="115105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560916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58450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608102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631694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655287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678879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70247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72606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74965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477325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79684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82043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84402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867620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891212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91480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938397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961990" y="1647533"/>
            <a:ext cx="23593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985583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009175" y="1647533"/>
            <a:ext cx="23592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941209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648985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356762" y="2756868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941209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1648985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356762" y="2120226"/>
            <a:ext cx="0" cy="53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799645" y="2753310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799645" y="2465546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799645" y="2177782"/>
            <a:ext cx="53998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>
            <a:off x="2444327" y="2753310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>
            <a:off x="2444327" y="246554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>
            <a:off x="2444327" y="2177782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41209" y="2177782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295097" y="2177782"/>
            <a:ext cx="707777" cy="57552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002874" y="2753310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617211" y="27554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4324988" y="27554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5032764" y="2755471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617211" y="211883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324988" y="211883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032764" y="2118830"/>
            <a:ext cx="0" cy="53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475647" y="275191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475647" y="246414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475647" y="217638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H="1">
            <a:off x="5120330" y="275191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H="1">
            <a:off x="5120330" y="246414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H="1">
            <a:off x="5120330" y="217638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617211" y="2751913"/>
            <a:ext cx="353889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971100" y="2176386"/>
            <a:ext cx="707776" cy="575527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4678876" y="2176386"/>
            <a:ext cx="353888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Membership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599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linear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17385" y="1742413"/>
            <a:ext cx="46680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25791" y="1743397"/>
            <a:ext cx="4159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097634" y="1743397"/>
            <a:ext cx="36877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04559" y="1612676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629336" y="1324907"/>
            <a:ext cx="51560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4559" y="1037150"/>
            <a:ext cx="5080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428624" y="789858"/>
            <a:ext cx="43567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Triangular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793389" y="1742413"/>
            <a:ext cx="19920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01783" y="1743397"/>
            <a:ext cx="14836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773626" y="1743397"/>
            <a:ext cx="10117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380550" y="1612676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305340" y="1324907"/>
            <a:ext cx="24800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380550" y="1037150"/>
            <a:ext cx="2404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74148" y="789858"/>
            <a:ext cx="17112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Trapezoidal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1468" y="2848177"/>
            <a:ext cx="4903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625789" y="2849161"/>
            <a:ext cx="41596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33548" y="2849161"/>
            <a:ext cx="34518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04557" y="2718440"/>
            <a:ext cx="5080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29335" y="2430670"/>
            <a:ext cx="51560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04557" y="2142914"/>
            <a:ext cx="5080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485759" y="1913186"/>
            <a:ext cx="42996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Z-curve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557458" y="2846780"/>
            <a:ext cx="22279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301780" y="2847764"/>
            <a:ext cx="1483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009550" y="2847764"/>
            <a:ext cx="7758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380547" y="2717043"/>
            <a:ext cx="24048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305337" y="2429286"/>
            <a:ext cx="24800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380547" y="2141530"/>
            <a:ext cx="24048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167934" y="1911789"/>
            <a:ext cx="1617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S-curve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897473" y="3150931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624115" y="3150707"/>
            <a:ext cx="161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531809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04357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76905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649453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022001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394552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767099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139647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512195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884743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0257291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629838" y="-23740597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31809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904357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276905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49453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022001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394552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767099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139647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512195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84743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257291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0629838" y="-24575248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6345536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718083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090631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463179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835727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208275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580826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953373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9325921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698469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0071017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0443565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0816112" y="-23758594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345536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6718083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7090631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463179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7835727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208275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8580826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8953373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9325921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698469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071017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443565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816112" y="-24575248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6345536" y="-23777151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6345536" y="-2413992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6345536" y="-24502690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30762109" y="-23777151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0762109" y="-24139920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0762109" y="-24502690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345536" y="-24502690"/>
            <a:ext cx="74509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090631" y="-24502690"/>
            <a:ext cx="745096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835727" y="-23777151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345536" y="-23777151"/>
            <a:ext cx="1117643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463179" y="-24502690"/>
            <a:ext cx="745096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208275" y="-24502690"/>
            <a:ext cx="745098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8953373" y="-23777151"/>
            <a:ext cx="1862739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6345536" y="-23777151"/>
            <a:ext cx="2235290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8580826" y="-24502690"/>
            <a:ext cx="745095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325921" y="-24502690"/>
            <a:ext cx="1490191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7476" y="3150932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3966" y="3150708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5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1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5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1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4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4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623173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260404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9763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3" y="1623173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3" y="1260404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3" y="897635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897635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897635"/>
            <a:ext cx="745096" cy="7255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35401" y="1623173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623173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07949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553045" y="1623173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623173"/>
            <a:ext cx="223528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80497" y="897635"/>
            <a:ext cx="745097" cy="7255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925594" y="897635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4551" y="1718120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37093" y="1718120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9634" y="1718120"/>
            <a:ext cx="41757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82176" y="1718120"/>
            <a:ext cx="3803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54718" y="1718120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7260" y="1718120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99802" y="1718120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72356" y="1718120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4898" y="1718120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17440" y="1718120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1" y="1718120"/>
            <a:ext cx="11954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3" y="1718120"/>
            <a:ext cx="822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718120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576680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3" y="1213917"/>
            <a:ext cx="5013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851155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51431" y="1216983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27654" y="1207865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72621" y="1216983"/>
            <a:ext cx="1412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48011" y="1916690"/>
            <a:ext cx="2837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2" y="1045967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001331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97476" y="315092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3966" y="3150704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5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1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5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1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4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4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623173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260404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9763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3" y="1623173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3" y="1260404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3" y="897635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897635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897635"/>
            <a:ext cx="745096" cy="7255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35401" y="1623173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623173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07949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553045" y="1623173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623173"/>
            <a:ext cx="223528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80497" y="897635"/>
            <a:ext cx="745097" cy="7255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925594" y="897635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4551" y="1718120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37093" y="1718120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9634" y="1718120"/>
            <a:ext cx="41757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82176" y="1718120"/>
            <a:ext cx="3803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54718" y="1718120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7260" y="1718120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99802" y="1718120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72356" y="1718120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4898" y="1718120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17440" y="1718120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1" y="1718120"/>
            <a:ext cx="11954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3" y="1718120"/>
            <a:ext cx="822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718120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576680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3" y="1213917"/>
            <a:ext cx="5013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851155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51431" y="1216983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27654" y="1207865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72621" y="1216983"/>
            <a:ext cx="1412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48011" y="1916690"/>
            <a:ext cx="2837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2" y="1045967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001331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4958" y="2098689"/>
            <a:ext cx="539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97476" y="315092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966" y="3150704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5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1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5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1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4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4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623173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260404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9763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3" y="1623173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3" y="1260404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3" y="897635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897635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897635"/>
            <a:ext cx="745096" cy="7255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35401" y="1623173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623173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07949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553045" y="1623173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623173"/>
            <a:ext cx="223528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80497" y="897635"/>
            <a:ext cx="745097" cy="7255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925594" y="897635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7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1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4551" y="1718120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37093" y="1718120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9634" y="1718120"/>
            <a:ext cx="41757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82176" y="1718120"/>
            <a:ext cx="3803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54718" y="1718120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7260" y="1718120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99802" y="1718120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72356" y="1718120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4898" y="1718120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17440" y="1718120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1" y="1718120"/>
            <a:ext cx="11954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3" y="1718120"/>
            <a:ext cx="822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718120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576680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3" y="1213917"/>
            <a:ext cx="5013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851155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51431" y="1216983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27654" y="1207865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72621" y="1216983"/>
            <a:ext cx="1412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48011" y="1916690"/>
            <a:ext cx="2837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2" y="1045967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001331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4958" y="2098689"/>
            <a:ext cx="539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659016" y="2339087"/>
            <a:ext cx="41263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97482" y="3150928"/>
            <a:ext cx="8879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23972" y="3150704"/>
            <a:ext cx="1614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5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1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5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1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4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4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623173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260404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9763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3" y="1623173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3" y="1260404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3" y="897635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897635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897635"/>
            <a:ext cx="745096" cy="7255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35401" y="1623173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623173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07949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553045" y="1623173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623173"/>
            <a:ext cx="223528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80497" y="897635"/>
            <a:ext cx="745097" cy="7255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925594" y="897635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4551" y="1718120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37093" y="1718120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9634" y="1718120"/>
            <a:ext cx="41757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82176" y="1718120"/>
            <a:ext cx="3803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54718" y="1718120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7260" y="1718120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99802" y="1718120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72356" y="1718120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4898" y="1718120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17440" y="1718120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1" y="1718120"/>
            <a:ext cx="11954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3" y="1718120"/>
            <a:ext cx="822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718120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576680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3" y="1213917"/>
            <a:ext cx="5013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851155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51431" y="1216983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27654" y="1207865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72621" y="1216983"/>
            <a:ext cx="1412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48011" y="1916690"/>
            <a:ext cx="2837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2" y="1045967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001331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4958" y="2098689"/>
            <a:ext cx="539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659016" y="2339087"/>
            <a:ext cx="41263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02337" y="2516226"/>
            <a:ext cx="428305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185)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897476" y="315092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23966" y="3150704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5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3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1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19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659728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5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3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1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19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825077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49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7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5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1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641731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49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7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5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1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825077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623173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260404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897635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3" y="1623173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3" y="1260404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3" y="897635"/>
            <a:ext cx="54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897635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897635"/>
            <a:ext cx="745096" cy="725538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35401" y="1623173"/>
            <a:ext cx="2980385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623173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07949" y="897635"/>
            <a:ext cx="745096" cy="72553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553045" y="1623173"/>
            <a:ext cx="1862741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45209" y="1623173"/>
            <a:ext cx="2235288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180497" y="897635"/>
            <a:ext cx="745097" cy="725538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925594" y="897635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Representation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611379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described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height,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4551" y="1718120"/>
            <a:ext cx="49208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37093" y="1718120"/>
            <a:ext cx="45483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9634" y="1718120"/>
            <a:ext cx="41757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82176" y="1718120"/>
            <a:ext cx="3803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54718" y="1718120"/>
            <a:ext cx="34306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7260" y="1718120"/>
            <a:ext cx="3058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99802" y="1718120"/>
            <a:ext cx="2685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72356" y="1718120"/>
            <a:ext cx="23130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44898" y="1718120"/>
            <a:ext cx="19404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17440" y="1718120"/>
            <a:ext cx="1567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1" y="1718120"/>
            <a:ext cx="11954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3" y="1718120"/>
            <a:ext cx="822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718120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576680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3" y="1213917"/>
            <a:ext cx="50138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851155"/>
            <a:ext cx="4930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351431" y="1216983"/>
            <a:ext cx="443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27654" y="1207865"/>
            <a:ext cx="31577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72621" y="1216983"/>
            <a:ext cx="1412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48011" y="1916690"/>
            <a:ext cx="2837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2" y="1045967"/>
            <a:ext cx="5394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001331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4958" y="2098689"/>
            <a:ext cx="53904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659016" y="2339087"/>
            <a:ext cx="41263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150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170)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02337" y="2516226"/>
            <a:ext cx="428305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165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175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185)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42378" y="2693353"/>
            <a:ext cx="40430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190)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180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190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/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210)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97476" y="3150928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23966" y="3150704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31483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04031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6579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9127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21676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94224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66772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9320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11868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84416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6964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229512" y="179723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483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04031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876579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49127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21676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4224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366772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9320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11868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84416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56964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29512" y="96257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45209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317757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90305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62853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35401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7950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180498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553046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925594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298142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670690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043238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415786" y="177923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5209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317757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90305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062853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435401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807950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180498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53046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25594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298142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670690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43238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415786" y="96257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45209" y="176067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45209" y="139790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45209" y="103513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5361784" y="1760676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5361784" y="139790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5361784" y="1035137"/>
            <a:ext cx="5400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45209" y="1035137"/>
            <a:ext cx="74509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90305" y="1035137"/>
            <a:ext cx="1117645" cy="725539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07950" y="1760676"/>
            <a:ext cx="2607836" cy="0"/>
          </a:xfrm>
          <a:prstGeom prst="line">
            <a:avLst/>
          </a:prstGeom>
          <a:ln w="50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45209" y="176067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062853" y="1035137"/>
            <a:ext cx="372548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435401" y="1035137"/>
            <a:ext cx="745097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180498" y="1035137"/>
            <a:ext cx="1117644" cy="72553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298142" y="1760676"/>
            <a:ext cx="1117644" cy="0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45209" y="1760676"/>
            <a:ext cx="2235289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180498" y="1035137"/>
            <a:ext cx="745096" cy="725539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925594" y="1035137"/>
            <a:ext cx="1490192" cy="0"/>
          </a:xfrm>
          <a:prstGeom prst="line">
            <a:avLst/>
          </a:prstGeom>
          <a:ln w="50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1437" y="1855623"/>
            <a:ext cx="48939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263979" y="1855623"/>
            <a:ext cx="45214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36521" y="1855623"/>
            <a:ext cx="41488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60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09063" y="1855623"/>
            <a:ext cx="37763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65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1605" y="1855623"/>
            <a:ext cx="34037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70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54146" y="1855623"/>
            <a:ext cx="30312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26701" y="1855623"/>
            <a:ext cx="26586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99242" y="1855623"/>
            <a:ext cx="22861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71784" y="1855623"/>
            <a:ext cx="19136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44326" y="1855623"/>
            <a:ext cx="15410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89982" y="1855623"/>
            <a:ext cx="1195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62524" y="1855623"/>
            <a:ext cx="822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35065" y="1855623"/>
            <a:ext cx="450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55166" y="1714183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1524" y="1351420"/>
            <a:ext cx="5013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55166" y="988657"/>
            <a:ext cx="49302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28469" y="1345367"/>
            <a:ext cx="43569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Light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702165" y="1345367"/>
            <a:ext cx="3083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10163" y="1343983"/>
            <a:ext cx="14752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Heavy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52165" y="2054193"/>
            <a:ext cx="28332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0823" y="1183470"/>
            <a:ext cx="5394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1015" y="1138834"/>
            <a:ext cx="5274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215173" y="2236192"/>
            <a:ext cx="45702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97474" y="3150917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7978" y="3150693"/>
            <a:ext cx="157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1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82" y="3150918"/>
            <a:ext cx="8879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5103" y="3150694"/>
            <a:ext cx="160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1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3893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82" y="3150918"/>
            <a:ext cx="88791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5103" y="3150694"/>
            <a:ext cx="160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3893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9703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3893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9703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9176" y="1556505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‘John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9176" y="1731191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29282" y="1731191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9176" y="1911684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29282" y="1911684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3893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9703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9176" y="1556505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‘John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9176" y="1731191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29282" y="1731191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9176" y="1911684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29282" y="1911684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45662" y="1552517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‘wind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strong’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5662" y="1735166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35770" y="1735166"/>
            <a:ext cx="1149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45662" y="1915671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5770" y="1915671"/>
            <a:ext cx="1149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strong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68082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93893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9703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9176" y="1556505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‘John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tall’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9176" y="1731191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29282" y="1731191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John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9176" y="1911684"/>
            <a:ext cx="4746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29282" y="1911684"/>
            <a:ext cx="35561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45662" y="1552517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‘wind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strong’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5662" y="1735166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35770" y="1735166"/>
            <a:ext cx="1149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45662" y="1915671"/>
            <a:ext cx="2339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5770" y="1915671"/>
            <a:ext cx="11496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strong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52676" y="2252694"/>
            <a:ext cx="35327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‘speed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slow’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52676" y="2434580"/>
            <a:ext cx="35327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42782" y="2434580"/>
            <a:ext cx="23426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52676" y="2615073"/>
            <a:ext cx="35327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42782" y="2615073"/>
            <a:ext cx="23426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89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60" y="3150915"/>
            <a:ext cx="8879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950" y="3150691"/>
            <a:ext cx="1614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6761" y="1675908"/>
            <a:ext cx="45186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discourse: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6761" y="1675908"/>
            <a:ext cx="45186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discourse: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220km/h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6761" y="1675908"/>
            <a:ext cx="45186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discourse: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220km/h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18420" y="1847979"/>
            <a:ext cx="40669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6761" y="1675908"/>
            <a:ext cx="45186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discourse: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220km/h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18420" y="1847979"/>
            <a:ext cx="40669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medium,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5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8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Linguistic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90420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20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discourse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3438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6761" y="1675908"/>
            <a:ext cx="45186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discourse: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220km/h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18420" y="1847979"/>
            <a:ext cx="40669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medium,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0" y="2157275"/>
            <a:ext cx="51483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0" y="2329347"/>
            <a:ext cx="51483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69" y="3150915"/>
            <a:ext cx="887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960" y="3150691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0166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qualifiers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6142" y="3150695"/>
            <a:ext cx="169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0166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qualifiers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05977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6142" y="3150692"/>
            <a:ext cx="169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0166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qualifiers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05977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178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 are adverbs that modify verbs, adjectives, adverbs, or the whole sentence.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6142" y="3150692"/>
            <a:ext cx="169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0166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qualifiers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05977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178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 are adverbs that modify verbs, adjectives, adverbs, or the whole sentence.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759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6142" y="3150692"/>
            <a:ext cx="169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0166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qualifiers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05977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178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 are adverbs that modify verbs, adjectives, adverbs, or the whole sentence.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7599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69298" y="1917525"/>
            <a:ext cx="3516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7093" y="1917525"/>
            <a:ext cx="273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slightly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4830" y="2089598"/>
            <a:ext cx="34505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2417" y="2089598"/>
            <a:ext cx="28129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extremely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93581" y="2261670"/>
            <a:ext cx="35918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98500" y="2261670"/>
            <a:ext cx="28868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62898" y="2433742"/>
            <a:ext cx="36224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somewhat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51390" y="2433742"/>
            <a:ext cx="2734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16142" y="3150692"/>
            <a:ext cx="169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0996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76" y="3150919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9219" y="3150695"/>
            <a:ext cx="1461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0996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35774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57358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6" y="3150919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9219" y="3150695"/>
            <a:ext cx="1461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09964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35774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57358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8793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‘very’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98498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3" y="3150919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9216" y="3150695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2838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8297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3755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2146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46733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20132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0109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567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10265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064852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1944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74027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42861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01090" y="218718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01090" y="1867982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01090" y="1548784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01090" y="1229586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701090" y="910388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701090" y="59119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01090" y="234677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01090" y="2027581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01090" y="1708383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01090" y="1389185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01090" y="1069987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01090" y="75078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28384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8297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7558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92146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46733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132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8384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8297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7558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92146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6733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20132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0109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55678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10265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64852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1944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974027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428614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109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155678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10265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64852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1944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974027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428614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0109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70109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70109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0109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0109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0109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39621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439621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439621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39621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39621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39621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1090" y="234677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01090" y="202758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01090" y="1708383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01090" y="138918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01090" y="106998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01090" y="75078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80014" y="234677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4380014" y="2027581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4380014" y="1708383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380014" y="138918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380014" y="1069987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380014" y="75078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701090" y="750789"/>
            <a:ext cx="454588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5678" y="750789"/>
            <a:ext cx="454587" cy="159599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10265" y="2346779"/>
            <a:ext cx="1818349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701090" y="2346779"/>
            <a:ext cx="681881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82971" y="750789"/>
            <a:ext cx="454587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37558" y="750789"/>
            <a:ext cx="454588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92146" y="2346779"/>
            <a:ext cx="1136468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01090" y="2346779"/>
            <a:ext cx="1363762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64852" y="750789"/>
            <a:ext cx="454588" cy="159599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519440" y="750789"/>
            <a:ext cx="909174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64852" y="2330819"/>
            <a:ext cx="45459" cy="1596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110311" y="2282939"/>
            <a:ext cx="45459" cy="4788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155770" y="2203140"/>
            <a:ext cx="45458" cy="7979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01228" y="2091421"/>
            <a:ext cx="45459" cy="1117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46687" y="1947782"/>
            <a:ext cx="45459" cy="14363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292146" y="1772223"/>
            <a:ext cx="45458" cy="17555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337604" y="1564744"/>
            <a:ext cx="45460" cy="20747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383064" y="1325346"/>
            <a:ext cx="45458" cy="23939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428522" y="1054027"/>
            <a:ext cx="45459" cy="2713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473981" y="750789"/>
            <a:ext cx="45459" cy="30323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292146" y="1548784"/>
            <a:ext cx="0" cy="797995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23865" y="1548784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01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 flipV="1">
            <a:off x="3292146" y="1947782"/>
            <a:ext cx="0" cy="398997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1723865" y="1947782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Freeform 135"/>
          <p:cNvSpPr/>
          <p:nvPr/>
        </p:nvSpPr>
        <p:spPr>
          <a:xfrm>
            <a:off x="17018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28487" y="2366931"/>
            <a:ext cx="415690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3070" y="2366931"/>
            <a:ext cx="370232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37652" y="2366931"/>
            <a:ext cx="32477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2235" y="2366931"/>
            <a:ext cx="279316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46817" y="2366931"/>
            <a:ext cx="23385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901400" y="2366931"/>
            <a:ext cx="188399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55982" y="2366931"/>
            <a:ext cx="142941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20052" y="2304935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44762" y="1985741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544762" y="1666547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44762" y="1347353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44762" y="1028159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20052" y="708964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644" y="1602166"/>
            <a:ext cx="38147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80756" y="1585764"/>
            <a:ext cx="310463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5944" y="1602166"/>
            <a:ext cx="20994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55623" y="2545644"/>
            <a:ext cx="292977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56229" y="1028853"/>
            <a:ext cx="452916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897474" y="3150931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25019" y="3150707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2838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8297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3755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2146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46733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20132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0109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567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10265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064852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1944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74027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42861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01090" y="218718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01090" y="1867982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01090" y="1548784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01090" y="1229586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701090" y="910388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701090" y="59119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01090" y="234677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01090" y="2027581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01090" y="1708383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01090" y="1389185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01090" y="1069987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01090" y="75078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28384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8297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7558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92146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46733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132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8384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8297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7558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92146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6733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20132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0109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55678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10265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64852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1944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974027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428614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109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155678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10265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64852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1944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974027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428614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0109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70109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70109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0109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0109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0109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39621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439621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439621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39621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39621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39621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1090" y="234677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01090" y="202758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01090" y="1708383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01090" y="138918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01090" y="106998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01090" y="75078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80014" y="234677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4380014" y="2027581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4380014" y="1708383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380014" y="138918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380014" y="1069987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380014" y="75078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701090" y="750789"/>
            <a:ext cx="454588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5678" y="750789"/>
            <a:ext cx="454587" cy="159599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10265" y="2346779"/>
            <a:ext cx="1818349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701090" y="2346779"/>
            <a:ext cx="681881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82971" y="750789"/>
            <a:ext cx="454587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37558" y="750789"/>
            <a:ext cx="454588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92146" y="2346779"/>
            <a:ext cx="1136468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01090" y="2346779"/>
            <a:ext cx="1363762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64852" y="750789"/>
            <a:ext cx="454588" cy="159599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519440" y="750789"/>
            <a:ext cx="909174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64852" y="2330819"/>
            <a:ext cx="45459" cy="1596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110311" y="2282939"/>
            <a:ext cx="45459" cy="4788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155770" y="2203140"/>
            <a:ext cx="45458" cy="7979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01228" y="2091421"/>
            <a:ext cx="45459" cy="1117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46687" y="1947782"/>
            <a:ext cx="45459" cy="14363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292146" y="1772223"/>
            <a:ext cx="45458" cy="17555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337604" y="1564744"/>
            <a:ext cx="45460" cy="20747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383064" y="1325346"/>
            <a:ext cx="45458" cy="23939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428522" y="1054027"/>
            <a:ext cx="45459" cy="2713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473981" y="750789"/>
            <a:ext cx="45459" cy="30323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292146" y="1548784"/>
            <a:ext cx="0" cy="797995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23865" y="1548784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01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 flipV="1">
            <a:off x="3292146" y="1947782"/>
            <a:ext cx="0" cy="398997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1723865" y="1947782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Freeform 135"/>
          <p:cNvSpPr/>
          <p:nvPr/>
        </p:nvSpPr>
        <p:spPr>
          <a:xfrm>
            <a:off x="17018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28487" y="2366931"/>
            <a:ext cx="415690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3070" y="2366931"/>
            <a:ext cx="370232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37652" y="2366931"/>
            <a:ext cx="32477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2235" y="2366931"/>
            <a:ext cx="279316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46817" y="2366931"/>
            <a:ext cx="23385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901400" y="2366931"/>
            <a:ext cx="188399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55982" y="2366931"/>
            <a:ext cx="142941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20052" y="2304935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44762" y="1985741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544762" y="1666547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44762" y="1347353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44762" y="1028159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20052" y="708964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644" y="1602166"/>
            <a:ext cx="38147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80756" y="1585764"/>
            <a:ext cx="310463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5944" y="1602166"/>
            <a:ext cx="20994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55623" y="2545644"/>
            <a:ext cx="292977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56229" y="1028853"/>
            <a:ext cx="452916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15477" y="2762378"/>
            <a:ext cx="43699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‘very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tall’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applying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‘very’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‘tall’)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785767" y="2848131"/>
            <a:ext cx="1999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953445" y="2777176"/>
            <a:ext cx="18319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97474" y="315093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25019" y="3150706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2838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8297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3755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2146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46733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20132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0109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567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10265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064852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1944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74027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42861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01090" y="218718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01090" y="1867982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01090" y="1548784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01090" y="1229586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701090" y="910388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701090" y="59119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01090" y="234677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01090" y="2027581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01090" y="1708383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01090" y="1389185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01090" y="1069987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01090" y="75078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28384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8297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7558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92146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46733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132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8384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8297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7558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92146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6733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20132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0109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55678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10265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64852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1944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974027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428614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109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155678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10265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64852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1944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974027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428614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0109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70109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70109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0109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0109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0109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39621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439621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439621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39621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39621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39621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1090" y="234677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01090" y="202758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01090" y="1708383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01090" y="138918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01090" y="106998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01090" y="75078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80014" y="234677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4380014" y="2027581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4380014" y="1708383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380014" y="138918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380014" y="1069987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380014" y="75078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701090" y="750789"/>
            <a:ext cx="454588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5678" y="750789"/>
            <a:ext cx="454587" cy="159599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10265" y="2346779"/>
            <a:ext cx="1818349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701090" y="2346779"/>
            <a:ext cx="681881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82971" y="750789"/>
            <a:ext cx="454587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37558" y="750789"/>
            <a:ext cx="454588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92146" y="2346779"/>
            <a:ext cx="1136468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01090" y="2346779"/>
            <a:ext cx="1363762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64852" y="750789"/>
            <a:ext cx="454588" cy="159599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519440" y="750789"/>
            <a:ext cx="909174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64852" y="2330819"/>
            <a:ext cx="45459" cy="1596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110311" y="2282939"/>
            <a:ext cx="45459" cy="4788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155770" y="2203140"/>
            <a:ext cx="45458" cy="7979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01228" y="2091421"/>
            <a:ext cx="45459" cy="1117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46687" y="1947782"/>
            <a:ext cx="45459" cy="14363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292146" y="1772223"/>
            <a:ext cx="45458" cy="17555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337604" y="1564744"/>
            <a:ext cx="45460" cy="20747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383064" y="1325346"/>
            <a:ext cx="45458" cy="23939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428522" y="1054027"/>
            <a:ext cx="45459" cy="2713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473981" y="750789"/>
            <a:ext cx="45459" cy="30323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292146" y="1548784"/>
            <a:ext cx="0" cy="797995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23865" y="1548784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01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 flipV="1">
            <a:off x="3292146" y="1947782"/>
            <a:ext cx="0" cy="398997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1723865" y="1947782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Freeform 135"/>
          <p:cNvSpPr/>
          <p:nvPr/>
        </p:nvSpPr>
        <p:spPr>
          <a:xfrm>
            <a:off x="17018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28487" y="2366931"/>
            <a:ext cx="415690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3070" y="2366931"/>
            <a:ext cx="370232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37652" y="2366931"/>
            <a:ext cx="32477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2235" y="2366931"/>
            <a:ext cx="279316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46817" y="2366931"/>
            <a:ext cx="23385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901400" y="2366931"/>
            <a:ext cx="188399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55982" y="2366931"/>
            <a:ext cx="142941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20052" y="2304935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44762" y="1985741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544762" y="1666547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44762" y="1347353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44762" y="1028159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20052" y="708964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644" y="1602166"/>
            <a:ext cx="38147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80756" y="1585764"/>
            <a:ext cx="310463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5944" y="1602166"/>
            <a:ext cx="20994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55623" y="2545644"/>
            <a:ext cx="292977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56229" y="1028853"/>
            <a:ext cx="452916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15477" y="2762378"/>
            <a:ext cx="43699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‘very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tall’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applying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‘very’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‘tall’)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785767" y="2848131"/>
            <a:ext cx="1999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953445" y="2777176"/>
            <a:ext cx="18319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97474" y="315093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25019" y="3150706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2838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8297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3755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2146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46733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201321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0109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5678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10265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064852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19440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74027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428614" y="591180"/>
            <a:ext cx="0" cy="1755599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01090" y="218718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01090" y="1867982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01090" y="1548784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01090" y="1229586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701090" y="910388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701090" y="591190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01090" y="234677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01090" y="2027581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01090" y="1708383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01090" y="1389185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01090" y="1069987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01090" y="750789"/>
            <a:ext cx="2727524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28384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8297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7558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92146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46733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1321" y="2314370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8384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8297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7558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92146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6733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201321" y="591180"/>
            <a:ext cx="0" cy="324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0109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55678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10265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64852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19440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974027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428614" y="2298170"/>
            <a:ext cx="0" cy="486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0109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155678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10265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64852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19440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974027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428614" y="591180"/>
            <a:ext cx="0" cy="4861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0109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70109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70109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0109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0109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0109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396210" y="218718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4396210" y="1867982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4396210" y="1548784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396210" y="1229586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396210" y="910388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396210" y="591190"/>
            <a:ext cx="324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01090" y="234677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701090" y="2027581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701090" y="1708383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01090" y="1389185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01090" y="1069987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01090" y="750789"/>
            <a:ext cx="486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80014" y="234677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4380014" y="2027581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4380014" y="1708383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4380014" y="1389185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4380014" y="1069987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380014" y="750789"/>
            <a:ext cx="486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701090" y="750789"/>
            <a:ext cx="454588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155678" y="750789"/>
            <a:ext cx="454587" cy="159599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10265" y="2346779"/>
            <a:ext cx="1818349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701090" y="2346779"/>
            <a:ext cx="681881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82971" y="750789"/>
            <a:ext cx="454587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37558" y="750789"/>
            <a:ext cx="454588" cy="159599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92146" y="2346779"/>
            <a:ext cx="1136468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01090" y="2346779"/>
            <a:ext cx="1363762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064852" y="750789"/>
            <a:ext cx="454588" cy="159599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519440" y="750789"/>
            <a:ext cx="909174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064852" y="2330819"/>
            <a:ext cx="45459" cy="1596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110311" y="2282939"/>
            <a:ext cx="45459" cy="4788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155770" y="2203140"/>
            <a:ext cx="45458" cy="7979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01228" y="2091421"/>
            <a:ext cx="45459" cy="1117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46687" y="1947782"/>
            <a:ext cx="45459" cy="14363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292146" y="1772223"/>
            <a:ext cx="45458" cy="17555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337604" y="1564744"/>
            <a:ext cx="45460" cy="20747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383064" y="1325346"/>
            <a:ext cx="45458" cy="23939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428522" y="1054027"/>
            <a:ext cx="45459" cy="27131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473981" y="750789"/>
            <a:ext cx="45459" cy="303238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292146" y="1548784"/>
            <a:ext cx="0" cy="797995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23865" y="1548784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01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 flipV="1">
            <a:off x="3292146" y="1947782"/>
            <a:ext cx="0" cy="398997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1723865" y="1947782"/>
            <a:ext cx="1568281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Freeform 135"/>
          <p:cNvSpPr/>
          <p:nvPr/>
        </p:nvSpPr>
        <p:spPr>
          <a:xfrm>
            <a:off x="17018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28487" y="2366931"/>
            <a:ext cx="415690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3070" y="2366931"/>
            <a:ext cx="370232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37652" y="2366931"/>
            <a:ext cx="32477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92235" y="2366931"/>
            <a:ext cx="279316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46817" y="2366931"/>
            <a:ext cx="2338578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901400" y="2366931"/>
            <a:ext cx="188399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55982" y="2366931"/>
            <a:ext cx="142941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210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20052" y="2304935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44762" y="1985741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544762" y="1666547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544762" y="1347353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544762" y="1028159"/>
            <a:ext cx="424063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20052" y="708964"/>
            <a:ext cx="416534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644" y="1602166"/>
            <a:ext cx="38147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680756" y="1585764"/>
            <a:ext cx="310463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85944" y="1602166"/>
            <a:ext cx="2099451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55623" y="2545644"/>
            <a:ext cx="2929772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56229" y="1028853"/>
            <a:ext cx="4529166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15477" y="2762378"/>
            <a:ext cx="43699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‘very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tall’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applying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‘very’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‘tall’)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785767" y="2848131"/>
            <a:ext cx="1999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953445" y="2777176"/>
            <a:ext cx="18319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897474" y="315093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625019" y="3150706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8836230" y="-239971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852555" y="-240162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868879" y="-2403542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885204" y="-24054570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901528" y="-240737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917853" y="-240928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934178" y="-2411201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950502" y="-241311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6827" y="-241503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983151" y="-241694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999476" y="-241886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015801" y="-2420776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032125" y="-2422691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048450" y="-2424606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9064774" y="-24265210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081099" y="-242843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9097423" y="-24303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113748" y="-243226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9130073" y="-2434180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9146397" y="-2436095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162722" y="-2436095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179046" y="-2434180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195371" y="-243226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211696" y="-243035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228020" y="-24284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244345" y="-24265210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260669" y="-2424606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276994" y="-2422691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293318" y="-2420776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309643" y="-241886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325968" y="-241694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342292" y="-241503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358617" y="-241311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374941" y="-2411201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391266" y="-240928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407591" y="-240737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9423915" y="-24054570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440240" y="-2403542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9456564" y="-240162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472889" y="-2399712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836230" y="-23985770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852555" y="-23997169"/>
            <a:ext cx="16324" cy="11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868879" y="-24010489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885204" y="-24025204"/>
            <a:ext cx="16324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901528" y="-24041140"/>
            <a:ext cx="16325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917853" y="-24058036"/>
            <a:ext cx="16325" cy="168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8934178" y="-24075807"/>
            <a:ext cx="16324" cy="17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8950502" y="-2409434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8966827" y="-24113614"/>
            <a:ext cx="16324" cy="19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983151" y="-24133537"/>
            <a:ext cx="16325" cy="199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999476" y="-24154031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015801" y="-24175141"/>
            <a:ext cx="16324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032125" y="-24196744"/>
            <a:ext cx="16325" cy="216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048450" y="-24218850"/>
            <a:ext cx="16324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064774" y="-24241450"/>
            <a:ext cx="16325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081099" y="-24264587"/>
            <a:ext cx="16324" cy="231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097423" y="-24288075"/>
            <a:ext cx="16325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113748" y="-24312015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130073" y="-24336300"/>
            <a:ext cx="16324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146397" y="-24360956"/>
            <a:ext cx="16325" cy="246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162722" y="-24360956"/>
            <a:ext cx="16324" cy="246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9179046" y="-24336300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195371" y="-24312015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211696" y="-24288075"/>
            <a:ext cx="16324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228020" y="-24264587"/>
            <a:ext cx="16325" cy="231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244345" y="-24241450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260669" y="-24218850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276994" y="-24196744"/>
            <a:ext cx="16324" cy="216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293318" y="-24175141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309643" y="-24154031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325968" y="-24133537"/>
            <a:ext cx="16324" cy="199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342292" y="-24113614"/>
            <a:ext cx="16325" cy="19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9358617" y="-24094347"/>
            <a:ext cx="16324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9374941" y="-24075807"/>
            <a:ext cx="16325" cy="17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9391266" y="-24058036"/>
            <a:ext cx="16325" cy="168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407591" y="-24041140"/>
            <a:ext cx="16324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9423915" y="-24025204"/>
            <a:ext cx="16325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440240" y="-24010489"/>
            <a:ext cx="16324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9456564" y="-23997169"/>
            <a:ext cx="16325" cy="11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9472889" y="-23985770"/>
            <a:ext cx="16324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36230" y="-2397797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836230" y="-234508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8852555" y="-2347003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868879" y="-234891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8885204" y="-2350833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8901528" y="-2352748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917853" y="-23546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8934178" y="-23565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8950502" y="-23584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966827" y="-2360407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8983151" y="-2362322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8999476" y="-236423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9015801" y="-2366152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032125" y="-236806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048450" y="-2369982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9064774" y="-2371897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9081099" y="-2373812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097423" y="-23757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9113748" y="-237764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9130073" y="-237955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9146397" y="-23814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9162722" y="-23814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179046" y="-23795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195371" y="-237764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211696" y="-2375726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228020" y="-2373812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244345" y="-2371897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9260669" y="-2369982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276994" y="-236806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9293318" y="-236615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309643" y="-236423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325968" y="-2362322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342292" y="-2360407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9358617" y="-23584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374941" y="-23565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391266" y="-23546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407591" y="-2352748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423915" y="-2350833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9440240" y="-234891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456564" y="-2347003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472889" y="-234508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8836230" y="-23434087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8852555" y="-23439377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8868879" y="-23446957"/>
            <a:ext cx="16325" cy="75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8885204" y="-23456558"/>
            <a:ext cx="16324" cy="96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8901528" y="-23468015"/>
            <a:ext cx="16325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8917853" y="-23481185"/>
            <a:ext cx="16325" cy="131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8934178" y="-23496010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8950502" y="-23512409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8966827" y="-23530295"/>
            <a:ext cx="16324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8983151" y="-23549605"/>
            <a:ext cx="16325" cy="193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8999476" y="-23570367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015801" y="-23592473"/>
            <a:ext cx="16324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032125" y="-23615873"/>
            <a:ext cx="16325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048450" y="-23640583"/>
            <a:ext cx="16324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064774" y="-23666556"/>
            <a:ext cx="16325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9081099" y="-23693871"/>
            <a:ext cx="16324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9097423" y="-23722296"/>
            <a:ext cx="16325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9113748" y="-23751984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9130073" y="-23782779"/>
            <a:ext cx="16324" cy="30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9146397" y="-23814716"/>
            <a:ext cx="16325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9162722" y="-23814716"/>
            <a:ext cx="16324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9179046" y="-23782779"/>
            <a:ext cx="16325" cy="30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9195371" y="-23751984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9211696" y="-23722296"/>
            <a:ext cx="16324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9228020" y="-23693871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9244345" y="-23666556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9260669" y="-2364058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9276994" y="-2361587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9293318" y="-2359247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9309643" y="-23570367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9325968" y="-23549605"/>
            <a:ext cx="16324" cy="193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9342292" y="-23530295"/>
            <a:ext cx="16325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9358617" y="-23512409"/>
            <a:ext cx="16324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9374941" y="-23496010"/>
            <a:ext cx="16325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9391266" y="-23481185"/>
            <a:ext cx="16325" cy="131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9407591" y="-23468015"/>
            <a:ext cx="16324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9423915" y="-23456558"/>
            <a:ext cx="16325" cy="96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9440240" y="-23446957"/>
            <a:ext cx="16324" cy="75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29456564" y="-23439377"/>
            <a:ext cx="16325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29472889" y="-23434087"/>
            <a:ext cx="16324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8836230" y="-2343173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8836230" y="-229046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8852555" y="-229237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8868879" y="-229429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8885204" y="-2296209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8901528" y="-2298124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8917853" y="-230003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8934178" y="-2301953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8950502" y="-230386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8966827" y="-230578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8983151" y="-2307698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8999476" y="-230961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9015801" y="-2311528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9032125" y="-231344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9048450" y="-23153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9064774" y="-23172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9081099" y="-231918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9097423" y="-232110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113748" y="-23230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9130073" y="-2324932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9146397" y="-232684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9162722" y="-232684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9179046" y="-2324932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195371" y="-23230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211696" y="-23211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228020" y="-23191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244345" y="-23172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260669" y="-23153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276994" y="-231344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293318" y="-2311528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309643" y="-230961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325968" y="-2307698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342292" y="-230578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358617" y="-230386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374941" y="-2301953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391266" y="-230003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407591" y="-2298124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423915" y="-2296209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440240" y="-229429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456564" y="-229237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472889" y="-229046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8836230" y="-22886454"/>
            <a:ext cx="16325" cy="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8852555" y="-22889325"/>
            <a:ext cx="16324" cy="28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8868879" y="-22894112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8885204" y="-22900814"/>
            <a:ext cx="16324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8901528" y="-22909432"/>
            <a:ext cx="16325" cy="86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8917853" y="-22919963"/>
            <a:ext cx="16325" cy="1053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8934178" y="-22932411"/>
            <a:ext cx="16324" cy="124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8950502" y="-22946772"/>
            <a:ext cx="16325" cy="1436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8966827" y="-22963049"/>
            <a:ext cx="16324" cy="1627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8983151" y="-22981240"/>
            <a:ext cx="16325" cy="181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8999476" y="-23001347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9015801" y="-23023369"/>
            <a:ext cx="16324" cy="220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9032125" y="-23047304"/>
            <a:ext cx="16325" cy="239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9048450" y="-23073157"/>
            <a:ext cx="16324" cy="258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9064774" y="-23100923"/>
            <a:ext cx="16325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9081099" y="-23130603"/>
            <a:ext cx="16324" cy="296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9097423" y="-23162200"/>
            <a:ext cx="16325" cy="315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9113748" y="-23195711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9130073" y="-23231137"/>
            <a:ext cx="16324" cy="354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9146397" y="-23268477"/>
            <a:ext cx="16325" cy="373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29162722" y="-23268477"/>
            <a:ext cx="16324" cy="373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29179046" y="-23231137"/>
            <a:ext cx="16325" cy="354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29195371" y="-23195711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29211696" y="-23162200"/>
            <a:ext cx="16324" cy="315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29228020" y="-23130603"/>
            <a:ext cx="16325" cy="296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29244345" y="-2310092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29260669" y="-23073157"/>
            <a:ext cx="16325" cy="258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29276994" y="-23047304"/>
            <a:ext cx="16324" cy="239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29293318" y="-23023369"/>
            <a:ext cx="16325" cy="220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29309643" y="-23001347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29325968" y="-22981240"/>
            <a:ext cx="16324" cy="181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9342292" y="-22963049"/>
            <a:ext cx="16325" cy="1627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29358617" y="-22946772"/>
            <a:ext cx="16324" cy="1436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29374941" y="-22932411"/>
            <a:ext cx="16325" cy="124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29391266" y="-22919963"/>
            <a:ext cx="16325" cy="1053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29407591" y="-22909432"/>
            <a:ext cx="16324" cy="86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29423915" y="-22900814"/>
            <a:ext cx="16325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9440240" y="-22894112"/>
            <a:ext cx="16324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9456564" y="-22889325"/>
            <a:ext cx="16325" cy="28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9472889" y="-22886454"/>
            <a:ext cx="16324" cy="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28836230" y="-22885496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8836230" y="-223583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8852555" y="-2237754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8868879" y="-223966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8885204" y="-2241584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8901528" y="-224349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8917853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8934178" y="-224732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8950502" y="-224924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8966827" y="-2251158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8983151" y="-225307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8999476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015801" y="-225690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032125" y="-2258818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048450" y="-226073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064774" y="-2262648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081099" y="-2264563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097423" y="-2266477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113748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130073" y="-227030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146397" y="-2272222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9162722" y="-2272222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9179046" y="-227030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195371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211696" y="-226647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228020" y="-2264563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244345" y="-2262648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260669" y="-226073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276994" y="-2258818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293318" y="-225690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309643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325968" y="-2253073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342292" y="-2251158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358617" y="-224924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374941" y="-224732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391266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407591" y="-2243499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423915" y="-2241584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440240" y="-223966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456564" y="-2237754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472889" y="-223583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28836230" y="-2233929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28852555" y="-2233962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8868879" y="-22340538"/>
            <a:ext cx="16325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8885204" y="-22342309"/>
            <a:ext cx="16324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8901528" y="-22345229"/>
            <a:ext cx="16325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8917853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8934178" y="-22355666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8950502" y="-22363755"/>
            <a:ext cx="16325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8966827" y="-22374144"/>
            <a:ext cx="16324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8983151" y="-22387118"/>
            <a:ext cx="16325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8999476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015801" y="-22421969"/>
            <a:ext cx="16324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29032125" y="-22444422"/>
            <a:ext cx="16325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29048450" y="-22470608"/>
            <a:ext cx="16324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29064774" y="-22500815"/>
            <a:ext cx="16325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29081099" y="-22535331"/>
            <a:ext cx="16324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29097423" y="-22574443"/>
            <a:ext cx="16325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29113748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9130073" y="-22667603"/>
            <a:ext cx="16324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9146397" y="-22722227"/>
            <a:ext cx="16325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162722" y="-22722227"/>
            <a:ext cx="16324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179046" y="-22667603"/>
            <a:ext cx="16325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29195371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29211696" y="-22574443"/>
            <a:ext cx="16324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228020" y="-22535331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244345" y="-22500815"/>
            <a:ext cx="16324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260669" y="-22470608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29276994" y="-22444422"/>
            <a:ext cx="16324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9293318" y="-22421969"/>
            <a:ext cx="16325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9309643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9325968" y="-22387118"/>
            <a:ext cx="16324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9342292" y="-22374144"/>
            <a:ext cx="16325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358617" y="-22363755"/>
            <a:ext cx="16324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374941" y="-22355666"/>
            <a:ext cx="16325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391266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407591" y="-22345229"/>
            <a:ext cx="16324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423915" y="-22342309"/>
            <a:ext cx="16325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440240" y="-22340538"/>
            <a:ext cx="16324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456564" y="-22339628"/>
            <a:ext cx="16325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472889" y="-22339293"/>
            <a:ext cx="16324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8836230" y="-2233924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391297" y="973239"/>
            <a:ext cx="55417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45487" y="97323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156076" y="973239"/>
            <a:ext cx="12126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88000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5" name="Picture 3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6" name="Picture 3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7" name="TextBox 3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59993" y="5119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applications: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524051" y="828541"/>
            <a:ext cx="4261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21394" y="828541"/>
            <a:ext cx="3764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231996" y="828541"/>
            <a:ext cx="2553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4897475" y="3150918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43590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452229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68553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84878" y="13457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01202" y="13266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517527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33852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550176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6501" y="12500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582825" y="12308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99150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615475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31800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4812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64449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80773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97098" y="109681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713422" y="107766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729747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46072" y="10393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62397" y="10393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78721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95046" y="107766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11370" y="10968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27695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44020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6034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76669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92993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09318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925643" y="12308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941967" y="12500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958292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74617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90941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07266" y="13266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23590" y="13457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39915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056240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7256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3590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452229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68553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84878" y="1375120"/>
            <a:ext cx="16324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01202" y="1359184"/>
            <a:ext cx="16325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7527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33852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50176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566501" y="1286709"/>
            <a:ext cx="16324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582825" y="1266787"/>
            <a:ext cx="16325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99150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15475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31800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64812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664449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680773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7098" y="1112250"/>
            <a:ext cx="16324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13422" y="1088310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29747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46072" y="1039368"/>
            <a:ext cx="16325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762397" y="1039368"/>
            <a:ext cx="16324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778721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795046" y="1088310"/>
            <a:ext cx="16324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11370" y="1112250"/>
            <a:ext cx="16325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27695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44020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86034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76669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92993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909318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925643" y="1266787"/>
            <a:ext cx="16324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41967" y="1286709"/>
            <a:ext cx="16325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958292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974617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990941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007266" y="1359184"/>
            <a:ext cx="16324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023590" y="1375120"/>
            <a:ext cx="16325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039915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56240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07256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35904" y="142235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836230" y="-234508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8852555" y="-2347003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868879" y="-234891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8885204" y="-2350833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8901528" y="-2352748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917853" y="-23546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8934178" y="-23565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8950502" y="-23584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966827" y="-2360407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8983151" y="-2362322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8999476" y="-236423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9015801" y="-2366152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032125" y="-236806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048450" y="-2369982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9064774" y="-2371897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9081099" y="-2373812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097423" y="-23757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9113748" y="-237764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9130073" y="-237955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9146397" y="-23814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9162722" y="-23814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179046" y="-23795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195371" y="-237764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211696" y="-2375726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228020" y="-2373812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244345" y="-2371897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9260669" y="-2369982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276994" y="-236806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9293318" y="-236615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309643" y="-236423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325968" y="-2362322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342292" y="-2360407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9358617" y="-23584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374941" y="-23565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391266" y="-23546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407591" y="-2352748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423915" y="-2350833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9440240" y="-234891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456564" y="-2347003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472889" y="-234508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28836230" y="-23434087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8852555" y="-23439377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8868879" y="-23446957"/>
            <a:ext cx="16325" cy="75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8885204" y="-23456558"/>
            <a:ext cx="16324" cy="96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8901528" y="-23468015"/>
            <a:ext cx="16325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8917853" y="-23481185"/>
            <a:ext cx="16325" cy="131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8934178" y="-23496010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8950502" y="-23512409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8966827" y="-23530295"/>
            <a:ext cx="16324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8983151" y="-23549605"/>
            <a:ext cx="16325" cy="193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8999476" y="-23570367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015801" y="-23592473"/>
            <a:ext cx="16324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032125" y="-23615873"/>
            <a:ext cx="16325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048450" y="-23640583"/>
            <a:ext cx="16324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064774" y="-23666556"/>
            <a:ext cx="16325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9081099" y="-23693871"/>
            <a:ext cx="16324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9097423" y="-23722296"/>
            <a:ext cx="16325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9113748" y="-23751984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9130073" y="-23782779"/>
            <a:ext cx="16324" cy="30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9146397" y="-23814716"/>
            <a:ext cx="16325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9162722" y="-23814716"/>
            <a:ext cx="16324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9179046" y="-23782779"/>
            <a:ext cx="16325" cy="30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9195371" y="-23751984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9211696" y="-23722296"/>
            <a:ext cx="16324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9228020" y="-23693871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9244345" y="-23666556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9260669" y="-2364058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9276994" y="-2361587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9293318" y="-2359247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9309643" y="-23570367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9325968" y="-23549605"/>
            <a:ext cx="16324" cy="193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9342292" y="-23530295"/>
            <a:ext cx="16325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9358617" y="-23512409"/>
            <a:ext cx="16324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9374941" y="-23496010"/>
            <a:ext cx="16325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9391266" y="-23481185"/>
            <a:ext cx="16325" cy="131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9407591" y="-23468015"/>
            <a:ext cx="16324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9423915" y="-23456558"/>
            <a:ext cx="16325" cy="96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9440240" y="-23446957"/>
            <a:ext cx="16324" cy="75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29456564" y="-23439377"/>
            <a:ext cx="16325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29472889" y="-23434087"/>
            <a:ext cx="16324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8836230" y="-2343173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8836230" y="-229046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8852555" y="-229237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8868879" y="-229429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8885204" y="-2296209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8901528" y="-2298124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8917853" y="-230003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8934178" y="-2301953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8950502" y="-230386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8966827" y="-230578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8983151" y="-2307698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8999476" y="-230961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9015801" y="-2311528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9032125" y="-231344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9048450" y="-23153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9064774" y="-23172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9081099" y="-231918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9097423" y="-232110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113748" y="-23230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9130073" y="-2324932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9146397" y="-232684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9162722" y="-232684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9179046" y="-2324932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195371" y="-23230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211696" y="-23211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228020" y="-23191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244345" y="-23172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260669" y="-23153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276994" y="-231344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293318" y="-2311528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309643" y="-230961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325968" y="-2307698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342292" y="-230578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358617" y="-230386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374941" y="-2301953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391266" y="-230003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407591" y="-2298124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423915" y="-2296209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440240" y="-229429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456564" y="-229237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472889" y="-229046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8836230" y="-22886454"/>
            <a:ext cx="16325" cy="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8852555" y="-22889325"/>
            <a:ext cx="16324" cy="28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8868879" y="-22894112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8885204" y="-22900814"/>
            <a:ext cx="16324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8901528" y="-22909432"/>
            <a:ext cx="16325" cy="86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8917853" y="-22919963"/>
            <a:ext cx="16325" cy="1053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8934178" y="-22932411"/>
            <a:ext cx="16324" cy="124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8950502" y="-22946772"/>
            <a:ext cx="16325" cy="1436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8966827" y="-22963049"/>
            <a:ext cx="16324" cy="1627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8983151" y="-22981240"/>
            <a:ext cx="16325" cy="181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8999476" y="-23001347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9015801" y="-23023369"/>
            <a:ext cx="16324" cy="220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9032125" y="-23047304"/>
            <a:ext cx="16325" cy="239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9048450" y="-23073157"/>
            <a:ext cx="16324" cy="258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9064774" y="-23100923"/>
            <a:ext cx="16325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9081099" y="-23130603"/>
            <a:ext cx="16324" cy="296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9097423" y="-23162200"/>
            <a:ext cx="16325" cy="315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9113748" y="-23195711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9130073" y="-23231137"/>
            <a:ext cx="16324" cy="354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9146397" y="-23268477"/>
            <a:ext cx="16325" cy="373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29162722" y="-23268477"/>
            <a:ext cx="16324" cy="373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29179046" y="-23231137"/>
            <a:ext cx="16325" cy="354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29195371" y="-23195711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29211696" y="-23162200"/>
            <a:ext cx="16324" cy="315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29228020" y="-23130603"/>
            <a:ext cx="16325" cy="296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29244345" y="-2310092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29260669" y="-23073157"/>
            <a:ext cx="16325" cy="258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29276994" y="-23047304"/>
            <a:ext cx="16324" cy="239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29293318" y="-23023369"/>
            <a:ext cx="16325" cy="220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29309643" y="-23001347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29325968" y="-22981240"/>
            <a:ext cx="16324" cy="181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9342292" y="-22963049"/>
            <a:ext cx="16325" cy="1627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29358617" y="-22946772"/>
            <a:ext cx="16324" cy="1436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29374941" y="-22932411"/>
            <a:ext cx="16325" cy="124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29391266" y="-22919963"/>
            <a:ext cx="16325" cy="1053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29407591" y="-22909432"/>
            <a:ext cx="16324" cy="86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29423915" y="-22900814"/>
            <a:ext cx="16325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9440240" y="-22894112"/>
            <a:ext cx="16324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9456564" y="-22889325"/>
            <a:ext cx="16325" cy="28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9472889" y="-22886454"/>
            <a:ext cx="16324" cy="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28836230" y="-22885496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8836230" y="-223583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8852555" y="-2237754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8868879" y="-223966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8885204" y="-2241584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8901528" y="-224349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8917853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8934178" y="-224732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8950502" y="-224924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8966827" y="-2251158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8983151" y="-225307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8999476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015801" y="-225690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032125" y="-2258818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048450" y="-226073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064774" y="-2262648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081099" y="-2264563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097423" y="-2266477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113748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130073" y="-227030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146397" y="-2272222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9162722" y="-2272222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9179046" y="-227030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195371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211696" y="-226647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228020" y="-2264563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244345" y="-2262648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260669" y="-226073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276994" y="-2258818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293318" y="-225690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309643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325968" y="-2253073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342292" y="-2251158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358617" y="-224924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374941" y="-224732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391266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407591" y="-2243499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423915" y="-2241584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440240" y="-223966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456564" y="-2237754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472889" y="-223583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28836230" y="-2233929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28852555" y="-2233962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8868879" y="-22340538"/>
            <a:ext cx="16325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8885204" y="-22342309"/>
            <a:ext cx="16324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8901528" y="-22345229"/>
            <a:ext cx="16325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8917853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8934178" y="-22355666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8950502" y="-22363755"/>
            <a:ext cx="16325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8966827" y="-22374144"/>
            <a:ext cx="16324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8983151" y="-22387118"/>
            <a:ext cx="16325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8999476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015801" y="-22421969"/>
            <a:ext cx="16324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29032125" y="-22444422"/>
            <a:ext cx="16325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29048450" y="-22470608"/>
            <a:ext cx="16324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29064774" y="-22500815"/>
            <a:ext cx="16325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29081099" y="-22535331"/>
            <a:ext cx="16324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29097423" y="-22574443"/>
            <a:ext cx="16325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29113748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9130073" y="-22667603"/>
            <a:ext cx="16324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9146397" y="-22722227"/>
            <a:ext cx="16325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162722" y="-22722227"/>
            <a:ext cx="16324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179046" y="-22667603"/>
            <a:ext cx="16325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29195371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29211696" y="-22574443"/>
            <a:ext cx="16324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228020" y="-22535331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244345" y="-22500815"/>
            <a:ext cx="16324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260669" y="-22470608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29276994" y="-22444422"/>
            <a:ext cx="16324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9293318" y="-22421969"/>
            <a:ext cx="16325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9309643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9325968" y="-22387118"/>
            <a:ext cx="16324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9342292" y="-22374144"/>
            <a:ext cx="16325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358617" y="-22363755"/>
            <a:ext cx="16324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374941" y="-22355666"/>
            <a:ext cx="16325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391266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407591" y="-22345229"/>
            <a:ext cx="16324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423915" y="-22342309"/>
            <a:ext cx="16325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440240" y="-22340538"/>
            <a:ext cx="16324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456564" y="-22339628"/>
            <a:ext cx="16325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472889" y="-22339293"/>
            <a:ext cx="16324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8836230" y="-2233924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391297" y="973239"/>
            <a:ext cx="55417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45487" y="97323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156076" y="973239"/>
            <a:ext cx="12126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88000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5" name="Picture 3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6" name="Picture 3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7" name="TextBox 3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59993" y="5119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applications: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524051" y="828541"/>
            <a:ext cx="4261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21394" y="828541"/>
            <a:ext cx="3764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231996" y="828541"/>
            <a:ext cx="2553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532863" y="1192384"/>
            <a:ext cx="4252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2374402" y="117813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4897475" y="3150918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43590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452229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68553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84878" y="13457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01202" y="13266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517527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33852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550176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6501" y="12500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582825" y="12308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99150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615475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31800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4812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64449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80773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97098" y="109681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713422" y="107766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729747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46072" y="10393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62397" y="10393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78721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95046" y="107766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11370" y="10968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27695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44020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6034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76669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92993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09318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925643" y="12308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941967" y="12500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958292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74617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90941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07266" y="13266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23590" y="13457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39915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056240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7256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3590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452229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68553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84878" y="1375120"/>
            <a:ext cx="16324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01202" y="1359184"/>
            <a:ext cx="16325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7527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33852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50176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566501" y="1286709"/>
            <a:ext cx="16324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582825" y="1266787"/>
            <a:ext cx="16325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99150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15475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31800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64812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664449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680773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7098" y="1112250"/>
            <a:ext cx="16324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13422" y="1088310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29747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46072" y="1039368"/>
            <a:ext cx="16325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762397" y="1039368"/>
            <a:ext cx="16324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778721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795046" y="1088310"/>
            <a:ext cx="16324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11370" y="1112250"/>
            <a:ext cx="16325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27695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44020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86034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76669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92993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909318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925643" y="1266787"/>
            <a:ext cx="16324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41967" y="1286709"/>
            <a:ext cx="16325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958292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974617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990941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007266" y="1359184"/>
            <a:ext cx="16324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023590" y="1375120"/>
            <a:ext cx="16325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039915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56240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07256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35904" y="142235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3590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452229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468553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484878" y="18919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501202" y="18728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517527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533852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550176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566501" y="17962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582825" y="17771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599150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615475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631800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64812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664449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680773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697098" y="16430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713422" y="16239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729747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746072" y="158560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762397" y="158560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778721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795046" y="16239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811370" y="16430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827695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844020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86034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3876669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892993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909318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3925643" y="17771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941967" y="1796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958292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974617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990941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007266" y="1872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023590" y="1891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039915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056240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7256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43590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452229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468553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484878" y="1943768"/>
            <a:ext cx="16324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501202" y="1932311"/>
            <a:ext cx="16325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517527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533852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550176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566501" y="1870030"/>
            <a:ext cx="16324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582825" y="1850721"/>
            <a:ext cx="16325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599150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615475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631800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64812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664449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680773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697098" y="1678030"/>
            <a:ext cx="16324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713422" y="1648342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729747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746072" y="1585609"/>
            <a:ext cx="16325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762397" y="1585609"/>
            <a:ext cx="16324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778721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95046" y="1648342"/>
            <a:ext cx="16324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811370" y="1678030"/>
            <a:ext cx="16325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827695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844020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86034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876669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892993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909318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925643" y="1850721"/>
            <a:ext cx="16324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941967" y="1870030"/>
            <a:ext cx="16325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958292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974617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990941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007266" y="1932311"/>
            <a:ext cx="16324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023590" y="1943768"/>
            <a:ext cx="16325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039915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056240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07256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435904" y="196859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8836230" y="-229046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8852555" y="-229237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8868879" y="-229429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8885204" y="-2296209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8901528" y="-2298124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8917853" y="-230003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8934178" y="-2301953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8950502" y="-230386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8966827" y="-230578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8983151" y="-2307698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8999476" y="-230961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9015801" y="-2311528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9032125" y="-231344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9048450" y="-23153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9064774" y="-23172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9081099" y="-231918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9097423" y="-232110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113748" y="-23230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9130073" y="-2324932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9146397" y="-232684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9162722" y="-232684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9179046" y="-2324932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195371" y="-23230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211696" y="-23211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228020" y="-23191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244345" y="-23172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260669" y="-23153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276994" y="-231344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293318" y="-2311528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309643" y="-230961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325968" y="-2307698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342292" y="-230578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358617" y="-230386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374941" y="-2301953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391266" y="-230003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407591" y="-2298124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423915" y="-2296209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440240" y="-229429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456564" y="-229237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472889" y="-229046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8836230" y="-22886454"/>
            <a:ext cx="16325" cy="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8852555" y="-22889325"/>
            <a:ext cx="16324" cy="28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8868879" y="-22894112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8885204" y="-22900814"/>
            <a:ext cx="16324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8901528" y="-22909432"/>
            <a:ext cx="16325" cy="86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8917853" y="-22919963"/>
            <a:ext cx="16325" cy="1053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8934178" y="-22932411"/>
            <a:ext cx="16324" cy="124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8950502" y="-22946772"/>
            <a:ext cx="16325" cy="1436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8966827" y="-22963049"/>
            <a:ext cx="16324" cy="1627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8983151" y="-22981240"/>
            <a:ext cx="16325" cy="181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8999476" y="-23001347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9015801" y="-23023369"/>
            <a:ext cx="16324" cy="220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9032125" y="-23047304"/>
            <a:ext cx="16325" cy="239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9048450" y="-23073157"/>
            <a:ext cx="16324" cy="258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9064774" y="-23100923"/>
            <a:ext cx="16325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9081099" y="-23130603"/>
            <a:ext cx="16324" cy="296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9097423" y="-23162200"/>
            <a:ext cx="16325" cy="315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9113748" y="-23195711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9130073" y="-23231137"/>
            <a:ext cx="16324" cy="354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9146397" y="-23268477"/>
            <a:ext cx="16325" cy="373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29162722" y="-23268477"/>
            <a:ext cx="16324" cy="373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29179046" y="-23231137"/>
            <a:ext cx="16325" cy="354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29195371" y="-23195711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29211696" y="-23162200"/>
            <a:ext cx="16324" cy="315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29228020" y="-23130603"/>
            <a:ext cx="16325" cy="296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29244345" y="-2310092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29260669" y="-23073157"/>
            <a:ext cx="16325" cy="258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29276994" y="-23047304"/>
            <a:ext cx="16324" cy="239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29293318" y="-23023369"/>
            <a:ext cx="16325" cy="220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29309643" y="-23001347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29325968" y="-22981240"/>
            <a:ext cx="16324" cy="181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9342292" y="-22963049"/>
            <a:ext cx="16325" cy="1627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29358617" y="-22946772"/>
            <a:ext cx="16324" cy="1436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29374941" y="-22932411"/>
            <a:ext cx="16325" cy="124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29391266" y="-22919963"/>
            <a:ext cx="16325" cy="1053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29407591" y="-22909432"/>
            <a:ext cx="16324" cy="86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29423915" y="-22900814"/>
            <a:ext cx="16325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9440240" y="-22894112"/>
            <a:ext cx="16324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9456564" y="-22889325"/>
            <a:ext cx="16325" cy="28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9472889" y="-22886454"/>
            <a:ext cx="16324" cy="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28836230" y="-22885496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8836230" y="-223583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8852555" y="-2237754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8868879" y="-223966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8885204" y="-2241584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8901528" y="-224349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8917853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8934178" y="-224732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8950502" y="-224924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8966827" y="-2251158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8983151" y="-225307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8999476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015801" y="-225690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032125" y="-2258818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048450" y="-226073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064774" y="-2262648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081099" y="-2264563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097423" y="-2266477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113748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130073" y="-227030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146397" y="-2272222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9162722" y="-2272222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9179046" y="-227030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195371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211696" y="-226647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228020" y="-2264563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244345" y="-2262648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260669" y="-226073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276994" y="-2258818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293318" y="-225690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309643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325968" y="-2253073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342292" y="-2251158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358617" y="-224924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374941" y="-224732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391266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407591" y="-2243499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423915" y="-2241584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440240" y="-223966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456564" y="-2237754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472889" y="-223583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28836230" y="-2233929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28852555" y="-2233962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8868879" y="-22340538"/>
            <a:ext cx="16325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8885204" y="-22342309"/>
            <a:ext cx="16324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8901528" y="-22345229"/>
            <a:ext cx="16325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8917853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8934178" y="-22355666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8950502" y="-22363755"/>
            <a:ext cx="16325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8966827" y="-22374144"/>
            <a:ext cx="16324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8983151" y="-22387118"/>
            <a:ext cx="16325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8999476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015801" y="-22421969"/>
            <a:ext cx="16324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29032125" y="-22444422"/>
            <a:ext cx="16325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29048450" y="-22470608"/>
            <a:ext cx="16324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29064774" y="-22500815"/>
            <a:ext cx="16325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29081099" y="-22535331"/>
            <a:ext cx="16324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29097423" y="-22574443"/>
            <a:ext cx="16325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29113748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9130073" y="-22667603"/>
            <a:ext cx="16324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9146397" y="-22722227"/>
            <a:ext cx="16325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162722" y="-22722227"/>
            <a:ext cx="16324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179046" y="-22667603"/>
            <a:ext cx="16325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29195371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29211696" y="-22574443"/>
            <a:ext cx="16324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228020" y="-22535331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244345" y="-22500815"/>
            <a:ext cx="16324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260669" y="-22470608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29276994" y="-22444422"/>
            <a:ext cx="16324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9293318" y="-22421969"/>
            <a:ext cx="16325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9309643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9325968" y="-22387118"/>
            <a:ext cx="16324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9342292" y="-22374144"/>
            <a:ext cx="16325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358617" y="-22363755"/>
            <a:ext cx="16324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374941" y="-22355666"/>
            <a:ext cx="16325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391266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407591" y="-22345229"/>
            <a:ext cx="16324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423915" y="-22342309"/>
            <a:ext cx="16325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440240" y="-22340538"/>
            <a:ext cx="16324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456564" y="-22339628"/>
            <a:ext cx="16325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472889" y="-22339293"/>
            <a:ext cx="16324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8836230" y="-2233924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391297" y="973239"/>
            <a:ext cx="55417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45487" y="97323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156076" y="973239"/>
            <a:ext cx="12126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88000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5" name="Picture 3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6" name="Picture 3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7" name="TextBox 3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59993" y="5119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applications: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524051" y="828541"/>
            <a:ext cx="4261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21394" y="828541"/>
            <a:ext cx="3764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231996" y="828541"/>
            <a:ext cx="2553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532863" y="1192384"/>
            <a:ext cx="4252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2374402" y="117813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521725" y="1738623"/>
            <a:ext cx="42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slightly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2374402" y="172437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4897475" y="3150918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43590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452229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68553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84878" y="13457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01202" y="13266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517527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33852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550176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6501" y="12500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582825" y="12308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99150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615475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31800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4812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64449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80773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97098" y="109681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713422" y="107766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729747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46072" y="10393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62397" y="10393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78721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95046" y="107766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11370" y="10968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27695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44020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6034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76669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92993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09318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925643" y="12308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941967" y="12500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958292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74617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90941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07266" y="13266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23590" y="13457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39915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056240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7256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3590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452229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68553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84878" y="1375120"/>
            <a:ext cx="16324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01202" y="1359184"/>
            <a:ext cx="16325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7527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33852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50176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566501" y="1286709"/>
            <a:ext cx="16324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582825" y="1266787"/>
            <a:ext cx="16325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99150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15475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31800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64812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664449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680773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7098" y="1112250"/>
            <a:ext cx="16324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13422" y="1088310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29747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46072" y="1039368"/>
            <a:ext cx="16325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762397" y="1039368"/>
            <a:ext cx="16324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778721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795046" y="1088310"/>
            <a:ext cx="16324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11370" y="1112250"/>
            <a:ext cx="16325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27695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44020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86034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76669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92993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909318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925643" y="1266787"/>
            <a:ext cx="16324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41967" y="1286709"/>
            <a:ext cx="16325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958292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974617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990941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007266" y="1359184"/>
            <a:ext cx="16324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023590" y="1375120"/>
            <a:ext cx="16325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039915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56240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07256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35904" y="142235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3590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452229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468553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484878" y="18919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501202" y="18728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517527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533852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550176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566501" y="17962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582825" y="17771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599150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615475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631800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64812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664449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680773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697098" y="16430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713422" y="16239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729747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746072" y="158560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762397" y="158560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778721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795046" y="16239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811370" y="16430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827695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844020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86034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3876669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892993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909318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3925643" y="17771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941967" y="1796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958292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974617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990941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007266" y="1872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023590" y="1891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039915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056240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7256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43590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452229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468553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484878" y="1943768"/>
            <a:ext cx="16324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501202" y="1932311"/>
            <a:ext cx="16325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517527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533852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550176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566501" y="1870030"/>
            <a:ext cx="16324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582825" y="1850721"/>
            <a:ext cx="16325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599150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615475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631800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64812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664449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680773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697098" y="1678030"/>
            <a:ext cx="16324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713422" y="1648342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729747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746072" y="1585609"/>
            <a:ext cx="16325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762397" y="1585609"/>
            <a:ext cx="16324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778721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95046" y="1648342"/>
            <a:ext cx="16324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811370" y="1678030"/>
            <a:ext cx="16325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827695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844020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86034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876669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892993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909318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925643" y="1850721"/>
            <a:ext cx="16324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941967" y="1870030"/>
            <a:ext cx="16325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958292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974617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990941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007266" y="1932311"/>
            <a:ext cx="16324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023590" y="1943768"/>
            <a:ext cx="16325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039915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056240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07256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435904" y="196859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435904" y="249568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452229" y="247653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468553" y="24573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484878" y="24382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501202" y="24190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517527" y="23999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533852" y="238078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550176" y="236163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566501" y="234248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582825" y="23233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599150" y="23041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615475" y="22850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631800" y="226589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648124" y="22467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664449" y="22275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680773" y="22084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697098" y="218929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713422" y="217014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729747" y="21509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746072" y="21318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3762397" y="21318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778721" y="21509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3795046" y="21701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11370" y="21892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827695" y="22084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3844020" y="22275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3860344" y="22467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3876669" y="226589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3892993" y="22850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3909318" y="23041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3925643" y="232333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3941967" y="234248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3958292" y="236163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974617" y="238078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3990941" y="23999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007266" y="241908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23590" y="24382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39915" y="24573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056240" y="247653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072564" y="249568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435904" y="2513873"/>
            <a:ext cx="16325" cy="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452229" y="2511000"/>
            <a:ext cx="16324" cy="28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68553" y="2506213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84878" y="2499511"/>
            <a:ext cx="16324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01202" y="2490894"/>
            <a:ext cx="16325" cy="861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7527" y="2480362"/>
            <a:ext cx="16325" cy="105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33852" y="2467915"/>
            <a:ext cx="16324" cy="124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50176" y="2453553"/>
            <a:ext cx="16325" cy="143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66501" y="2437277"/>
            <a:ext cx="16324" cy="1627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582825" y="2419085"/>
            <a:ext cx="16325" cy="181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99150" y="2398978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615475" y="2376957"/>
            <a:ext cx="16325" cy="220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631800" y="2353021"/>
            <a:ext cx="16324" cy="23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648124" y="2327169"/>
            <a:ext cx="16325" cy="258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664449" y="229940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680773" y="2269722"/>
            <a:ext cx="16325" cy="296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697098" y="2238126"/>
            <a:ext cx="16324" cy="315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713422" y="2204615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729747" y="2169190"/>
            <a:ext cx="16325" cy="35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746072" y="2131849"/>
            <a:ext cx="16325" cy="373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762397" y="2131849"/>
            <a:ext cx="16324" cy="373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778721" y="2169190"/>
            <a:ext cx="16325" cy="35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795046" y="2204615"/>
            <a:ext cx="16324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811370" y="2238126"/>
            <a:ext cx="16325" cy="315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827695" y="2269722"/>
            <a:ext cx="16325" cy="296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3844020" y="229940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860344" y="2327169"/>
            <a:ext cx="16325" cy="258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876669" y="2353021"/>
            <a:ext cx="16324" cy="23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3892993" y="2376957"/>
            <a:ext cx="16325" cy="220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3909318" y="2398978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925643" y="2419085"/>
            <a:ext cx="16324" cy="181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941967" y="2437277"/>
            <a:ext cx="16325" cy="1627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958292" y="2453553"/>
            <a:ext cx="16325" cy="143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974617" y="2467915"/>
            <a:ext cx="16324" cy="124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990941" y="2480362"/>
            <a:ext cx="16325" cy="105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4007266" y="2490894"/>
            <a:ext cx="16324" cy="861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4023590" y="2499511"/>
            <a:ext cx="16325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4039915" y="2506213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4056240" y="2511000"/>
            <a:ext cx="16324" cy="28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4072564" y="2513873"/>
            <a:ext cx="16325" cy="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3435904" y="251483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28836230" y="-223583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28852555" y="-2237754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8868879" y="-223966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8885204" y="-2241584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8901528" y="-224349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8917853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8934178" y="-2247328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8950502" y="-2249243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8966827" y="-2251158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8983151" y="-225307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8999476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015801" y="-225690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032125" y="-2258818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048450" y="-226073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064774" y="-2262648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081099" y="-2264563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097423" y="-2266477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113748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130073" y="-2270307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146397" y="-2272222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9162722" y="-2272222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9179046" y="-2270307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195371" y="-2268392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211696" y="-226647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228020" y="-2264563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244345" y="-2262648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260669" y="-226073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276994" y="-2258818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293318" y="-225690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309643" y="-225498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325968" y="-2253073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342292" y="-2251158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358617" y="-2249243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374941" y="-2247328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391266" y="-224541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407591" y="-2243499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423915" y="-2241584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440240" y="-223966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456564" y="-2237754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472889" y="-223583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28836230" y="-2233929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28852555" y="-2233962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8868879" y="-22340538"/>
            <a:ext cx="16325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8885204" y="-22342309"/>
            <a:ext cx="16324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8901528" y="-22345229"/>
            <a:ext cx="16325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8917853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8934178" y="-22355666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8950502" y="-22363755"/>
            <a:ext cx="16325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8966827" y="-22374144"/>
            <a:ext cx="16324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8983151" y="-22387118"/>
            <a:ext cx="16325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8999476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015801" y="-22421969"/>
            <a:ext cx="16324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29032125" y="-22444422"/>
            <a:ext cx="16325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29048450" y="-22470608"/>
            <a:ext cx="16324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29064774" y="-22500815"/>
            <a:ext cx="16325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29081099" y="-22535331"/>
            <a:ext cx="16324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29097423" y="-22574443"/>
            <a:ext cx="16325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29113748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29130073" y="-22667603"/>
            <a:ext cx="16324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29146397" y="-22722227"/>
            <a:ext cx="16325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162722" y="-22722227"/>
            <a:ext cx="16324" cy="546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179046" y="-22667603"/>
            <a:ext cx="16325" cy="4916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29195371" y="-22618439"/>
            <a:ext cx="16325" cy="439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29211696" y="-22574443"/>
            <a:ext cx="16324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29228020" y="-22535331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29244345" y="-22500815"/>
            <a:ext cx="16324" cy="302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29260669" y="-22470608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29276994" y="-22444422"/>
            <a:ext cx="16324" cy="224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29293318" y="-22421969"/>
            <a:ext cx="16325" cy="190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29309643" y="-22402964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9325968" y="-22387118"/>
            <a:ext cx="16324" cy="1297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9342292" y="-22374144"/>
            <a:ext cx="16325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358617" y="-22363755"/>
            <a:ext cx="16324" cy="80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374941" y="-22355666"/>
            <a:ext cx="16325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391266" y="-22349586"/>
            <a:ext cx="16325" cy="43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407591" y="-22345229"/>
            <a:ext cx="16324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423915" y="-22342309"/>
            <a:ext cx="16325" cy="17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440240" y="-22340538"/>
            <a:ext cx="16324" cy="9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456564" y="-22339628"/>
            <a:ext cx="16325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472889" y="-22339293"/>
            <a:ext cx="16324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8836230" y="-2233924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391297" y="973239"/>
            <a:ext cx="55417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45487" y="97323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156076" y="973239"/>
            <a:ext cx="12126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88000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5" name="Picture 3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6" name="Picture 3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7" name="TextBox 3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59993" y="5119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applications: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524051" y="828541"/>
            <a:ext cx="4261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21394" y="828541"/>
            <a:ext cx="3764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231996" y="828541"/>
            <a:ext cx="2553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532863" y="1192384"/>
            <a:ext cx="4252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2374402" y="117813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521725" y="1738623"/>
            <a:ext cx="42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slightly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2374402" y="172437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580729" y="2284864"/>
            <a:ext cx="42046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2412009" y="2270612"/>
            <a:ext cx="3373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4897475" y="3150918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43590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452229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68553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84878" y="13457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01202" y="13266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517527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33852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550176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6501" y="12500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582825" y="12308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99150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615475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31800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4812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664449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80773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97098" y="109681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713422" y="107766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729747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46072" y="10393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62397" y="10393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778721" y="10585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795046" y="107766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11370" y="109681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27695" y="11159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44020" y="11351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60344" y="11542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76669" y="11734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92993" y="11925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09318" y="12117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925643" y="12308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941967" y="12500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958292" y="12691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74617" y="12883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90941" y="13074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07266" y="13266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23590" y="13457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39915" y="13649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056240" y="1384051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72564" y="140320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43590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452229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68553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84878" y="1375120"/>
            <a:ext cx="16324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01202" y="1359184"/>
            <a:ext cx="16325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7527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33852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550176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566501" y="1286709"/>
            <a:ext cx="16324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582825" y="1266787"/>
            <a:ext cx="16325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99150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15475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31800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64812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664449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680773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97098" y="1112250"/>
            <a:ext cx="16324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3713422" y="1088310"/>
            <a:ext cx="16325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29747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46072" y="1039368"/>
            <a:ext cx="16325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762397" y="1039368"/>
            <a:ext cx="16324" cy="246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778721" y="1064025"/>
            <a:ext cx="16325" cy="2428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795046" y="1088310"/>
            <a:ext cx="16324" cy="239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811370" y="1112250"/>
            <a:ext cx="16325" cy="234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827695" y="1135738"/>
            <a:ext cx="16325" cy="231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844020" y="1158874"/>
            <a:ext cx="16324" cy="22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860344" y="1181474"/>
            <a:ext cx="16325" cy="2210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76669" y="1203579"/>
            <a:ext cx="16324" cy="2160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892993" y="1225183"/>
            <a:ext cx="16325" cy="211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909318" y="1246293"/>
            <a:ext cx="16325" cy="2049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925643" y="1266787"/>
            <a:ext cx="16324" cy="1992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941967" y="1286709"/>
            <a:ext cx="16325" cy="19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958292" y="1305977"/>
            <a:ext cx="16325" cy="18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974617" y="1324517"/>
            <a:ext cx="16324" cy="1777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990941" y="1342287"/>
            <a:ext cx="16325" cy="1689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007266" y="1359184"/>
            <a:ext cx="16324" cy="15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023590" y="1375120"/>
            <a:ext cx="16325" cy="147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039915" y="1389835"/>
            <a:ext cx="16325" cy="133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56240" y="1403155"/>
            <a:ext cx="16324" cy="11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072564" y="1414555"/>
            <a:ext cx="16325" cy="77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35904" y="142235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3590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452229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468553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484878" y="18919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501202" y="18728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517527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533852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550176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566501" y="17962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582825" y="17771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599150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615475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631800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64812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664449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680773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697098" y="16430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713422" y="16239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729747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746072" y="158560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762397" y="158560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778721" y="160475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795046" y="16239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811370" y="16430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827695" y="1662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844020" y="1681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860344" y="1700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3876669" y="17196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892993" y="17388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909318" y="17579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3925643" y="17771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941967" y="1796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958292" y="1815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3974617" y="1834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990941" y="1853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007266" y="1872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023590" y="1891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039915" y="191114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056240" y="19302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72564" y="19494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343590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452229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468553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484878" y="1943768"/>
            <a:ext cx="16324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501202" y="1932311"/>
            <a:ext cx="16325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517527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533852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550176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566501" y="1870030"/>
            <a:ext cx="16324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582825" y="1850721"/>
            <a:ext cx="16325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599150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615475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631800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64812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664449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680773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697098" y="1678030"/>
            <a:ext cx="16324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713422" y="1648342"/>
            <a:ext cx="16325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729747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746072" y="1585609"/>
            <a:ext cx="16325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3762397" y="1585609"/>
            <a:ext cx="16324" cy="319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778721" y="1617546"/>
            <a:ext cx="16325" cy="307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795046" y="1648342"/>
            <a:ext cx="16324" cy="2968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811370" y="1678030"/>
            <a:ext cx="16325" cy="28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827695" y="1706455"/>
            <a:ext cx="16325" cy="273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844020" y="1733770"/>
            <a:ext cx="16324" cy="25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860344" y="1759743"/>
            <a:ext cx="16325" cy="2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876669" y="1784453"/>
            <a:ext cx="16324" cy="234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892993" y="1807853"/>
            <a:ext cx="16325" cy="221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3909318" y="1829959"/>
            <a:ext cx="16325" cy="207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925643" y="1850721"/>
            <a:ext cx="16324" cy="193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941967" y="1870030"/>
            <a:ext cx="16325" cy="178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958292" y="1887916"/>
            <a:ext cx="16325" cy="1639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974617" y="1904315"/>
            <a:ext cx="16324" cy="148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990941" y="1919140"/>
            <a:ext cx="16325" cy="131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007266" y="1932311"/>
            <a:ext cx="16324" cy="114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023590" y="1943768"/>
            <a:ext cx="16325" cy="96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039915" y="1953368"/>
            <a:ext cx="16325" cy="75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056240" y="1960949"/>
            <a:ext cx="16324" cy="52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072564" y="1966239"/>
            <a:ext cx="16325" cy="23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435904" y="196859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435904" y="249568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3452229" y="247653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468553" y="24573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484878" y="243823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501202" y="24190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517527" y="23999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533852" y="238078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550176" y="236163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566501" y="234248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582825" y="232333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599150" y="23041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615475" y="22850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631800" y="226589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648124" y="22467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664449" y="22275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680773" y="22084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697098" y="218929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713422" y="217014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729747" y="21509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3746072" y="21318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3762397" y="21318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778721" y="21509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3795046" y="21701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11370" y="21892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827695" y="220844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3844020" y="222759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3860344" y="224674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3876669" y="226589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3892993" y="22850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3909318" y="23041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3925643" y="232333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3941967" y="234248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3958292" y="236163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974617" y="238078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3990941" y="23999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007266" y="241908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23590" y="24382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39915" y="24573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056240" y="247653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072564" y="249568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435904" y="2513873"/>
            <a:ext cx="16325" cy="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452229" y="2511000"/>
            <a:ext cx="16324" cy="28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68553" y="2506213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84878" y="2499511"/>
            <a:ext cx="16324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01202" y="2490894"/>
            <a:ext cx="16325" cy="861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17527" y="2480362"/>
            <a:ext cx="16325" cy="105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33852" y="2467915"/>
            <a:ext cx="16324" cy="124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550176" y="2453553"/>
            <a:ext cx="16325" cy="143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566501" y="2437277"/>
            <a:ext cx="16324" cy="1627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582825" y="2419085"/>
            <a:ext cx="16325" cy="181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599150" y="2398978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615475" y="2376957"/>
            <a:ext cx="16325" cy="220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631800" y="2353021"/>
            <a:ext cx="16324" cy="23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648124" y="2327169"/>
            <a:ext cx="16325" cy="258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664449" y="229940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680773" y="2269722"/>
            <a:ext cx="16325" cy="296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697098" y="2238126"/>
            <a:ext cx="16324" cy="315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713422" y="2204615"/>
            <a:ext cx="16325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729747" y="2169190"/>
            <a:ext cx="16325" cy="35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3746072" y="2131849"/>
            <a:ext cx="16325" cy="373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762397" y="2131849"/>
            <a:ext cx="16324" cy="373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778721" y="2169190"/>
            <a:ext cx="16325" cy="354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795046" y="2204615"/>
            <a:ext cx="16324" cy="3351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3811370" y="2238126"/>
            <a:ext cx="16325" cy="3159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827695" y="2269722"/>
            <a:ext cx="16325" cy="2968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3844020" y="2299403"/>
            <a:ext cx="16324" cy="277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860344" y="2327169"/>
            <a:ext cx="16325" cy="258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3876669" y="2353021"/>
            <a:ext cx="16324" cy="239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3892993" y="2376957"/>
            <a:ext cx="16325" cy="220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3909318" y="2398978"/>
            <a:ext cx="16325" cy="2010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925643" y="2419085"/>
            <a:ext cx="16324" cy="181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941967" y="2437277"/>
            <a:ext cx="16325" cy="1627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958292" y="2453553"/>
            <a:ext cx="16325" cy="1436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974617" y="2467915"/>
            <a:ext cx="16324" cy="124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990941" y="2480362"/>
            <a:ext cx="16325" cy="105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4007266" y="2490894"/>
            <a:ext cx="16324" cy="861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4023590" y="2499511"/>
            <a:ext cx="16325" cy="67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4039915" y="2506213"/>
            <a:ext cx="16325" cy="478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4056240" y="2511000"/>
            <a:ext cx="16324" cy="28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4072564" y="2513873"/>
            <a:ext cx="16325" cy="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3435904" y="251483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3435904" y="304193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3452229" y="30227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468553" y="30036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484878" y="298448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3501202" y="296533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3517527" y="294618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533852" y="292703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3550176" y="29078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566501" y="288873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3582825" y="286959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3599150" y="28504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3615475" y="283129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3631800" y="28121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3648124" y="2792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3664449" y="2773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3680773" y="2754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3697098" y="2735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3713422" y="2716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3729747" y="2697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3746072" y="26781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762397" y="26781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778721" y="2697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795046" y="271639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3811370" y="273554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827695" y="275469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844020" y="277384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860344" y="279299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876669" y="281214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892993" y="283129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909318" y="285044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925643" y="286959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941967" y="288873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3958292" y="290788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3974617" y="292703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990941" y="294618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4007266" y="296533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4023590" y="298448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4039915" y="300363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4056240" y="30227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4072564" y="304193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3435904" y="306103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3452229" y="306069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3468553" y="3059789"/>
            <a:ext cx="16325" cy="9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3484878" y="3058017"/>
            <a:ext cx="16324" cy="17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3501202" y="3055097"/>
            <a:ext cx="16325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3517527" y="3050741"/>
            <a:ext cx="16325" cy="4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3533852" y="3044661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3550176" y="3036571"/>
            <a:ext cx="16325" cy="80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3566501" y="3026182"/>
            <a:ext cx="16324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3582825" y="3013209"/>
            <a:ext cx="16325" cy="12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3599150" y="2997363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3615475" y="2978357"/>
            <a:ext cx="16325" cy="190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3631800" y="2955905"/>
            <a:ext cx="16324" cy="224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3648124" y="2929719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3664449" y="2899511"/>
            <a:ext cx="16324" cy="3020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3680773" y="2864995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3697098" y="2825883"/>
            <a:ext cx="16324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3713422" y="2781888"/>
            <a:ext cx="16325" cy="439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3729747" y="2732723"/>
            <a:ext cx="16325" cy="4916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3746072" y="2678100"/>
            <a:ext cx="16325" cy="546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3762397" y="2678100"/>
            <a:ext cx="16324" cy="546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778721" y="2732723"/>
            <a:ext cx="16325" cy="4916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795046" y="2781888"/>
            <a:ext cx="16324" cy="4399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811370" y="2825883"/>
            <a:ext cx="16325" cy="3911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827695" y="2864995"/>
            <a:ext cx="16325" cy="3451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844020" y="2899511"/>
            <a:ext cx="16324" cy="3020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860344" y="2929719"/>
            <a:ext cx="16325" cy="2618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76669" y="2955905"/>
            <a:ext cx="16324" cy="2245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2993" y="2978357"/>
            <a:ext cx="16325" cy="190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3909318" y="2997363"/>
            <a:ext cx="16325" cy="158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3925643" y="3013209"/>
            <a:ext cx="16324" cy="129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3941967" y="3026182"/>
            <a:ext cx="16325" cy="103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3958292" y="3036571"/>
            <a:ext cx="16325" cy="80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3974617" y="3044661"/>
            <a:ext cx="16324" cy="608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3990941" y="3050741"/>
            <a:ext cx="16325" cy="4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007266" y="3055097"/>
            <a:ext cx="16324" cy="29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023590" y="3058017"/>
            <a:ext cx="16325" cy="17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039915" y="3059789"/>
            <a:ext cx="16325" cy="9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056240" y="3060698"/>
            <a:ext cx="16324" cy="33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072564" y="3061033"/>
            <a:ext cx="16325" cy="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435904" y="306108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391297" y="973239"/>
            <a:ext cx="55417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45487" y="97323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3156076" y="973239"/>
            <a:ext cx="12126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88000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5" name="Picture 3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6" name="Picture 3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7" name="TextBox 3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59993" y="5119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hedges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practical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applications: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524051" y="828541"/>
            <a:ext cx="4261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2021394" y="828541"/>
            <a:ext cx="3764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3231996" y="828541"/>
            <a:ext cx="25533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532863" y="1192384"/>
            <a:ext cx="42525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little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2374402" y="117813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521725" y="1738623"/>
            <a:ext cx="42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slightly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2374402" y="1724371"/>
            <a:ext cx="3410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580729" y="2284864"/>
            <a:ext cx="42046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2412009" y="2270612"/>
            <a:ext cx="3373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467217" y="2831104"/>
            <a:ext cx="43181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extremely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412009" y="2816864"/>
            <a:ext cx="3373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4897475" y="3150918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9127896" y="-242250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144221" y="-242441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160545" y="-24263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176870" y="-24282460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193194" y="-2430160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209519" y="-2432075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25843" y="-2433990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42168" y="-243590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58493" y="-243782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74817" y="-243973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291142" y="-244165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307466" y="-2443565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323791" y="-2445480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340116" y="-2447395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9356440" y="-24493100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372765" y="-2451224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9389089" y="-24531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405414" y="-2455054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9421739" y="-2456969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9438063" y="-245888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454388" y="-2458884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470712" y="-2456969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487037" y="-2455054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503361" y="-2453139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519686" y="-2451224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536011" y="-24493100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552335" y="-244739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568660" y="-2445480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584984" y="-2443565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601309" y="-244165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617634" y="-243973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633958" y="-243782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650283" y="-243590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666607" y="-2433990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682932" y="-2432075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699256" y="-2430160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9715581" y="-24282460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731906" y="-242633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9748230" y="-242441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764555" y="-242250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9127896" y="-24205866"/>
            <a:ext cx="16325" cy="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144221" y="-24205903"/>
            <a:ext cx="16324" cy="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160545" y="-24206058"/>
            <a:ext cx="16325" cy="1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176870" y="-24206477"/>
            <a:ext cx="16324" cy="41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193194" y="-24207361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209519" y="-24208967"/>
            <a:ext cx="16324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225843" y="-24211612"/>
            <a:ext cx="16325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242168" y="-24215669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258493" y="-24221569"/>
            <a:ext cx="16324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9274817" y="-24229801"/>
            <a:ext cx="16325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291142" y="-24240909"/>
            <a:ext cx="16324" cy="1110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307466" y="-24255499"/>
            <a:ext cx="16325" cy="14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323791" y="-24274229"/>
            <a:ext cx="16325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340116" y="-24297819"/>
            <a:ext cx="16324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356440" y="-24327042"/>
            <a:ext cx="16325" cy="292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372765" y="-24362734"/>
            <a:ext cx="16324" cy="356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389089" y="-2440578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405414" y="-24457139"/>
            <a:ext cx="16325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421739" y="-24517805"/>
            <a:ext cx="16324" cy="606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438063" y="-24588846"/>
            <a:ext cx="16325" cy="710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454388" y="-24588846"/>
            <a:ext cx="16324" cy="710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9470712" y="-24517805"/>
            <a:ext cx="16325" cy="6066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487037" y="-24457139"/>
            <a:ext cx="16324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503361" y="-2440578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519686" y="-24362734"/>
            <a:ext cx="16325" cy="3569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536011" y="-24327042"/>
            <a:ext cx="16324" cy="2922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552335" y="-24297819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568660" y="-24274229"/>
            <a:ext cx="16324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584984" y="-24255499"/>
            <a:ext cx="16325" cy="14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601309" y="-24240909"/>
            <a:ext cx="16325" cy="1110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617634" y="-24229801"/>
            <a:ext cx="16324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633958" y="-24221569"/>
            <a:ext cx="16325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9650283" y="-24215669"/>
            <a:ext cx="16324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9666607" y="-24211612"/>
            <a:ext cx="16325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9682932" y="-24208967"/>
            <a:ext cx="16324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699256" y="-24207361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9715581" y="-24206477"/>
            <a:ext cx="16325" cy="41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731906" y="-24206058"/>
            <a:ext cx="16324" cy="1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9748230" y="-24205903"/>
            <a:ext cx="16325" cy="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9764555" y="-24205866"/>
            <a:ext cx="16324" cy="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9127896" y="-2420586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7979324" y="-23874446"/>
            <a:ext cx="141173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9127896" y="-236787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9144221" y="-2369792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9160545" y="-237170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9176870" y="-2373622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9193194" y="-2375537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9209519" y="-237745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9225843" y="-237936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9242168" y="-238128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9258493" y="-2383196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9274817" y="-238511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9291142" y="-238702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307466" y="-238894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323791" y="-239085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9340116" y="-2392771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9356440" y="-2394686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372765" y="-2396601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9389089" y="-239851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9405414" y="-240043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9421739" y="-240234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438063" y="-240426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454388" y="-240426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470712" y="-240234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487037" y="-240043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503361" y="-239851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519686" y="-2396601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9536011" y="-2394686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552335" y="-2392771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9568660" y="-239085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584984" y="-238894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601309" y="-238702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617634" y="-238511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9633958" y="-2383196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650283" y="-2381281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666607" y="-237936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682932" y="-237745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699256" y="-2375537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9715581" y="-2373622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731906" y="-237170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748230" y="-2369792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9764555" y="-2367877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127896" y="-23745279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144221" y="-23780751"/>
            <a:ext cx="16324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160545" y="-23807988"/>
            <a:ext cx="16325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176870" y="-23830932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193194" y="-23851162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209519" y="-23869429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225843" y="-23886208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242168" y="-23901880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258493" y="-23916589"/>
            <a:ext cx="16324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274817" y="-23930492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291142" y="-23943713"/>
            <a:ext cx="16324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307466" y="-23956351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323791" y="-23968453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340116" y="-23980100"/>
            <a:ext cx="16324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9356440" y="-23991326"/>
            <a:ext cx="16325" cy="11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9372765" y="-24002240"/>
            <a:ext cx="16324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9389089" y="-24012780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9405414" y="-24023006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9421739" y="-24032962"/>
            <a:ext cx="16324" cy="99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9438063" y="-24042606"/>
            <a:ext cx="16325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9454388" y="-24042606"/>
            <a:ext cx="16324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9470712" y="-24032962"/>
            <a:ext cx="16325" cy="99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9487037" y="-24023006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9503361" y="-24012780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9519686" y="-24002240"/>
            <a:ext cx="16325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9536011" y="-23991326"/>
            <a:ext cx="16324" cy="11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9552335" y="-23980100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9568660" y="-23968453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9584984" y="-23956351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9601309" y="-23943713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9617634" y="-23930492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9633958" y="-23916589"/>
            <a:ext cx="16325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9650283" y="-23901880"/>
            <a:ext cx="16324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9666607" y="-23886208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9682932" y="-23869429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9699256" y="-23851162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9715581" y="-23830932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29731906" y="-23807988"/>
            <a:ext cx="16324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29748230" y="-23780751"/>
            <a:ext cx="16325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9764555" y="-23745279"/>
            <a:ext cx="16324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127896" y="-2365962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7979324" y="-23328208"/>
            <a:ext cx="141173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9127896" y="-231325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9144221" y="-231516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9160545" y="-231708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9176870" y="-2318998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9193194" y="-2320913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9209519" y="-232282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9225843" y="-2324742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9242168" y="-232665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258493" y="-232857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9274817" y="-233048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9291142" y="-233240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9307466" y="-2334317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9323791" y="-233623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9340116" y="-233814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9356440" y="-2340062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372765" y="-2341977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9389089" y="-234389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9405414" y="-234580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9421739" y="-2347721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9438063" y="-234963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454388" y="-234963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470712" y="-2347721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487037" y="-234580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503361" y="-234389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519686" y="-2341977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536011" y="-2340062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552335" y="-233814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568660" y="-2336232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584984" y="-2334317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601309" y="-233240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617634" y="-233048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633958" y="-232857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650283" y="-232665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666607" y="-2324742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682932" y="-232282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699256" y="-2320913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715581" y="-2318998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731906" y="-231708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9748230" y="-231516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9764555" y="-2313253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9127896" y="-23199039"/>
            <a:ext cx="16325" cy="856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9144221" y="-23234512"/>
            <a:ext cx="16324" cy="354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9160545" y="-23261749"/>
            <a:ext cx="16325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9176870" y="-232846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9193194" y="-23304923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9209519" y="-23323190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9225843" y="-23339969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9242168" y="-23355641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9258493" y="-23370350"/>
            <a:ext cx="16324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9274817" y="-2338425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9291142" y="-23397474"/>
            <a:ext cx="16324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9307466" y="-23410112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9323791" y="-23422213"/>
            <a:ext cx="16325" cy="121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9340116" y="-23433861"/>
            <a:ext cx="16324" cy="116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9356440" y="-23445086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9372765" y="-23456000"/>
            <a:ext cx="16324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9389089" y="-23466541"/>
            <a:ext cx="16325" cy="105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9405414" y="-23476767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9421739" y="-23486722"/>
            <a:ext cx="16324" cy="99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9438063" y="-23496367"/>
            <a:ext cx="16325" cy="9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29454388" y="-23496367"/>
            <a:ext cx="16324" cy="9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29470712" y="-23486722"/>
            <a:ext cx="16325" cy="99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29487037" y="-23476767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29503361" y="-23466541"/>
            <a:ext cx="16325" cy="105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29519686" y="-23456000"/>
            <a:ext cx="16325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29536011" y="-23445086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29552335" y="-23433861"/>
            <a:ext cx="16325" cy="116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29568660" y="-23422213"/>
            <a:ext cx="16324" cy="121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29584984" y="-23410112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9601309" y="-23397474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29617634" y="-2338425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29633958" y="-23370350"/>
            <a:ext cx="16325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29650283" y="-23355641"/>
            <a:ext cx="16324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29666607" y="-23339969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29682932" y="-23323190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9699256" y="-23304923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9715581" y="-232846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9731906" y="-23261749"/>
            <a:ext cx="16324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29748230" y="-23234512"/>
            <a:ext cx="16325" cy="354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29764555" y="-23199039"/>
            <a:ext cx="16324" cy="856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29127896" y="-23113386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9127896" y="-225862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9144221" y="-2260543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9160545" y="-22624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9176870" y="-22643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9193194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9209519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9225843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9242168" y="-227203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9258493" y="-2273947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274817" y="-2275862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291142" y="-2277777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307466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323791" y="-228160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340116" y="-2283522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356440" y="-2285437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372765" y="-2287352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389089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405414" y="-229118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29421739" y="-229309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29438063" y="-229501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454388" y="-229501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470712" y="-229309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487037" y="-229118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503361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519686" y="-2287352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536011" y="-2285437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552335" y="-2283522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568660" y="-228160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584984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601309" y="-227777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617634" y="-2275862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633958" y="-2273947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650283" y="-227203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666607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682932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699256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715581" y="-22643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731906" y="-22624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9748230" y="-2260543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9764555" y="-225862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9127896" y="-22569050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9144221" y="-22574795"/>
            <a:ext cx="16324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9160545" y="-22584370"/>
            <a:ext cx="16325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9176870" y="-22597774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9193194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9209519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9225843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242168" y="-22689689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9258493" y="-22722242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274817" y="-22758626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9617634" y="-22758626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9633958" y="-22722242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9650283" y="-22689689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9666607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9682932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9699256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9715581" y="-22597774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731906" y="-22584370"/>
            <a:ext cx="16324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748230" y="-2257479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764555" y="-22569050"/>
            <a:ext cx="16324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291142" y="-22795010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29307466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29323791" y="-2285628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29340116" y="-22881180"/>
            <a:ext cx="16324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9356440" y="-22902243"/>
            <a:ext cx="16325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29372765" y="-22919478"/>
            <a:ext cx="16324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29389089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29405414" y="-22942456"/>
            <a:ext cx="16325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29421739" y="-22948202"/>
            <a:ext cx="16324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29438063" y="-22950116"/>
            <a:ext cx="16325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454388" y="-22950116"/>
            <a:ext cx="16324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470712" y="-22948202"/>
            <a:ext cx="16325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487037" y="-22942456"/>
            <a:ext cx="16324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503361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519686" y="-22919478"/>
            <a:ext cx="16325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536011" y="-22902243"/>
            <a:ext cx="16324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552335" y="-22881180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568660" y="-22856287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584984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601309" y="-22795010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127896" y="-2256713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99626" y="745349"/>
            <a:ext cx="6621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761817" y="745349"/>
            <a:ext cx="16859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447742" y="745349"/>
            <a:ext cx="12126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Rectangle 364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7" name="Picture 3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8" name="Picture 36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9" name="TextBox 36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286381" y="600652"/>
            <a:ext cx="44990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75394" y="600652"/>
            <a:ext cx="3710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3523662" y="600652"/>
            <a:ext cx="226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4897472" y="3150917"/>
            <a:ext cx="887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5623810" y="3150693"/>
            <a:ext cx="161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757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43895" y="11561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60219" y="11370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76544" y="11178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2868" y="1098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809193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25518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41842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8167" y="102212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4491" y="100297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0816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07141" y="96467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923465" y="94552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93979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56115" y="9072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972439" y="8880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88764" y="868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005088" y="849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21413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37738" y="8114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54063" y="8114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70387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86712" y="849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3036" y="868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19361" y="8880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135685" y="9072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15201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68335" y="94552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84659" y="96467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200984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17309" y="100297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33633" y="102212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49958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266283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282607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98932" y="1098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315256" y="11178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31581" y="11370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347905" y="11561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36423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72757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43895" y="1194423"/>
            <a:ext cx="16324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60219" y="1194267"/>
            <a:ext cx="16325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76544" y="1193849"/>
            <a:ext cx="16324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92868" y="1192965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809193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25518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41842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58167" y="1178757"/>
            <a:ext cx="16324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74491" y="1170525"/>
            <a:ext cx="16325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890816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907141" y="1144827"/>
            <a:ext cx="16324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923465" y="1126097"/>
            <a:ext cx="16325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93979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56115" y="1073283"/>
            <a:ext cx="16324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72439" y="1037592"/>
            <a:ext cx="16325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988764" y="994543"/>
            <a:ext cx="16324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05088" y="943187"/>
            <a:ext cx="16325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21413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037738" y="811480"/>
            <a:ext cx="16325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054063" y="811480"/>
            <a:ext cx="16324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070387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086712" y="943187"/>
            <a:ext cx="16324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103036" y="99454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119361" y="1037592"/>
            <a:ext cx="16324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35685" y="1073283"/>
            <a:ext cx="16325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5201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168335" y="1126097"/>
            <a:ext cx="16324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184659" y="1144827"/>
            <a:ext cx="16325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00984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17309" y="1170525"/>
            <a:ext cx="16324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33633" y="1178757"/>
            <a:ext cx="16325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249958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266283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82607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298932" y="1192965"/>
            <a:ext cx="16324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15256" y="1193849"/>
            <a:ext cx="16325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331581" y="1194267"/>
            <a:ext cx="16324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347905" y="1194423"/>
            <a:ext cx="16325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36423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727570" y="119446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7979324" y="-23874446"/>
            <a:ext cx="141173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9127896" y="-236787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9144221" y="-2369792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9160545" y="-237170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9176870" y="-2373622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9193194" y="-2375537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9209519" y="-237745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9225843" y="-237936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9242168" y="-2381281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9258493" y="-2383196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9274817" y="-238511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9291142" y="-238702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307466" y="-238894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323791" y="-239085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29340116" y="-2392771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9356440" y="-2394686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372765" y="-2396601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9389089" y="-239851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9405414" y="-240043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9421739" y="-240234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438063" y="-240426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454388" y="-240426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470712" y="-240234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487037" y="-240043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9503361" y="-239851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519686" y="-2396601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9536011" y="-2394686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552335" y="-2392771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9568660" y="-239085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584984" y="-238894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601309" y="-238702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9617634" y="-238511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9633958" y="-2383196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650283" y="-2381281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666607" y="-237936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682932" y="-237745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699256" y="-2375537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9715581" y="-2373622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731906" y="-237170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748230" y="-2369792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9764555" y="-2367877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29127896" y="-23745279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144221" y="-23780751"/>
            <a:ext cx="16324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160545" y="-23807988"/>
            <a:ext cx="16325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176870" y="-23830932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29193194" y="-23851162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29209519" y="-23869429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29225843" y="-23886208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29242168" y="-23901880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29258493" y="-23916589"/>
            <a:ext cx="16324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9274817" y="-23930492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9291142" y="-23943713"/>
            <a:ext cx="16324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9307466" y="-23956351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9323791" y="-23968453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9340116" y="-23980100"/>
            <a:ext cx="16324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9356440" y="-23991326"/>
            <a:ext cx="16325" cy="11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9372765" y="-24002240"/>
            <a:ext cx="16324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9389089" y="-24012780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9405414" y="-24023006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9421739" y="-24032962"/>
            <a:ext cx="16324" cy="99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9438063" y="-24042606"/>
            <a:ext cx="16325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9454388" y="-24042606"/>
            <a:ext cx="16324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9470712" y="-24032962"/>
            <a:ext cx="16325" cy="99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9487037" y="-24023006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29503361" y="-24012780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9519686" y="-24002240"/>
            <a:ext cx="16325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9536011" y="-23991326"/>
            <a:ext cx="16324" cy="11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9552335" y="-23980100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9568660" y="-23968453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9584984" y="-23956351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9601309" y="-23943713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9617634" y="-23930492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9633958" y="-23916589"/>
            <a:ext cx="16325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9650283" y="-23901880"/>
            <a:ext cx="16324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9666607" y="-23886208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9682932" y="-23869429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9699256" y="-23851162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9715581" y="-23830932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29731906" y="-23807988"/>
            <a:ext cx="16324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29748230" y="-23780751"/>
            <a:ext cx="16325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29764555" y="-23745279"/>
            <a:ext cx="16324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9127896" y="-2365962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7979324" y="-23328208"/>
            <a:ext cx="141173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9127896" y="-231325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9144221" y="-231516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9160545" y="-231708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9176870" y="-2318998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9193194" y="-2320913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9209519" y="-232282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9225843" y="-2324742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9242168" y="-232665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258493" y="-232857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9274817" y="-233048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9291142" y="-233240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9307466" y="-2334317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9323791" y="-233623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9340116" y="-233814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9356440" y="-2340062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372765" y="-2341977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9389089" y="-234389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9405414" y="-234580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9421739" y="-2347721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9438063" y="-234963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454388" y="-234963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470712" y="-2347721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487037" y="-234580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503361" y="-234389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519686" y="-2341977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536011" y="-2340062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552335" y="-233814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568660" y="-2336232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584984" y="-2334317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601309" y="-233240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617634" y="-233048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633958" y="-232857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650283" y="-232665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666607" y="-2324742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682932" y="-232282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699256" y="-2320913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715581" y="-2318998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731906" y="-231708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9748230" y="-231516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9764555" y="-2313253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9127896" y="-23199039"/>
            <a:ext cx="16325" cy="856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9144221" y="-23234512"/>
            <a:ext cx="16324" cy="354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9160545" y="-23261749"/>
            <a:ext cx="16325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9176870" y="-232846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9193194" y="-23304923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9209519" y="-23323190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9225843" y="-23339969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9242168" y="-23355641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9258493" y="-23370350"/>
            <a:ext cx="16324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9274817" y="-2338425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9291142" y="-23397474"/>
            <a:ext cx="16324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9307466" y="-23410112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9323791" y="-23422213"/>
            <a:ext cx="16325" cy="121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9340116" y="-23433861"/>
            <a:ext cx="16324" cy="116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9356440" y="-23445086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9372765" y="-23456000"/>
            <a:ext cx="16324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9389089" y="-23466541"/>
            <a:ext cx="16325" cy="105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9405414" y="-23476767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9421739" y="-23486722"/>
            <a:ext cx="16324" cy="99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9438063" y="-23496367"/>
            <a:ext cx="16325" cy="9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29454388" y="-23496367"/>
            <a:ext cx="16324" cy="9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29470712" y="-23486722"/>
            <a:ext cx="16325" cy="99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29487037" y="-23476767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29503361" y="-23466541"/>
            <a:ext cx="16325" cy="105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29519686" y="-23456000"/>
            <a:ext cx="16325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29536011" y="-23445086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29552335" y="-23433861"/>
            <a:ext cx="16325" cy="116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29568660" y="-23422213"/>
            <a:ext cx="16324" cy="121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29584984" y="-23410112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9601309" y="-23397474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29617634" y="-2338425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29633958" y="-23370350"/>
            <a:ext cx="16325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29650283" y="-23355641"/>
            <a:ext cx="16324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29666607" y="-23339969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29682932" y="-23323190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9699256" y="-23304923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9715581" y="-232846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9731906" y="-23261749"/>
            <a:ext cx="16324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29748230" y="-23234512"/>
            <a:ext cx="16325" cy="354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29764555" y="-23199039"/>
            <a:ext cx="16324" cy="856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29127896" y="-23113386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9127896" y="-225862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9144221" y="-2260543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9160545" y="-22624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9176870" y="-22643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9193194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9209519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9225843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9242168" y="-227203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9258493" y="-2273947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274817" y="-2275862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291142" y="-2277777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307466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323791" y="-228160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340116" y="-2283522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356440" y="-2285437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372765" y="-2287352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389089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405414" y="-229118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29421739" y="-229309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29438063" y="-229501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454388" y="-229501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470712" y="-229309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487037" y="-229118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503361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519686" y="-2287352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536011" y="-2285437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552335" y="-2283522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568660" y="-228160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584984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601309" y="-227777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617634" y="-2275862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633958" y="-2273947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650283" y="-227203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666607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682932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699256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715581" y="-22643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731906" y="-22624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9748230" y="-2260543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9764555" y="-225862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9127896" y="-22569050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9144221" y="-22574795"/>
            <a:ext cx="16324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9160545" y="-22584370"/>
            <a:ext cx="16325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9176870" y="-22597774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9193194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9209519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9225843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242168" y="-22689689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9258493" y="-22722242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274817" y="-22758626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9617634" y="-22758626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9633958" y="-22722242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9650283" y="-22689689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9666607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9682932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9699256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9715581" y="-22597774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731906" y="-22584370"/>
            <a:ext cx="16324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748230" y="-2257479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764555" y="-22569050"/>
            <a:ext cx="16324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291142" y="-22795010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29307466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29323791" y="-2285628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29340116" y="-22881180"/>
            <a:ext cx="16324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9356440" y="-22902243"/>
            <a:ext cx="16325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29372765" y="-22919478"/>
            <a:ext cx="16324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29389089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29405414" y="-22942456"/>
            <a:ext cx="16325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29421739" y="-22948202"/>
            <a:ext cx="16324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29438063" y="-22950116"/>
            <a:ext cx="16325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454388" y="-22950116"/>
            <a:ext cx="16324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470712" y="-22948202"/>
            <a:ext cx="16325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487037" y="-22942456"/>
            <a:ext cx="16324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503361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519686" y="-22919478"/>
            <a:ext cx="16325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536011" y="-22902243"/>
            <a:ext cx="16324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552335" y="-22881180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568660" y="-22856287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584984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601309" y="-22795010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127896" y="-2256713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99626" y="745349"/>
            <a:ext cx="6621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761817" y="745349"/>
            <a:ext cx="16859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447742" y="745349"/>
            <a:ext cx="12126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Rectangle 364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7" name="Picture 3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8" name="Picture 36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9" name="TextBox 36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286381" y="600652"/>
            <a:ext cx="44990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75394" y="600652"/>
            <a:ext cx="3710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3523662" y="600652"/>
            <a:ext cx="226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239873" y="964495"/>
            <a:ext cx="4545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2466006" y="950243"/>
            <a:ext cx="3319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4897472" y="3150917"/>
            <a:ext cx="887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5623810" y="3150693"/>
            <a:ext cx="161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757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43895" y="11561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60219" y="11370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76544" y="11178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2868" y="1098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809193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25518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41842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8167" y="102212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4491" y="100297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0816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07141" y="96467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923465" y="94552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93979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56115" y="9072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972439" y="8880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88764" y="868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005088" y="849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21413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37738" y="8114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54063" y="8114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70387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86712" y="849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3036" y="868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19361" y="8880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135685" y="9072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15201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68335" y="94552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84659" y="96467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200984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17309" y="100297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33633" y="102212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49958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266283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282607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98932" y="1098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315256" y="11178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31581" y="11370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347905" y="11561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36423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72757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43895" y="1194423"/>
            <a:ext cx="16324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60219" y="1194267"/>
            <a:ext cx="16325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76544" y="1193849"/>
            <a:ext cx="16324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92868" y="1192965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809193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25518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41842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58167" y="1178757"/>
            <a:ext cx="16324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74491" y="1170525"/>
            <a:ext cx="16325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890816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907141" y="1144827"/>
            <a:ext cx="16324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923465" y="1126097"/>
            <a:ext cx="16325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93979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56115" y="1073283"/>
            <a:ext cx="16324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72439" y="1037592"/>
            <a:ext cx="16325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988764" y="994543"/>
            <a:ext cx="16324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05088" y="943187"/>
            <a:ext cx="16325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21413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037738" y="811480"/>
            <a:ext cx="16325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054063" y="811480"/>
            <a:ext cx="16324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070387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086712" y="943187"/>
            <a:ext cx="16324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103036" y="99454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119361" y="1037592"/>
            <a:ext cx="16324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35685" y="1073283"/>
            <a:ext cx="16325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5201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168335" y="1126097"/>
            <a:ext cx="16324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184659" y="1144827"/>
            <a:ext cx="16325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00984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17309" y="1170525"/>
            <a:ext cx="16324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33633" y="1178757"/>
            <a:ext cx="16325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249958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266283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82607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298932" y="1192965"/>
            <a:ext cx="16324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15256" y="1193849"/>
            <a:ext cx="16325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331581" y="1194267"/>
            <a:ext cx="16324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347905" y="1194423"/>
            <a:ext cx="16325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36423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727570" y="119446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578998" y="1525879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72757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43895" y="170240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760219" y="168325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776544" y="1664105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792868" y="164495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809193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825518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841842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858167" y="15683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874491" y="15492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890816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907141" y="15109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923465" y="14917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93979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56115" y="14534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72439" y="14343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88764" y="14151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005088" y="13960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021413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37738" y="13577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054063" y="13577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070387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6712" y="13960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03036" y="14151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19361" y="14343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35685" y="14534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5201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168335" y="14917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184659" y="15109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00984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17309" y="154921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233633" y="1568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249958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266283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282607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298932" y="164495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315256" y="1664105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331581" y="168325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347905" y="170240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36423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72757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743895" y="1619575"/>
            <a:ext cx="16324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760219" y="159233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776544" y="15693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792868" y="154916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809193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825518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841842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858167" y="1483736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874491" y="146983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890816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907141" y="1443974"/>
            <a:ext cx="16324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923465" y="143187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93979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956115" y="1409001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972439" y="1398086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988764" y="1387546"/>
            <a:ext cx="16324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005088" y="137732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021413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037738" y="1357719"/>
            <a:ext cx="16325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054063" y="1357719"/>
            <a:ext cx="16324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070387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4086712" y="137732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103036" y="1387546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119361" y="1398086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4135685" y="1409001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415201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4168335" y="143187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184659" y="1443974"/>
            <a:ext cx="16325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4200984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217309" y="146983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233633" y="1483736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249958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266283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282607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298932" y="154916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315256" y="15693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331581" y="159233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347905" y="1619575"/>
            <a:ext cx="16325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36423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727570" y="174070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7979324" y="-23328208"/>
            <a:ext cx="141173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9127896" y="-2313253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9144221" y="-231516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9160545" y="-2317083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9176870" y="-2318998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9193194" y="-2320913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9209519" y="-232282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9225843" y="-2324742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9242168" y="-232665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9258493" y="-232857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9274817" y="-233048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9291142" y="-233240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9307466" y="-2334317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9323791" y="-233623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9340116" y="-233814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9356440" y="-2340062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9372765" y="-2341977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9389089" y="-234389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9405414" y="-2345806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9421739" y="-23477218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9438063" y="-234963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9454388" y="-234963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9470712" y="-2347721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9487037" y="-2345806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9503361" y="-234389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9519686" y="-2341977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9536011" y="-2340062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9552335" y="-233814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9568660" y="-2336232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9584984" y="-2334317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9601309" y="-233240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9617634" y="-233048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9633958" y="-232857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9650283" y="-232665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9666607" y="-2324742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9682932" y="-2322827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9699256" y="-2320913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9715581" y="-2318998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9731906" y="-2317083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9748230" y="-231516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9764555" y="-2313253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9127896" y="-23199039"/>
            <a:ext cx="16325" cy="856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9144221" y="-23234512"/>
            <a:ext cx="16324" cy="354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9160545" y="-23261749"/>
            <a:ext cx="16325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9176870" y="-232846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9193194" y="-23304923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9209519" y="-23323190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9225843" y="-23339969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9242168" y="-23355641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29258493" y="-23370350"/>
            <a:ext cx="16324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29274817" y="-2338425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29291142" y="-23397474"/>
            <a:ext cx="16324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29307466" y="-23410112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29323791" y="-23422213"/>
            <a:ext cx="16325" cy="121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29340116" y="-23433861"/>
            <a:ext cx="16324" cy="116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29356440" y="-23445086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29372765" y="-23456000"/>
            <a:ext cx="16324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29389089" y="-23466541"/>
            <a:ext cx="16325" cy="105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29405414" y="-23476767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29421739" y="-23486722"/>
            <a:ext cx="16324" cy="99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29438063" y="-23496367"/>
            <a:ext cx="16325" cy="9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29454388" y="-23496367"/>
            <a:ext cx="16324" cy="9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29470712" y="-23486722"/>
            <a:ext cx="16325" cy="995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29487037" y="-23476767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29503361" y="-23466541"/>
            <a:ext cx="16325" cy="1054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29519686" y="-23456000"/>
            <a:ext cx="16325" cy="1091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29536011" y="-23445086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29552335" y="-23433861"/>
            <a:ext cx="16325" cy="1164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29568660" y="-23422213"/>
            <a:ext cx="16324" cy="1210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29584984" y="-23410112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9601309" y="-23397474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29617634" y="-2338425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29633958" y="-23370350"/>
            <a:ext cx="16325" cy="147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29650283" y="-23355641"/>
            <a:ext cx="16324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29666607" y="-23339969"/>
            <a:ext cx="16325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29682932" y="-23323190"/>
            <a:ext cx="16324" cy="182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9699256" y="-23304923"/>
            <a:ext cx="16325" cy="202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29715581" y="-232846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9731906" y="-23261749"/>
            <a:ext cx="16324" cy="2723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29748230" y="-23234512"/>
            <a:ext cx="16325" cy="3547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29764555" y="-23199039"/>
            <a:ext cx="16324" cy="8565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29127896" y="-23113386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9127896" y="-225862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9144221" y="-2260543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9160545" y="-22624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9176870" y="-22643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9193194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9209519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9225843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9242168" y="-227203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9258493" y="-2273947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274817" y="-2275862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291142" y="-2277777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307466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323791" y="-228160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340116" y="-2283522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356440" y="-2285437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372765" y="-2287352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389089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405414" y="-229118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29421739" y="-229309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29438063" y="-229501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454388" y="-229501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470712" y="-229309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487037" y="-229118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503361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519686" y="-2287352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536011" y="-2285437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552335" y="-2283522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568660" y="-228160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584984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601309" y="-227777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617634" y="-2275862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633958" y="-2273947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650283" y="-227203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666607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682932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699256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715581" y="-22643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731906" y="-22624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9748230" y="-2260543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9764555" y="-225862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9127896" y="-22569050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9144221" y="-22574795"/>
            <a:ext cx="16324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9160545" y="-22584370"/>
            <a:ext cx="16325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9176870" y="-22597774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9193194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9209519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9225843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242168" y="-22689689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9258493" y="-22722242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274817" y="-22758626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9617634" y="-22758626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9633958" y="-22722242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9650283" y="-22689689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9666607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9682932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9699256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9715581" y="-22597774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731906" y="-22584370"/>
            <a:ext cx="16324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748230" y="-2257479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764555" y="-22569050"/>
            <a:ext cx="16324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291142" y="-22795010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29307466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29323791" y="-2285628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29340116" y="-22881180"/>
            <a:ext cx="16324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9356440" y="-22902243"/>
            <a:ext cx="16325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29372765" y="-22919478"/>
            <a:ext cx="16324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29389089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29405414" y="-22942456"/>
            <a:ext cx="16325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29421739" y="-22948202"/>
            <a:ext cx="16324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29438063" y="-22950116"/>
            <a:ext cx="16325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454388" y="-22950116"/>
            <a:ext cx="16324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470712" y="-22948202"/>
            <a:ext cx="16325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487037" y="-22942456"/>
            <a:ext cx="16324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503361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519686" y="-22919478"/>
            <a:ext cx="16325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536011" y="-22902243"/>
            <a:ext cx="16324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552335" y="-22881180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568660" y="-22856287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584984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601309" y="-22795010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127896" y="-2256713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99626" y="745349"/>
            <a:ext cx="6621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761817" y="745349"/>
            <a:ext cx="16859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447742" y="745349"/>
            <a:ext cx="12126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Rectangle 364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7" name="Picture 3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8" name="Picture 36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9" name="TextBox 36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286381" y="600652"/>
            <a:ext cx="44990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75394" y="600652"/>
            <a:ext cx="3710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3523662" y="600652"/>
            <a:ext cx="226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239873" y="964495"/>
            <a:ext cx="4545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2466006" y="950243"/>
            <a:ext cx="3319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175548" y="1510480"/>
            <a:ext cx="46098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less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489375" y="1447734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4897472" y="3150917"/>
            <a:ext cx="887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5623810" y="3150693"/>
            <a:ext cx="161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757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43895" y="11561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60219" y="11370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76544" y="11178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2868" y="1098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809193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25518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41842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8167" y="102212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4491" y="100297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0816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07141" y="96467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923465" y="94552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93979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56115" y="9072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972439" y="8880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88764" y="868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005088" y="849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21413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37738" y="8114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54063" y="8114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70387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86712" y="849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3036" y="868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19361" y="8880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135685" y="9072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15201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68335" y="94552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84659" y="96467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200984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17309" y="100297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33633" y="102212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49958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266283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282607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98932" y="1098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315256" y="11178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31581" y="11370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347905" y="11561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36423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72757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43895" y="1194423"/>
            <a:ext cx="16324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60219" y="1194267"/>
            <a:ext cx="16325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76544" y="1193849"/>
            <a:ext cx="16324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92868" y="1192965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809193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25518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41842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58167" y="1178757"/>
            <a:ext cx="16324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74491" y="1170525"/>
            <a:ext cx="16325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890816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907141" y="1144827"/>
            <a:ext cx="16324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923465" y="1126097"/>
            <a:ext cx="16325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93979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56115" y="1073283"/>
            <a:ext cx="16324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72439" y="1037592"/>
            <a:ext cx="16325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988764" y="994543"/>
            <a:ext cx="16324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05088" y="943187"/>
            <a:ext cx="16325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21413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037738" y="811480"/>
            <a:ext cx="16325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054063" y="811480"/>
            <a:ext cx="16324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070387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086712" y="943187"/>
            <a:ext cx="16324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103036" y="99454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119361" y="1037592"/>
            <a:ext cx="16324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35685" y="1073283"/>
            <a:ext cx="16325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5201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168335" y="1126097"/>
            <a:ext cx="16324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184659" y="1144827"/>
            <a:ext cx="16325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00984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17309" y="1170525"/>
            <a:ext cx="16324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33633" y="1178757"/>
            <a:ext cx="16325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249958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266283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82607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298932" y="1192965"/>
            <a:ext cx="16324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15256" y="1193849"/>
            <a:ext cx="16325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331581" y="1194267"/>
            <a:ext cx="16324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347905" y="1194423"/>
            <a:ext cx="16325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36423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727570" y="119446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578998" y="1525879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72757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43895" y="170240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760219" y="168325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776544" y="1664105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792868" y="164495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809193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825518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841842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858167" y="15683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874491" y="15492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890816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907141" y="15109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923465" y="14917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93979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56115" y="14534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72439" y="14343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88764" y="14151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005088" y="13960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021413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37738" y="13577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054063" y="13577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070387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6712" y="13960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03036" y="14151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19361" y="14343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35685" y="14534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5201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168335" y="14917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184659" y="15109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00984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17309" y="154921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233633" y="1568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249958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266283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282607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298932" y="164495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315256" y="1664105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331581" y="168325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347905" y="170240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36423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72757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743895" y="1619575"/>
            <a:ext cx="16324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760219" y="159233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776544" y="15693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792868" y="154916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809193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825518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841842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858167" y="1483736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874491" y="146983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890816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907141" y="1443974"/>
            <a:ext cx="16324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923465" y="143187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93979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956115" y="1409001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972439" y="1398086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988764" y="1387546"/>
            <a:ext cx="16324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005088" y="137732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021413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037738" y="1357719"/>
            <a:ext cx="16325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054063" y="1357719"/>
            <a:ext cx="16324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070387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4086712" y="137732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103036" y="1387546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119361" y="1398086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4135685" y="1409001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415201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4168335" y="143187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184659" y="1443974"/>
            <a:ext cx="16325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4200984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217309" y="146983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233633" y="1483736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249958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266283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282607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298932" y="154916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315256" y="15693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331581" y="159233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347905" y="1619575"/>
            <a:ext cx="16325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36423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727570" y="174070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578998" y="2072118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727570" y="226779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743895" y="224864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760219" y="22294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776544" y="221034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792868" y="219119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809193" y="21720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825518" y="215289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841842" y="213374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858167" y="211459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874491" y="209545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890816" y="207630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907141" y="205715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923465" y="20380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939790" y="20188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956115" y="19997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972439" y="19805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988764" y="19614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4005088" y="19422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021413" y="19231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4037738" y="19039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054063" y="19039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070387" y="19231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086712" y="19422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103036" y="19614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119361" y="19805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135685" y="19997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152010" y="20188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168335" y="203800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4184659" y="20571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200984" y="207630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4217309" y="209545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233633" y="21145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4249958" y="213374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266283" y="215289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282607" y="21720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298932" y="219119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315256" y="221034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331581" y="22294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4347905" y="22486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364230" y="226779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727570" y="2201286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743895" y="2165815"/>
            <a:ext cx="16324" cy="354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760219" y="213857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776544" y="211563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792868" y="209540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809193" y="207713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825518" y="2060357"/>
            <a:ext cx="16324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841842" y="2044685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858167" y="2029975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874491" y="2016073"/>
            <a:ext cx="16325" cy="139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890816" y="2002852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907141" y="1990214"/>
            <a:ext cx="16324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923465" y="197811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39790" y="1966465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956115" y="1955240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972439" y="1944325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988764" y="1933786"/>
            <a:ext cx="16324" cy="105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005088" y="192356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021413" y="1913602"/>
            <a:ext cx="16325" cy="9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037738" y="1903959"/>
            <a:ext cx="16325" cy="964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4054063" y="1903959"/>
            <a:ext cx="16324" cy="964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4070387" y="1913602"/>
            <a:ext cx="16325" cy="9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4086712" y="192356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4103036" y="1933786"/>
            <a:ext cx="16325" cy="105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4119361" y="1944325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4135685" y="1955240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4152010" y="1966465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4168335" y="197811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4184659" y="1990214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4200984" y="2002852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4217309" y="2016073"/>
            <a:ext cx="16324" cy="139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4233633" y="2029975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249958" y="2044685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4266283" y="2060357"/>
            <a:ext cx="16324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4282607" y="207713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4298932" y="209540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4315256" y="211563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4331581" y="213857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4347905" y="2165815"/>
            <a:ext cx="16325" cy="354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4364230" y="2201286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727570" y="228694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29127896" y="-2258628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29144221" y="-22605434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29160545" y="-2262458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29176870" y="-22643731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29193194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29209519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29225843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29242168" y="-227203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29258493" y="-22739477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29274817" y="-2275862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29291142" y="-2277777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29307466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29323791" y="-2281607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29340116" y="-2283522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29356440" y="-22854370"/>
            <a:ext cx="16325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29372765" y="-22873520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29389089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29405414" y="-229118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29421739" y="-229309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29438063" y="-229501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9454388" y="-229501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9470712" y="-229309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9487037" y="-229118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9503361" y="-228926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9519686" y="-2287352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9536011" y="-22854370"/>
            <a:ext cx="16324" cy="19147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9552335" y="-2283522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9568660" y="-2281607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9584984" y="-2279692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9601309" y="-2277777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9617634" y="-2275862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9633958" y="-22739477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650283" y="-227203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9666607" y="-227011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9682932" y="-2268202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9699256" y="-226628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29715581" y="-22643731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29731906" y="-2262458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29748230" y="-22605434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29764555" y="-2258628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29127896" y="-22569050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29144221" y="-22574795"/>
            <a:ext cx="16324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29160545" y="-22584370"/>
            <a:ext cx="16325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29176870" y="-22597774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29193194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29209519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29225843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29242168" y="-22689689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29258493" y="-22722242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29274817" y="-22758626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29617634" y="-22758626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29633958" y="-22722242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29650283" y="-22689689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29666607" y="-22660965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9682932" y="-22636072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9699256" y="-22615008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9715581" y="-22597774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731906" y="-22584370"/>
            <a:ext cx="16324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748230" y="-2257479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29764555" y="-22569050"/>
            <a:ext cx="16324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29291142" y="-22795010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29307466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29323791" y="-2285628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29340116" y="-22881180"/>
            <a:ext cx="16324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29356440" y="-22902243"/>
            <a:ext cx="16325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29372765" y="-22919478"/>
            <a:ext cx="16324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29389089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29405414" y="-22942456"/>
            <a:ext cx="16325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29421739" y="-22948202"/>
            <a:ext cx="16324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29438063" y="-22950116"/>
            <a:ext cx="16325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9454388" y="-22950116"/>
            <a:ext cx="16324" cy="191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9470712" y="-22948202"/>
            <a:ext cx="16325" cy="5746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487037" y="-22942456"/>
            <a:ext cx="16324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503361" y="-22932882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29519686" y="-22919478"/>
            <a:ext cx="16325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29536011" y="-22902243"/>
            <a:ext cx="16324" cy="2106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29552335" y="-22881180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9568660" y="-22856287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9584984" y="-22827563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9601309" y="-22795010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9127896" y="-22567135"/>
            <a:ext cx="652983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99626" y="745349"/>
            <a:ext cx="6621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761817" y="745349"/>
            <a:ext cx="16859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447742" y="745349"/>
            <a:ext cx="12126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Rectangle 364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7" name="Picture 3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8" name="Picture 36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9" name="TextBox 36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286381" y="600652"/>
            <a:ext cx="44990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75394" y="600652"/>
            <a:ext cx="3710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3523662" y="600652"/>
            <a:ext cx="226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239873" y="964495"/>
            <a:ext cx="4545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2466006" y="950243"/>
            <a:ext cx="3319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175548" y="1510480"/>
            <a:ext cx="46098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less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489375" y="1447734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217459" y="2056720"/>
            <a:ext cx="456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somewhat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2489375" y="1993986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4897472" y="3150917"/>
            <a:ext cx="887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5623810" y="3150693"/>
            <a:ext cx="161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72757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43895" y="11561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760219" y="11370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776544" y="11178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2868" y="10987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809193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25518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41842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8167" y="102212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4491" y="100297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0816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07141" y="96467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923465" y="94552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93979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56115" y="90722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972439" y="88807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88764" y="86892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005088" y="84977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021413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37738" y="81148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54063" y="81148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70387" y="83062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086712" y="84977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3036" y="86892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19361" y="88807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135685" y="90722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152010" y="92637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68335" y="94552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84659" y="96467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200984" y="983821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17309" y="100297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233633" y="102212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249958" y="104126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266283" y="10604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282607" y="10795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98932" y="10987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315256" y="11178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31581" y="113701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347905" y="11561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364230" y="11753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72757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43895" y="1194423"/>
            <a:ext cx="16324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60219" y="1194267"/>
            <a:ext cx="16325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76544" y="1193849"/>
            <a:ext cx="16324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792868" y="1192965"/>
            <a:ext cx="16325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809193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25518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41842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58167" y="1178757"/>
            <a:ext cx="16324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74491" y="1170525"/>
            <a:ext cx="16325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890816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907141" y="1144827"/>
            <a:ext cx="16324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923465" y="1126097"/>
            <a:ext cx="16325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93979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56115" y="1073283"/>
            <a:ext cx="16324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72439" y="1037592"/>
            <a:ext cx="16325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988764" y="994543"/>
            <a:ext cx="16324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05088" y="943187"/>
            <a:ext cx="16325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21413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037738" y="811480"/>
            <a:ext cx="16325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054063" y="811480"/>
            <a:ext cx="16324" cy="710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070387" y="882520"/>
            <a:ext cx="16325" cy="6066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086712" y="943187"/>
            <a:ext cx="16324" cy="513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103036" y="994543"/>
            <a:ext cx="16325" cy="4304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119361" y="1037592"/>
            <a:ext cx="16324" cy="3569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35685" y="1073283"/>
            <a:ext cx="16325" cy="2922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152010" y="1102507"/>
            <a:ext cx="16325" cy="2359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168335" y="1126097"/>
            <a:ext cx="16324" cy="1873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184659" y="1144827"/>
            <a:ext cx="16325" cy="1458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00984" y="1159416"/>
            <a:ext cx="16325" cy="1110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17309" y="1170525"/>
            <a:ext cx="16324" cy="823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33633" y="1178757"/>
            <a:ext cx="16325" cy="590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249958" y="1184657"/>
            <a:ext cx="16325" cy="40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266283" y="1188714"/>
            <a:ext cx="16324" cy="264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82607" y="1191359"/>
            <a:ext cx="16325" cy="160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298932" y="1192965"/>
            <a:ext cx="16324" cy="88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315256" y="1193849"/>
            <a:ext cx="16325" cy="41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331581" y="1194267"/>
            <a:ext cx="16324" cy="15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347905" y="1194423"/>
            <a:ext cx="16325" cy="3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364230" y="1194459"/>
            <a:ext cx="16325" cy="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727570" y="119446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578998" y="1525879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72757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43895" y="170240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760219" y="1683253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776544" y="1664105"/>
            <a:ext cx="16324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792868" y="1644955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809193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825518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841842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858167" y="15683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874491" y="15492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890816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907141" y="151091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923465" y="149176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93979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956115" y="145346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972439" y="143431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88764" y="141516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005088" y="139601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021413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37738" y="135771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054063" y="135771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070387" y="1376868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086712" y="139601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103036" y="141516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119361" y="143431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135685" y="145346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152010" y="147261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168335" y="149176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184659" y="151091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200984" y="153006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217309" y="154921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233633" y="1568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249958" y="1587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266283" y="1606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282607" y="1625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298932" y="1644955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315256" y="1664105"/>
            <a:ext cx="16325" cy="19148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331581" y="1683253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347905" y="170240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364230" y="172155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372757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3743895" y="1619575"/>
            <a:ext cx="16324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3760219" y="159233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3776544" y="156939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792868" y="154916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809193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825518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3841842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858167" y="1483736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874491" y="1469833"/>
            <a:ext cx="16325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890816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3907141" y="1443974"/>
            <a:ext cx="16324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923465" y="143187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393979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956115" y="1409001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972439" y="1398086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3988764" y="1387546"/>
            <a:ext cx="16324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005088" y="137732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021413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037738" y="1357719"/>
            <a:ext cx="16325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054063" y="1357719"/>
            <a:ext cx="16324" cy="96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070387" y="1367363"/>
            <a:ext cx="16325" cy="995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4086712" y="137732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103036" y="1387546"/>
            <a:ext cx="16325" cy="1054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119361" y="1398086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4135685" y="1409001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4152010" y="1420226"/>
            <a:ext cx="16325" cy="1164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4168335" y="143187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184659" y="1443974"/>
            <a:ext cx="16325" cy="126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4200984" y="1456613"/>
            <a:ext cx="16325" cy="1322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217309" y="1469833"/>
            <a:ext cx="16324" cy="1390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233633" y="1483736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249958" y="1498446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266283" y="1514118"/>
            <a:ext cx="16324" cy="1677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4282607" y="153089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298932" y="154916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315256" y="156939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4331581" y="159233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347905" y="1619575"/>
            <a:ext cx="16325" cy="354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364230" y="1655047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3727570" y="174070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578998" y="2072118"/>
            <a:ext cx="14117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3727570" y="226779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3743895" y="224864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3760219" y="22294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3776544" y="221034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3792868" y="219119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3809193" y="21720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3825518" y="215289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3841842" y="213374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3858167" y="211459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3874491" y="209545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3890816" y="207630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3907141" y="2057151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3923465" y="20380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3939790" y="20188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3956115" y="199970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3972439" y="19805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3988764" y="19614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4005088" y="19422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4021413" y="19231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4037738" y="19039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054063" y="1903959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070387" y="19231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086712" y="19422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4103036" y="19614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4119361" y="19805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135685" y="19997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152010" y="20188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4168335" y="203800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4184659" y="20571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4200984" y="2076300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4217309" y="209545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233633" y="21145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4249958" y="213374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4266283" y="215289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282607" y="21720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298932" y="219119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4315256" y="221034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4331581" y="22294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4347905" y="22486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364230" y="226779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727570" y="2201286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743895" y="2165815"/>
            <a:ext cx="16324" cy="354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760219" y="2138577"/>
            <a:ext cx="16325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776544" y="2115633"/>
            <a:ext cx="16324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792868" y="2095404"/>
            <a:ext cx="16325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809193" y="207713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825518" y="2060357"/>
            <a:ext cx="16324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841842" y="2044685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858167" y="2029975"/>
            <a:ext cx="16324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874491" y="2016073"/>
            <a:ext cx="16325" cy="139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890816" y="2002852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907141" y="1990214"/>
            <a:ext cx="16324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923465" y="1978112"/>
            <a:ext cx="16325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39790" y="1966465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3956115" y="1955240"/>
            <a:ext cx="16324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3972439" y="1944325"/>
            <a:ext cx="16325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3988764" y="1933786"/>
            <a:ext cx="16324" cy="105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005088" y="1923560"/>
            <a:ext cx="16325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021413" y="1913602"/>
            <a:ext cx="16325" cy="9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037738" y="1903959"/>
            <a:ext cx="16325" cy="964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4054063" y="1903959"/>
            <a:ext cx="16324" cy="9643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4070387" y="1913602"/>
            <a:ext cx="16325" cy="995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4086712" y="1923560"/>
            <a:ext cx="16324" cy="10226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4103036" y="1933786"/>
            <a:ext cx="16325" cy="1053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4119361" y="1944325"/>
            <a:ext cx="16324" cy="1091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4135685" y="1955240"/>
            <a:ext cx="16325" cy="11225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4152010" y="1966465"/>
            <a:ext cx="16325" cy="11647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4168335" y="1978112"/>
            <a:ext cx="16324" cy="121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4184659" y="1990214"/>
            <a:ext cx="16325" cy="126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4200984" y="2002852"/>
            <a:ext cx="16325" cy="1322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4217309" y="2016073"/>
            <a:ext cx="16324" cy="1390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4233633" y="2029975"/>
            <a:ext cx="16325" cy="14710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249958" y="2044685"/>
            <a:ext cx="16325" cy="15672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4266283" y="2060357"/>
            <a:ext cx="16324" cy="1677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4282607" y="2077136"/>
            <a:ext cx="16325" cy="1826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4298932" y="2095404"/>
            <a:ext cx="16324" cy="20229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4315256" y="2115633"/>
            <a:ext cx="16325" cy="2294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4331581" y="2138577"/>
            <a:ext cx="16324" cy="27238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4347905" y="2165815"/>
            <a:ext cx="16325" cy="35471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4364230" y="2201286"/>
            <a:ext cx="16325" cy="85654"/>
          </a:xfrm>
          <a:prstGeom prst="line">
            <a:avLst/>
          </a:prstGeom>
          <a:ln w="455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727570" y="2286940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3727570" y="28140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3743895" y="279489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3760219" y="277574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3776544" y="275659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3792868" y="273744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3809193" y="271829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3825518" y="269914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3841842" y="26799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3858167" y="2660849"/>
            <a:ext cx="16324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3874491" y="264170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3890816" y="26225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3907141" y="2603402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3923465" y="258425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3939790" y="25651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3956115" y="2545955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3972439" y="2526806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3988764" y="2507657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4005088" y="2488508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4021413" y="2469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4037738" y="2450210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4054063" y="245021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4070387" y="246935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4086712" y="248850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4103036" y="250765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4119361" y="252680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4135685" y="254595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4152010" y="2565104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4168335" y="2584253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4184659" y="260340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4200984" y="2622551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4217309" y="2641700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4233633" y="2660849"/>
            <a:ext cx="16325" cy="19150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4249958" y="2679999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4266283" y="2699148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4282607" y="2718297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4298932" y="2737446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4315256" y="2756595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4331581" y="2775744"/>
            <a:ext cx="16324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4347905" y="2794893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4364230" y="2814042"/>
            <a:ext cx="16325" cy="19149"/>
          </a:xfrm>
          <a:prstGeom prst="line">
            <a:avLst/>
          </a:prstGeom>
          <a:ln w="455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3727570" y="2831276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3743895" y="2825532"/>
            <a:ext cx="16324" cy="574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3760219" y="2815957"/>
            <a:ext cx="16325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3776544" y="2802553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3792868" y="2785319"/>
            <a:ext cx="16325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3809193" y="2764255"/>
            <a:ext cx="16325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3825518" y="2739361"/>
            <a:ext cx="16324" cy="2489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3841842" y="271063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3858167" y="2678084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3874491" y="2641700"/>
            <a:ext cx="16325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4217309" y="2641700"/>
            <a:ext cx="16324" cy="3638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4233633" y="2678084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4249958" y="2710637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4266283" y="2739361"/>
            <a:ext cx="16324" cy="2489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4282607" y="2764255"/>
            <a:ext cx="16325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4298932" y="2785319"/>
            <a:ext cx="16324" cy="1723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4315256" y="2802553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4331581" y="2815957"/>
            <a:ext cx="16324" cy="957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4347905" y="2825532"/>
            <a:ext cx="16325" cy="574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4364230" y="2831276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3890816" y="2605317"/>
            <a:ext cx="16325" cy="3638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3907141" y="2572764"/>
            <a:ext cx="16324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3923465" y="2544040"/>
            <a:ext cx="16325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3939790" y="2519147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3956115" y="2498083"/>
            <a:ext cx="16324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3972439" y="2480848"/>
            <a:ext cx="16325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3988764" y="2467444"/>
            <a:ext cx="16324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4005088" y="2457870"/>
            <a:ext cx="16325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4021413" y="245212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4037738" y="2450210"/>
            <a:ext cx="16325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4054063" y="2450210"/>
            <a:ext cx="16324" cy="191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4070387" y="2452125"/>
            <a:ext cx="16325" cy="574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4086712" y="2457870"/>
            <a:ext cx="16324" cy="957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4103036" y="2467444"/>
            <a:ext cx="16325" cy="1340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4119361" y="2480848"/>
            <a:ext cx="16324" cy="17235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4135685" y="2498083"/>
            <a:ext cx="16325" cy="2106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4152010" y="2519147"/>
            <a:ext cx="16325" cy="2489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4168335" y="2544040"/>
            <a:ext cx="16324" cy="28724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4184659" y="2572764"/>
            <a:ext cx="16325" cy="3255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4200984" y="2605317"/>
            <a:ext cx="16325" cy="36383"/>
          </a:xfrm>
          <a:prstGeom prst="line">
            <a:avLst/>
          </a:prstGeom>
          <a:ln w="4554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3727570" y="2833191"/>
            <a:ext cx="652985" cy="0"/>
          </a:xfrm>
          <a:prstGeom prst="line">
            <a:avLst/>
          </a:prstGeom>
          <a:ln w="45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99626" y="745349"/>
            <a:ext cx="6621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761817" y="745349"/>
            <a:ext cx="16859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3447742" y="745349"/>
            <a:ext cx="12126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5" name="Rectangle 364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8000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7" name="Picture 36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68" name="Picture 36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369" name="TextBox 36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Hedges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286381" y="600652"/>
            <a:ext cx="44990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Hedge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75394" y="600652"/>
            <a:ext cx="37100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Mathematical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expression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3523662" y="600652"/>
            <a:ext cx="226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Graphical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239873" y="964495"/>
            <a:ext cx="4545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2466006" y="950243"/>
            <a:ext cx="3319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175548" y="1510480"/>
            <a:ext cx="46098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less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489375" y="1447734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217459" y="2056720"/>
            <a:ext cx="456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somewhat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2489375" y="1993986"/>
            <a:ext cx="3296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√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287243" y="2604229"/>
            <a:ext cx="44981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indeed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837725" y="2496988"/>
            <a:ext cx="39476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2666019" y="2517564"/>
            <a:ext cx="31193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≤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≤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837725" y="2674622"/>
            <a:ext cx="39476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2(1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2666018" y="2695199"/>
            <a:ext cx="31193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&lt;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≤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4897472" y="3150917"/>
            <a:ext cx="887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5623810" y="3150693"/>
            <a:ext cx="161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2200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3741" y="873835"/>
            <a:ext cx="3531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short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160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170)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0158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descriptions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74030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4" y="1601779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extremely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829529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4" y="2057265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slightly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4" y="228501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64013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diagram.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551762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79347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06932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437969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65554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893140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20725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37969" y="1251708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37969" y="1019595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37969" y="1367764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437969" y="1135651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437969" y="903539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51762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79347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006932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51762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779347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06932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37969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65554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893140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120725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437969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665554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93140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120725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7969" y="1251708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37969" y="1019595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084721" y="1251708"/>
            <a:ext cx="360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084721" y="1019595"/>
            <a:ext cx="360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437969" y="136776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437969" y="113565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437969" y="90353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066725" y="136776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066725" y="113565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066725" y="903539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437969" y="903539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665554" y="903539"/>
            <a:ext cx="227586" cy="464225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893140" y="1367764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665554" y="903539"/>
            <a:ext cx="22759" cy="8820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688313" y="991742"/>
            <a:ext cx="22758" cy="78918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711071" y="1070660"/>
            <a:ext cx="22759" cy="6963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733830" y="1140294"/>
            <a:ext cx="22758" cy="60349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756588" y="1200643"/>
            <a:ext cx="22759" cy="51065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79347" y="1251708"/>
            <a:ext cx="22758" cy="41780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802105" y="1293488"/>
            <a:ext cx="22759" cy="32496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824864" y="1325984"/>
            <a:ext cx="22759" cy="23211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847623" y="1349195"/>
            <a:ext cx="22758" cy="1392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870381" y="1363122"/>
            <a:ext cx="22759" cy="4642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57245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084831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312416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43453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71038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198623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426208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743453" y="1251708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43453" y="1019595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43453" y="1367764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743453" y="1135651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43453" y="903539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857245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84831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312416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857245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84831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312416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743453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71038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198623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426208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43453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971038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198623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426208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743453" y="1251708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743453" y="1019595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3390205" y="1251708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3390205" y="1019595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743453" y="136776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43453" y="113565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743453" y="90353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3372209" y="136776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3372209" y="113565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3372209" y="90353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743453" y="903539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971038" y="903539"/>
            <a:ext cx="227585" cy="464225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198623" y="1367764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71038" y="903539"/>
            <a:ext cx="22759" cy="125805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993797" y="1029344"/>
            <a:ext cx="22758" cy="10073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016555" y="1130081"/>
            <a:ext cx="22759" cy="7845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039314" y="1208535"/>
            <a:ext cx="22758" cy="58956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62072" y="1267491"/>
            <a:ext cx="22759" cy="42245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084831" y="1309736"/>
            <a:ext cx="22758" cy="28318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107589" y="1338054"/>
            <a:ext cx="22759" cy="17176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130348" y="1355230"/>
            <a:ext cx="22758" cy="8820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153106" y="1364050"/>
            <a:ext cx="22759" cy="3250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3175865" y="1367300"/>
            <a:ext cx="22758" cy="46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162730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390314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617900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48937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276522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504107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731692" y="857114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048937" y="1251708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048937" y="1019595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048937" y="1367764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048937" y="1135651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48937" y="903539"/>
            <a:ext cx="682755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162730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390314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617900" y="1331760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162730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390314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617900" y="857114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048937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276522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504107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731692" y="131376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48937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276522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504107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731692" y="857114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048937" y="1251708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048937" y="1019595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4695689" y="1251708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4695689" y="1019595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048937" y="136776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048937" y="113565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048937" y="90353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4677693" y="136776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H="1">
            <a:off x="4677693" y="113565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4677693" y="90353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048937" y="903539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276522" y="903539"/>
            <a:ext cx="227585" cy="464225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504107" y="1367764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276522" y="903539"/>
            <a:ext cx="22758" cy="15964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4299280" y="1063186"/>
            <a:ext cx="22759" cy="114431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4322039" y="1177617"/>
            <a:ext cx="22758" cy="7868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4344797" y="1256304"/>
            <a:ext cx="22759" cy="5129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4367556" y="1307601"/>
            <a:ext cx="22758" cy="31149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4390314" y="1338750"/>
            <a:ext cx="22759" cy="17130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413073" y="1355880"/>
            <a:ext cx="22758" cy="812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4435831" y="1364004"/>
            <a:ext cx="22759" cy="301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458590" y="1367021"/>
            <a:ext cx="22758" cy="69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481348" y="1367718"/>
            <a:ext cx="22759" cy="46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204504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2432089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2659674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2090711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2318296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2545882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2773467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090711" y="2375353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090711" y="2143241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090711" y="2491409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2090711" y="2259297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2090711" y="2027184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204504" y="2455406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432089" y="2455406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659674" y="2455406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2204504" y="198075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2432089" y="198075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2659674" y="198075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090711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318296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545882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773467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2090711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2318296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2545882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2773467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2090711" y="2375353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2090711" y="2143241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H="1">
            <a:off x="2737463" y="2375353"/>
            <a:ext cx="360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H="1">
            <a:off x="2737463" y="2143241"/>
            <a:ext cx="360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090711" y="249140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090711" y="2259297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090711" y="202718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H="1">
            <a:off x="2719467" y="2491409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H="1">
            <a:off x="2719467" y="225929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H="1">
            <a:off x="2719467" y="202718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2090711" y="2027184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2318296" y="2027184"/>
            <a:ext cx="227586" cy="464225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2545882" y="2491409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318296" y="2027184"/>
            <a:ext cx="22759" cy="7613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2341055" y="2103317"/>
            <a:ext cx="22758" cy="7042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2363813" y="2173740"/>
            <a:ext cx="22759" cy="64528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2386572" y="2238268"/>
            <a:ext cx="22758" cy="5835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2409330" y="2296621"/>
            <a:ext cx="22759" cy="51900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2432089" y="2348521"/>
            <a:ext cx="22758" cy="4512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454847" y="2393644"/>
            <a:ext cx="22759" cy="37788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477606" y="2431432"/>
            <a:ext cx="22759" cy="29896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500365" y="2461328"/>
            <a:ext cx="22758" cy="20797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523123" y="2482125"/>
            <a:ext cx="22759" cy="928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509988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737573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965158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396195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623780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851365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4078951" y="1980759"/>
            <a:ext cx="0" cy="51065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3396195" y="2375353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3396195" y="2143241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3396195" y="2491409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3396195" y="2259297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396195" y="2027184"/>
            <a:ext cx="682756" cy="0"/>
          </a:xfrm>
          <a:prstGeom prst="line">
            <a:avLst/>
          </a:prstGeom>
          <a:ln w="506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09988" y="2455406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737573" y="2455406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965158" y="2455406"/>
            <a:ext cx="0" cy="360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3509988" y="198075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3737573" y="198075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3965158" y="1980759"/>
            <a:ext cx="0" cy="360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396195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623780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851365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4078951" y="2437409"/>
            <a:ext cx="0" cy="54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3396195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3623780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3851365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4078951" y="1980759"/>
            <a:ext cx="0" cy="540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396195" y="2375353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396195" y="2143241"/>
            <a:ext cx="360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4042947" y="2375353"/>
            <a:ext cx="360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4042947" y="2143241"/>
            <a:ext cx="360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3396195" y="2491409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3396195" y="2259297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3396195" y="202718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>
            <a:off x="4024951" y="2491409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>
            <a:off x="4024951" y="225929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>
            <a:off x="4024951" y="202718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3396195" y="2027184"/>
            <a:ext cx="227585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3623780" y="2027184"/>
            <a:ext cx="227585" cy="464225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3851365" y="2491409"/>
            <a:ext cx="227586" cy="0"/>
          </a:xfrm>
          <a:prstGeom prst="line">
            <a:avLst/>
          </a:prstGeom>
          <a:ln w="2530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3623780" y="2027184"/>
            <a:ext cx="22759" cy="9285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3646539" y="2036469"/>
            <a:ext cx="22758" cy="2785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3669297" y="2064322"/>
            <a:ext cx="22759" cy="46423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3692056" y="2110745"/>
            <a:ext cx="22758" cy="64991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3714814" y="2175736"/>
            <a:ext cx="22759" cy="83561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3737573" y="2259297"/>
            <a:ext cx="22758" cy="83560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3760331" y="2342857"/>
            <a:ext cx="22759" cy="64992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3783090" y="2407849"/>
            <a:ext cx="22758" cy="46422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3805848" y="2454271"/>
            <a:ext cx="22759" cy="2785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828607" y="2482125"/>
            <a:ext cx="22758" cy="9284"/>
          </a:xfrm>
          <a:prstGeom prst="line">
            <a:avLst/>
          </a:prstGeom>
          <a:ln w="2530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1" name="Rectangle 28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3" name="Picture 28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4" name="Picture 28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" name="TextBox 28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368373" y="1385192"/>
            <a:ext cx="4417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595957" y="1385192"/>
            <a:ext cx="41894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823541" y="1385192"/>
            <a:ext cx="39618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2051125" y="1385192"/>
            <a:ext cx="37342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363738" y="1332894"/>
            <a:ext cx="4421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288528" y="1100789"/>
            <a:ext cx="44968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363738" y="868683"/>
            <a:ext cx="4421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605000" y="1581570"/>
            <a:ext cx="41803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956539" y="745660"/>
            <a:ext cx="48288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623529" y="678384"/>
            <a:ext cx="41618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2673870" y="1385192"/>
            <a:ext cx="31115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901441" y="1385192"/>
            <a:ext cx="2883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3129025" y="1385192"/>
            <a:ext cx="2656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356609" y="1385192"/>
            <a:ext cx="2428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669221" y="1332894"/>
            <a:ext cx="31161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594012" y="1100789"/>
            <a:ext cx="31913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69221" y="868683"/>
            <a:ext cx="31161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910483" y="1581570"/>
            <a:ext cx="28749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262023" y="745660"/>
            <a:ext cx="35233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843872" y="678384"/>
            <a:ext cx="29415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extremely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3979354" y="1385192"/>
            <a:ext cx="18060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4206938" y="1385192"/>
            <a:ext cx="15784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4434509" y="1385192"/>
            <a:ext cx="13508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662093" y="1385192"/>
            <a:ext cx="11233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974718" y="1332894"/>
            <a:ext cx="1810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899496" y="1100789"/>
            <a:ext cx="18858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974718" y="868683"/>
            <a:ext cx="18106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4215967" y="1581570"/>
            <a:ext cx="1569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567507" y="745660"/>
            <a:ext cx="22178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4157103" y="678384"/>
            <a:ext cx="1628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2021115" y="2508838"/>
            <a:ext cx="37642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2248699" y="2508838"/>
            <a:ext cx="3536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2476283" y="2508838"/>
            <a:ext cx="3309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703867" y="2508838"/>
            <a:ext cx="30815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2016480" y="2456552"/>
            <a:ext cx="3768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941270" y="2224434"/>
            <a:ext cx="3844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2016480" y="1992329"/>
            <a:ext cx="3768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257742" y="2705215"/>
            <a:ext cx="3527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1609281" y="1869306"/>
            <a:ext cx="41761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2232012" y="1802030"/>
            <a:ext cx="35533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slightly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3326612" y="2508838"/>
            <a:ext cx="24587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150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3554196" y="2508838"/>
            <a:ext cx="22311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160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3781767" y="2508838"/>
            <a:ext cx="2003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170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4009351" y="2508838"/>
            <a:ext cx="17760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180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321976" y="2456539"/>
            <a:ext cx="24634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3246754" y="2224434"/>
            <a:ext cx="25386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.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3321976" y="1992329"/>
            <a:ext cx="24634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3563225" y="2705215"/>
            <a:ext cx="22221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2914765" y="1869305"/>
            <a:ext cx="2870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3539883" y="1815695"/>
            <a:ext cx="22455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indeed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22974" y="3150693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122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42832" y="1169763"/>
            <a:ext cx="3642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light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60)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2410" y="1379796"/>
            <a:ext cx="38629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65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627" y="1589828"/>
            <a:ext cx="37277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100)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5141" y="1799861"/>
            <a:ext cx="40102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 (0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95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/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110)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10991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diagram.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4204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diagram.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7001" y="3150693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232158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87282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342406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897530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54596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509720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64844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19968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75092" y="598124"/>
            <a:ext cx="0" cy="1844764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54596" y="2275183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54596" y="1939773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954596" y="1604363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54596" y="1268954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954596" y="933544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954596" y="598134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954596" y="2442888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954596" y="2107478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954596" y="1772068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954596" y="1436659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54596" y="1101249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954596" y="765839"/>
            <a:ext cx="2220496" cy="0"/>
          </a:xfrm>
          <a:prstGeom prst="line">
            <a:avLst/>
          </a:prstGeom>
          <a:ln w="4554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232158" y="2410479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87282" y="2410479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342406" y="2410479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7530" y="2410479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232158" y="598124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87282" y="598124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42406" y="598124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97530" y="598124"/>
            <a:ext cx="0" cy="3240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954596" y="2394280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509720" y="2394280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064844" y="2394280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19968" y="2394280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175092" y="2394280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954596" y="598124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509720" y="598124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64844" y="598124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619968" y="598124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75092" y="598124"/>
            <a:ext cx="0" cy="4860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954596" y="2275183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954596" y="1939773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954596" y="1604363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54596" y="1268954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954596" y="933544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54596" y="598134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4142689" y="2275183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142689" y="1939773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4142689" y="1604363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4142689" y="1268954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4142689" y="933544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4142689" y="598134"/>
            <a:ext cx="3240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954596" y="2442888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54596" y="2107478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954596" y="1772068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954596" y="143665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54596" y="110124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954596" y="76583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126493" y="2442888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4126493" y="2107478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4126493" y="1772068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126493" y="143665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126493" y="110124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4126493" y="765839"/>
            <a:ext cx="485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954596" y="765839"/>
            <a:ext cx="277562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232158" y="765839"/>
            <a:ext cx="277562" cy="1677049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09720" y="2442888"/>
            <a:ext cx="1665372" cy="0"/>
          </a:xfrm>
          <a:prstGeom prst="line">
            <a:avLst/>
          </a:prstGeom>
          <a:ln w="22774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954596" y="2442888"/>
            <a:ext cx="416343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370939" y="765839"/>
            <a:ext cx="277562" cy="1677049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48501" y="765839"/>
            <a:ext cx="138781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787282" y="765839"/>
            <a:ext cx="555124" cy="1677049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342406" y="2442888"/>
            <a:ext cx="832686" cy="0"/>
          </a:xfrm>
          <a:prstGeom prst="line">
            <a:avLst/>
          </a:prstGeom>
          <a:ln w="22774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954596" y="2442888"/>
            <a:ext cx="832686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787282" y="765839"/>
            <a:ext cx="555124" cy="1677049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342406" y="765839"/>
            <a:ext cx="277562" cy="1677049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619968" y="2442888"/>
            <a:ext cx="555124" cy="0"/>
          </a:xfrm>
          <a:prstGeom prst="line">
            <a:avLst/>
          </a:prstGeom>
          <a:ln w="22774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954596" y="2442888"/>
            <a:ext cx="1526591" cy="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81187" y="765839"/>
            <a:ext cx="416343" cy="1677049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897530" y="765839"/>
            <a:ext cx="277562" cy="0"/>
          </a:xfrm>
          <a:prstGeom prst="line">
            <a:avLst/>
          </a:prstGeom>
          <a:ln w="22774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70939" y="1912605"/>
            <a:ext cx="27756" cy="530283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98695" y="1692912"/>
            <a:ext cx="27757" cy="219693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426452" y="1524368"/>
            <a:ext cx="27756" cy="168544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454208" y="1382154"/>
            <a:ext cx="27756" cy="142214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81964" y="1257047"/>
            <a:ext cx="27756" cy="125107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509720" y="1143846"/>
            <a:ext cx="27756" cy="113201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537476" y="1039701"/>
            <a:ext cx="27757" cy="104145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565233" y="942935"/>
            <a:ext cx="27756" cy="96766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592989" y="851872"/>
            <a:ext cx="27756" cy="91063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620745" y="765839"/>
            <a:ext cx="27756" cy="86033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787282" y="765839"/>
            <a:ext cx="27757" cy="42430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815039" y="808269"/>
            <a:ext cx="27756" cy="43603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842795" y="851872"/>
            <a:ext cx="27756" cy="44777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870551" y="896649"/>
            <a:ext cx="27756" cy="46286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898307" y="942935"/>
            <a:ext cx="27756" cy="47629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26063" y="990564"/>
            <a:ext cx="27756" cy="49137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53819" y="1039701"/>
            <a:ext cx="27757" cy="51150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81576" y="1090851"/>
            <a:ext cx="27756" cy="52995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009332" y="1143846"/>
            <a:ext cx="27756" cy="55343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3037088" y="1199189"/>
            <a:ext cx="27756" cy="57858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064844" y="1257047"/>
            <a:ext cx="27756" cy="60877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3092600" y="1317924"/>
            <a:ext cx="27757" cy="64230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120357" y="1382154"/>
            <a:ext cx="27756" cy="68592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3148113" y="1450746"/>
            <a:ext cx="27756" cy="73622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175869" y="1524368"/>
            <a:ext cx="27756" cy="79995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203625" y="1604363"/>
            <a:ext cx="27756" cy="88549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231381" y="1692912"/>
            <a:ext cx="27757" cy="100455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259138" y="1793367"/>
            <a:ext cx="27756" cy="119238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3286894" y="1912605"/>
            <a:ext cx="27756" cy="155295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314650" y="2067900"/>
            <a:ext cx="27756" cy="374988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/>
          <p:cNvSpPr/>
          <p:nvPr/>
        </p:nvSpPr>
        <p:spPr>
          <a:xfrm>
            <a:off x="2498890" y="2721868"/>
            <a:ext cx="1131908" cy="172906"/>
          </a:xfrm>
          <a:prstGeom prst="rect">
            <a:avLst/>
          </a:prstGeom>
          <a:solidFill>
            <a:srgbClr val="FFFFFF"/>
          </a:solidFill>
          <a:ln w="455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2544430" y="2808316"/>
            <a:ext cx="97202" cy="0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641632" y="2808316"/>
            <a:ext cx="97202" cy="0"/>
          </a:xfrm>
          <a:prstGeom prst="line">
            <a:avLst/>
          </a:prstGeom>
          <a:ln w="2277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14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06202" y="2463040"/>
            <a:ext cx="387919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461311" y="2463040"/>
            <a:ext cx="3324084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60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016432" y="2463040"/>
            <a:ext cx="2768963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80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547355" y="2463040"/>
            <a:ext cx="223804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102465" y="2463040"/>
            <a:ext cx="168293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873558" y="2401044"/>
            <a:ext cx="391183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98280" y="2065642"/>
            <a:ext cx="3987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8280" y="1730229"/>
            <a:ext cx="3987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8280" y="1394827"/>
            <a:ext cx="3987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98280" y="1059425"/>
            <a:ext cx="398711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0</a:t>
            </a:r>
            <a:r>
              <a:rPr sz="717" b="0">
                <a:solidFill>
                  <a:srgbClr val="000000"/>
                </a:solidFill>
                <a:latin typeface="Cambria Math"/>
              </a:rPr>
              <a:t>.</a:t>
            </a:r>
            <a:r>
              <a:rPr sz="71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73558" y="724011"/>
            <a:ext cx="391183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009060" y="643229"/>
            <a:ext cx="377633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light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561106" y="643229"/>
            <a:ext cx="3224289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230059" y="643229"/>
            <a:ext cx="2555337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heavy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732030" y="643229"/>
            <a:ext cx="2053365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heavy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59361" y="2641753"/>
            <a:ext cx="2926034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09735" y="1080373"/>
            <a:ext cx="427566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772996" y="2762831"/>
            <a:ext cx="3012400" cy="1412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7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717" b="0">
                <a:solidFill>
                  <a:srgbClr val="000000"/>
                </a:solidFill>
                <a:latin typeface="Josefin Sans"/>
              </a:rPr>
              <a:t> </a:t>
            </a:r>
            <a:r>
              <a:rPr sz="71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7475" y="3150917"/>
            <a:ext cx="887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624105" y="3150693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904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904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4485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904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4485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0666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904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4485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0666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6477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60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interact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operations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904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4485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70666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6477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2228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7474" y="3150918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974" y="3150694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2" y="-2417614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393827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370040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197402" y="-2311992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402" y="-2288206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197402" y="-2264419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686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Equality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6294" y="3150695"/>
            <a:ext cx="169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122417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46204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5" y="1699920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197402" y="-2311992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402" y="-2288206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197402" y="-2264419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686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Equality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5" y="87977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2" y="1171002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82" y="1409354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82" y="1647225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}̸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16294" y="3150692"/>
            <a:ext cx="1691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122417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46204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5" y="1699920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5" y="22803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5" y="251825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075" y="275612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686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Equality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5" y="87977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2" y="1171002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82" y="1409354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82" y="1647225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}̸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0055" y="193599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181" y="222722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181" y="246556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181" y="2703433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}̸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7473" y="3150916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16292" y="3150692"/>
            <a:ext cx="1691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11017" y="-2434578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11017" y="-24193951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908500" y="-24549100"/>
            <a:ext cx="546100" cy="533400"/>
          </a:xfrm>
          <a:custGeom>
            <a:avLst/>
            <a:gdLst/>
            <a:ahLst/>
            <a:cxnLst/>
            <a:rect l="l" t="t" r="r" b="b"/>
            <a:pathLst>
              <a:path w="43" h="42">
                <a:moveTo>
                  <a:pt x="0" y="42"/>
                </a:moveTo>
                <a:lnTo>
                  <a:pt x="0" y="0"/>
                </a:lnTo>
                <a:lnTo>
                  <a:pt x="43" y="0"/>
                </a:lnTo>
                <a:lnTo>
                  <a:pt x="43" y="42"/>
                </a:lnTo>
                <a:lnTo>
                  <a:pt x="0" y="4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0073600" y="-24384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6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6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11013" y="-2331586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608509" y="-2301219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0094051" y="-2341405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094051" y="-23689580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121051" y="-23414057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0594300" y="-2343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30121051" y="-23719380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0099000" y="-23749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9692600" y="-23685500"/>
            <a:ext cx="850900" cy="266700"/>
          </a:xfrm>
          <a:custGeom>
            <a:avLst/>
            <a:gdLst/>
            <a:ahLst/>
            <a:cxnLst/>
            <a:rect l="l" t="t" r="r" b="b"/>
            <a:pathLst>
              <a:path w="67" h="21">
                <a:moveTo>
                  <a:pt x="40" y="21"/>
                </a:moveTo>
                <a:lnTo>
                  <a:pt x="54" y="0"/>
                </a:lnTo>
                <a:lnTo>
                  <a:pt x="67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40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30206156" y="-23689580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376366" y="-23689580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695526" y="-2341405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9730985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766446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801904" y="-2341405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837366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872824" y="-2341405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908286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943744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979205" y="-2341405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014664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050125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085583" y="-2341405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121045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0156503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191964" y="-2341405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227423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0262884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0298342" y="-2341405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0333804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369262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404723" y="-2341405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440182" y="-2341405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475643" y="-2341405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511101" y="-2341405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094051" y="-22738760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0094051" y="-2301428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0121051" y="-22738760"/>
            <a:ext cx="485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05943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0121051" y="-23044083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30099000" y="-2306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0200600" y="-230124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4" y="22"/>
                </a:lnTo>
                <a:lnTo>
                  <a:pt x="27" y="0"/>
                </a:lnTo>
                <a:lnTo>
                  <a:pt x="27" y="0"/>
                </a:lnTo>
                <a:lnTo>
                  <a:pt x="26" y="0"/>
                </a:lnTo>
                <a:lnTo>
                  <a:pt x="25" y="0"/>
                </a:lnTo>
                <a:lnTo>
                  <a:pt x="24" y="0"/>
                </a:lnTo>
                <a:lnTo>
                  <a:pt x="23" y="0"/>
                </a:lnTo>
                <a:lnTo>
                  <a:pt x="22" y="0"/>
                </a:lnTo>
                <a:lnTo>
                  <a:pt x="21" y="0"/>
                </a:lnTo>
                <a:lnTo>
                  <a:pt x="19" y="0"/>
                </a:lnTo>
                <a:lnTo>
                  <a:pt x="18" y="0"/>
                </a:lnTo>
                <a:lnTo>
                  <a:pt x="17" y="0"/>
                </a:lnTo>
                <a:lnTo>
                  <a:pt x="16" y="0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2" y="0"/>
                </a:lnTo>
                <a:lnTo>
                  <a:pt x="10" y="0"/>
                </a:lnTo>
                <a:lnTo>
                  <a:pt x="9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0206153" y="-23014283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0376359" y="-23014283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206153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220338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234520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248705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262890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0277072" y="-23014283"/>
            <a:ext cx="141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0291258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0305440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0319625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333807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347992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362174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376359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390544" y="-23014283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404727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418912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433094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447279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461461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475646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489828" y="-23014283"/>
            <a:ext cx="141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0504014" y="-23014283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518196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532381" y="-23014283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-6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7999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9993" y="6478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97468" y="3150920"/>
            <a:ext cx="887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39364" y="3150696"/>
            <a:ext cx="1460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0" y="1054545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0" y="120637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08500" y="850900"/>
            <a:ext cx="546100" cy="533400"/>
          </a:xfrm>
          <a:custGeom>
            <a:avLst/>
            <a:gdLst/>
            <a:ahLst/>
            <a:cxnLst/>
            <a:rect l="l" t="t" r="r" b="b"/>
            <a:pathLst>
              <a:path w="43" h="42">
                <a:moveTo>
                  <a:pt x="0" y="42"/>
                </a:moveTo>
                <a:lnTo>
                  <a:pt x="0" y="0"/>
                </a:lnTo>
                <a:lnTo>
                  <a:pt x="43" y="0"/>
                </a:lnTo>
                <a:lnTo>
                  <a:pt x="43" y="42"/>
                </a:lnTo>
                <a:lnTo>
                  <a:pt x="0" y="4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673600" y="1016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5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11020" y="-23315863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608515" y="-2301219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0094057" y="-23414060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094057" y="-2368958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0121057" y="-23414060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0594300" y="-2343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30121057" y="-23719383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0099000" y="-23749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9692600" y="-23685500"/>
            <a:ext cx="850900" cy="266700"/>
          </a:xfrm>
          <a:custGeom>
            <a:avLst/>
            <a:gdLst/>
            <a:ahLst/>
            <a:cxnLst/>
            <a:rect l="l" t="t" r="r" b="b"/>
            <a:pathLst>
              <a:path w="67" h="21">
                <a:moveTo>
                  <a:pt x="40" y="21"/>
                </a:moveTo>
                <a:lnTo>
                  <a:pt x="54" y="0"/>
                </a:lnTo>
                <a:lnTo>
                  <a:pt x="67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40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30206162" y="-23689583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376372" y="-23689583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695533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9730991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766452" y="-23414060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801911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837372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872830" y="-23414060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908292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943750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979211" y="-23414060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014670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050131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085589" y="-23414060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121051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0156509" y="-23414060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191971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227429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0262890" y="-23414060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0298349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0333810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369268" y="-23414060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404730" y="-23414060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440188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475649" y="-23414060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511108" y="-23414060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094057" y="-2273876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0094057" y="-2301428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0121057" y="-22738763"/>
            <a:ext cx="485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05943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30121057" y="-23044086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30099000" y="-2306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0200600" y="-230124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4" y="22"/>
                </a:lnTo>
                <a:lnTo>
                  <a:pt x="27" y="0"/>
                </a:lnTo>
                <a:lnTo>
                  <a:pt x="27" y="0"/>
                </a:lnTo>
                <a:lnTo>
                  <a:pt x="26" y="0"/>
                </a:lnTo>
                <a:lnTo>
                  <a:pt x="25" y="0"/>
                </a:lnTo>
                <a:lnTo>
                  <a:pt x="24" y="0"/>
                </a:lnTo>
                <a:lnTo>
                  <a:pt x="23" y="0"/>
                </a:lnTo>
                <a:lnTo>
                  <a:pt x="22" y="0"/>
                </a:lnTo>
                <a:lnTo>
                  <a:pt x="21" y="0"/>
                </a:lnTo>
                <a:lnTo>
                  <a:pt x="19" y="0"/>
                </a:lnTo>
                <a:lnTo>
                  <a:pt x="18" y="0"/>
                </a:lnTo>
                <a:lnTo>
                  <a:pt x="17" y="0"/>
                </a:lnTo>
                <a:lnTo>
                  <a:pt x="16" y="0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2" y="0"/>
                </a:lnTo>
                <a:lnTo>
                  <a:pt x="10" y="0"/>
                </a:lnTo>
                <a:lnTo>
                  <a:pt x="9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0206159" y="-23014286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0376366" y="-23014286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206159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220344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234526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248711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262896" y="-23014286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0277079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0291264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0305446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0319631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333813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0347998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362180" y="-23014286"/>
            <a:ext cx="141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376366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390551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404733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418918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0433100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447285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461467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475652" y="-23014286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489835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0504020" y="-23014286"/>
            <a:ext cx="1418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518202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532387" y="-23014286"/>
            <a:ext cx="141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9993" y="6478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3670" y="796187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7784" y="955458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7784" y="1153197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7783" y="1261236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45723" y="1084800"/>
            <a:ext cx="10396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8624" y="860913"/>
            <a:ext cx="12467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97474" y="3150916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39370" y="3150692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0" y="1054545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0" y="120637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08500" y="850900"/>
            <a:ext cx="546100" cy="533400"/>
          </a:xfrm>
          <a:custGeom>
            <a:avLst/>
            <a:gdLst/>
            <a:ahLst/>
            <a:cxnLst/>
            <a:rect l="l" t="t" r="r" b="b"/>
            <a:pathLst>
              <a:path w="43" h="42">
                <a:moveTo>
                  <a:pt x="0" y="42"/>
                </a:moveTo>
                <a:lnTo>
                  <a:pt x="0" y="0"/>
                </a:lnTo>
                <a:lnTo>
                  <a:pt x="43" y="0"/>
                </a:lnTo>
                <a:lnTo>
                  <a:pt x="43" y="42"/>
                </a:lnTo>
                <a:lnTo>
                  <a:pt x="0" y="42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673600" y="1016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5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0690" y="208446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08187" y="238813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693729" y="1986267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693729" y="1710744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20729" y="1986267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51943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4720729" y="1680945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0" y="1651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292600" y="1714500"/>
            <a:ext cx="850900" cy="266700"/>
          </a:xfrm>
          <a:custGeom>
            <a:avLst/>
            <a:gdLst/>
            <a:ahLst/>
            <a:cxnLst/>
            <a:rect l="l" t="t" r="r" b="b"/>
            <a:pathLst>
              <a:path w="67" h="21">
                <a:moveTo>
                  <a:pt x="40" y="21"/>
                </a:moveTo>
                <a:lnTo>
                  <a:pt x="54" y="0"/>
                </a:lnTo>
                <a:lnTo>
                  <a:pt x="67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40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4805834" y="171074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976044" y="171074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295204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330664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366124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401584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3704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47250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0796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4342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7888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14343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649803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685262" y="198626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720723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75618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9164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82710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62562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98022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933481" y="198626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968942" y="198626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00440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03986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07532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110781" y="1986267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693730" y="2661565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693730" y="238604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720729" y="2661565"/>
            <a:ext cx="485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5194300" y="264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 flipV="1">
            <a:off x="4720729" y="2356242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reeform 79"/>
          <p:cNvSpPr/>
          <p:nvPr/>
        </p:nvSpPr>
        <p:spPr>
          <a:xfrm>
            <a:off x="4699000" y="233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4800600" y="23876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4" y="22"/>
                </a:lnTo>
                <a:lnTo>
                  <a:pt x="27" y="0"/>
                </a:lnTo>
                <a:lnTo>
                  <a:pt x="27" y="0"/>
                </a:lnTo>
                <a:lnTo>
                  <a:pt x="26" y="0"/>
                </a:lnTo>
                <a:lnTo>
                  <a:pt x="25" y="0"/>
                </a:lnTo>
                <a:lnTo>
                  <a:pt x="24" y="0"/>
                </a:lnTo>
                <a:lnTo>
                  <a:pt x="23" y="0"/>
                </a:lnTo>
                <a:lnTo>
                  <a:pt x="22" y="0"/>
                </a:lnTo>
                <a:lnTo>
                  <a:pt x="21" y="0"/>
                </a:lnTo>
                <a:lnTo>
                  <a:pt x="19" y="0"/>
                </a:lnTo>
                <a:lnTo>
                  <a:pt x="18" y="0"/>
                </a:lnTo>
                <a:lnTo>
                  <a:pt x="17" y="0"/>
                </a:lnTo>
                <a:lnTo>
                  <a:pt x="16" y="0"/>
                </a:lnTo>
                <a:lnTo>
                  <a:pt x="15" y="0"/>
                </a:lnTo>
                <a:lnTo>
                  <a:pt x="14" y="0"/>
                </a:lnTo>
                <a:lnTo>
                  <a:pt x="13" y="0"/>
                </a:lnTo>
                <a:lnTo>
                  <a:pt x="12" y="0"/>
                </a:lnTo>
                <a:lnTo>
                  <a:pt x="10" y="0"/>
                </a:lnTo>
                <a:lnTo>
                  <a:pt x="9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4805832" y="2386041"/>
            <a:ext cx="170206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976038" y="2386041"/>
            <a:ext cx="170207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05832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20016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834200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848384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862567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876751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90935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05119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919302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33486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947670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961854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976038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990221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004405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018589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032773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046957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5061140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075324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089508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103692" y="2386041"/>
            <a:ext cx="1418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117875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132059" y="2386041"/>
            <a:ext cx="1418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1" name="Picture 1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9993" y="6478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(NOT)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3670" y="796187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7784" y="955458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7784" y="1153197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7783" y="1261236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45723" y="1084800"/>
            <a:ext cx="10396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8624" y="860913"/>
            <a:ext cx="12467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73670" y="1826106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7784" y="2031288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35186" y="2178913"/>
            <a:ext cx="385020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325281" y="2334958"/>
            <a:ext cx="44601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241994" y="2442984"/>
            <a:ext cx="4543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9)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619510" y="1951397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19510" y="1675883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940960" y="1842672"/>
            <a:ext cx="844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59184" y="2133071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49420" y="1553722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19510" y="2626694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619510" y="2351168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23853" y="2447625"/>
            <a:ext cx="8615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259184" y="2808355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49432" y="2229007"/>
            <a:ext cx="1535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639368" y="3150694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11017" y="-2420253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9911119" y="-24564565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911119" y="-24564565"/>
            <a:ext cx="5400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0451127" y="-24564565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9911119" y="-24024559"/>
            <a:ext cx="5400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9959300" y="-24511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4" h="34">
                <a:moveTo>
                  <a:pt x="34" y="17"/>
                </a:moveTo>
                <a:lnTo>
                  <a:pt x="34" y="14"/>
                </a:lnTo>
                <a:lnTo>
                  <a:pt x="33" y="10"/>
                </a:lnTo>
                <a:lnTo>
                  <a:pt x="32" y="8"/>
                </a:lnTo>
                <a:lnTo>
                  <a:pt x="29" y="5"/>
                </a:lnTo>
                <a:lnTo>
                  <a:pt x="27" y="3"/>
                </a:lnTo>
                <a:lnTo>
                  <a:pt x="24" y="1"/>
                </a:lnTo>
                <a:lnTo>
                  <a:pt x="21" y="0"/>
                </a:lnTo>
                <a:lnTo>
                  <a:pt x="17" y="0"/>
                </a:lnTo>
                <a:lnTo>
                  <a:pt x="14" y="0"/>
                </a:lnTo>
                <a:lnTo>
                  <a:pt x="11" y="1"/>
                </a:lnTo>
                <a:lnTo>
                  <a:pt x="8" y="3"/>
                </a:lnTo>
                <a:lnTo>
                  <a:pt x="5" y="5"/>
                </a:lnTo>
                <a:lnTo>
                  <a:pt x="3" y="8"/>
                </a:lnTo>
                <a:lnTo>
                  <a:pt x="2" y="10"/>
                </a:lnTo>
                <a:lnTo>
                  <a:pt x="1" y="14"/>
                </a:lnTo>
                <a:lnTo>
                  <a:pt x="0" y="17"/>
                </a:lnTo>
                <a:lnTo>
                  <a:pt x="1" y="20"/>
                </a:lnTo>
                <a:lnTo>
                  <a:pt x="2" y="24"/>
                </a:lnTo>
                <a:lnTo>
                  <a:pt x="3" y="27"/>
                </a:lnTo>
                <a:lnTo>
                  <a:pt x="5" y="29"/>
                </a:lnTo>
                <a:lnTo>
                  <a:pt x="8" y="31"/>
                </a:lnTo>
                <a:lnTo>
                  <a:pt x="11" y="33"/>
                </a:lnTo>
                <a:lnTo>
                  <a:pt x="14" y="34"/>
                </a:lnTo>
                <a:lnTo>
                  <a:pt x="17" y="34"/>
                </a:lnTo>
                <a:lnTo>
                  <a:pt x="21" y="34"/>
                </a:lnTo>
                <a:lnTo>
                  <a:pt x="24" y="33"/>
                </a:lnTo>
                <a:lnTo>
                  <a:pt x="27" y="31"/>
                </a:lnTo>
                <a:lnTo>
                  <a:pt x="29" y="29"/>
                </a:lnTo>
                <a:lnTo>
                  <a:pt x="32" y="27"/>
                </a:lnTo>
                <a:lnTo>
                  <a:pt x="33" y="24"/>
                </a:lnTo>
                <a:lnTo>
                  <a:pt x="34" y="20"/>
                </a:lnTo>
                <a:lnTo>
                  <a:pt x="34" y="17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0073600" y="-243967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6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6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111013" y="-2358963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111013" y="-2313413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111013" y="-2298231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094051" y="-23473430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094051" y="-2374895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121051" y="-23473430"/>
            <a:ext cx="485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0594300" y="-2349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0121051" y="-23778753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099000" y="-23799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0200600" y="-237490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4" y="20"/>
                </a:lnTo>
                <a:lnTo>
                  <a:pt x="21" y="16"/>
                </a:lnTo>
                <a:lnTo>
                  <a:pt x="17" y="9"/>
                </a:lnTo>
                <a:lnTo>
                  <a:pt x="14" y="0"/>
                </a:lnTo>
                <a:lnTo>
                  <a:pt x="10" y="9"/>
                </a:lnTo>
                <a:lnTo>
                  <a:pt x="7" y="16"/>
                </a:lnTo>
                <a:lnTo>
                  <a:pt x="4" y="20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206153" y="-23748953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0376359" y="-23748953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206153" y="-23490651"/>
            <a:ext cx="42552" cy="172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248705" y="-23542311"/>
            <a:ext cx="42553" cy="516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91258" y="-23628412"/>
            <a:ext cx="42552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0333810" y="-23748953"/>
            <a:ext cx="42549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0376359" y="-23748953"/>
            <a:ext cx="42553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418912" y="-23628412"/>
            <a:ext cx="42552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461464" y="-23542311"/>
            <a:ext cx="42550" cy="516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504014" y="-23490651"/>
            <a:ext cx="42552" cy="172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0410401" y="-23542311"/>
            <a:ext cx="51063" cy="137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30461464" y="-23666296"/>
            <a:ext cx="85102" cy="551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094051" y="-2279813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094051" y="-2307365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0121051" y="-22798134"/>
            <a:ext cx="485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05943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30121051" y="-23103456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0099000" y="-2312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30200600" y="-23075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6" y="14"/>
                </a:lnTo>
                <a:lnTo>
                  <a:pt x="24" y="11"/>
                </a:lnTo>
                <a:lnTo>
                  <a:pt x="21" y="7"/>
                </a:lnTo>
                <a:lnTo>
                  <a:pt x="17" y="3"/>
                </a:lnTo>
                <a:lnTo>
                  <a:pt x="14" y="0"/>
                </a:lnTo>
                <a:lnTo>
                  <a:pt x="10" y="3"/>
                </a:lnTo>
                <a:lnTo>
                  <a:pt x="7" y="7"/>
                </a:lnTo>
                <a:lnTo>
                  <a:pt x="4" y="11"/>
                </a:lnTo>
                <a:lnTo>
                  <a:pt x="2" y="14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30206153" y="-23073656"/>
            <a:ext cx="170206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376359" y="-23073656"/>
            <a:ext cx="170207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206153" y="-22895669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227429" y="-22935896"/>
            <a:ext cx="21276" cy="402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248705" y="-22992928"/>
            <a:ext cx="42553" cy="5703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291258" y="-23036736"/>
            <a:ext cx="42552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333810" y="-23073656"/>
            <a:ext cx="42549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0376359" y="-23073656"/>
            <a:ext cx="42553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418912" y="-23036736"/>
            <a:ext cx="42552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461464" y="-22992928"/>
            <a:ext cx="42550" cy="5703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504014" y="-22935896"/>
            <a:ext cx="21276" cy="402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525290" y="-22895669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0410401" y="-22935896"/>
            <a:ext cx="51063" cy="275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30461464" y="-23018553"/>
            <a:ext cx="85102" cy="256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9993" y="6873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97468" y="3150932"/>
            <a:ext cx="887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24784" y="3150708"/>
            <a:ext cx="1606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0" y="119778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510798" y="835759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10798" y="835759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50805" y="835759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510798" y="1375765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559300" y="889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4" h="34">
                <a:moveTo>
                  <a:pt x="34" y="17"/>
                </a:moveTo>
                <a:lnTo>
                  <a:pt x="34" y="14"/>
                </a:lnTo>
                <a:lnTo>
                  <a:pt x="33" y="10"/>
                </a:lnTo>
                <a:lnTo>
                  <a:pt x="32" y="8"/>
                </a:lnTo>
                <a:lnTo>
                  <a:pt x="29" y="5"/>
                </a:lnTo>
                <a:lnTo>
                  <a:pt x="27" y="3"/>
                </a:lnTo>
                <a:lnTo>
                  <a:pt x="24" y="1"/>
                </a:lnTo>
                <a:lnTo>
                  <a:pt x="21" y="0"/>
                </a:lnTo>
                <a:lnTo>
                  <a:pt x="17" y="0"/>
                </a:lnTo>
                <a:lnTo>
                  <a:pt x="14" y="0"/>
                </a:lnTo>
                <a:lnTo>
                  <a:pt x="11" y="1"/>
                </a:lnTo>
                <a:lnTo>
                  <a:pt x="8" y="3"/>
                </a:lnTo>
                <a:lnTo>
                  <a:pt x="5" y="5"/>
                </a:lnTo>
                <a:lnTo>
                  <a:pt x="3" y="8"/>
                </a:lnTo>
                <a:lnTo>
                  <a:pt x="2" y="10"/>
                </a:lnTo>
                <a:lnTo>
                  <a:pt x="1" y="14"/>
                </a:lnTo>
                <a:lnTo>
                  <a:pt x="0" y="17"/>
                </a:lnTo>
                <a:lnTo>
                  <a:pt x="1" y="20"/>
                </a:lnTo>
                <a:lnTo>
                  <a:pt x="2" y="24"/>
                </a:lnTo>
                <a:lnTo>
                  <a:pt x="3" y="27"/>
                </a:lnTo>
                <a:lnTo>
                  <a:pt x="5" y="29"/>
                </a:lnTo>
                <a:lnTo>
                  <a:pt x="8" y="31"/>
                </a:lnTo>
                <a:lnTo>
                  <a:pt x="11" y="33"/>
                </a:lnTo>
                <a:lnTo>
                  <a:pt x="14" y="34"/>
                </a:lnTo>
                <a:lnTo>
                  <a:pt x="17" y="34"/>
                </a:lnTo>
                <a:lnTo>
                  <a:pt x="21" y="34"/>
                </a:lnTo>
                <a:lnTo>
                  <a:pt x="24" y="33"/>
                </a:lnTo>
                <a:lnTo>
                  <a:pt x="27" y="31"/>
                </a:lnTo>
                <a:lnTo>
                  <a:pt x="29" y="29"/>
                </a:lnTo>
                <a:lnTo>
                  <a:pt x="32" y="27"/>
                </a:lnTo>
                <a:lnTo>
                  <a:pt x="33" y="24"/>
                </a:lnTo>
                <a:lnTo>
                  <a:pt x="34" y="20"/>
                </a:lnTo>
                <a:lnTo>
                  <a:pt x="34" y="17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6736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5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111020" y="-2358963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111020" y="-2313413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111020" y="-2298231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094057" y="-23473430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094057" y="-2374895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121057" y="-23473430"/>
            <a:ext cx="485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0594300" y="-2349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0121057" y="-23778753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099000" y="-23799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0200600" y="-237490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4" y="20"/>
                </a:lnTo>
                <a:lnTo>
                  <a:pt x="21" y="16"/>
                </a:lnTo>
                <a:lnTo>
                  <a:pt x="17" y="9"/>
                </a:lnTo>
                <a:lnTo>
                  <a:pt x="14" y="0"/>
                </a:lnTo>
                <a:lnTo>
                  <a:pt x="10" y="9"/>
                </a:lnTo>
                <a:lnTo>
                  <a:pt x="7" y="16"/>
                </a:lnTo>
                <a:lnTo>
                  <a:pt x="4" y="20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206159" y="-23748953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0376366" y="-23748953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206159" y="-23490651"/>
            <a:ext cx="42552" cy="172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248711" y="-23542311"/>
            <a:ext cx="42553" cy="516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91264" y="-23628412"/>
            <a:ext cx="42552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0333816" y="-23748953"/>
            <a:ext cx="42550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0376366" y="-23748953"/>
            <a:ext cx="42552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418918" y="-23628412"/>
            <a:ext cx="42552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0461470" y="-23542311"/>
            <a:ext cx="42550" cy="516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504020" y="-23490651"/>
            <a:ext cx="42552" cy="172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0410407" y="-23542311"/>
            <a:ext cx="51063" cy="137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30461470" y="-23666296"/>
            <a:ext cx="85102" cy="551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0094057" y="-2279813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094057" y="-2307365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0121057" y="-22798134"/>
            <a:ext cx="485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305943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30121057" y="-23103456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0099000" y="-2312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30200600" y="-23075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6" y="14"/>
                </a:lnTo>
                <a:lnTo>
                  <a:pt x="24" y="11"/>
                </a:lnTo>
                <a:lnTo>
                  <a:pt x="21" y="7"/>
                </a:lnTo>
                <a:lnTo>
                  <a:pt x="17" y="3"/>
                </a:lnTo>
                <a:lnTo>
                  <a:pt x="14" y="0"/>
                </a:lnTo>
                <a:lnTo>
                  <a:pt x="10" y="3"/>
                </a:lnTo>
                <a:lnTo>
                  <a:pt x="7" y="7"/>
                </a:lnTo>
                <a:lnTo>
                  <a:pt x="4" y="11"/>
                </a:lnTo>
                <a:lnTo>
                  <a:pt x="2" y="14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30206159" y="-23073656"/>
            <a:ext cx="170207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376366" y="-23073656"/>
            <a:ext cx="170206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0206159" y="-22895669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227435" y="-22935896"/>
            <a:ext cx="21276" cy="402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248711" y="-22992928"/>
            <a:ext cx="42553" cy="5703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0291264" y="-23036736"/>
            <a:ext cx="42552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333816" y="-23073656"/>
            <a:ext cx="42550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0376366" y="-23073656"/>
            <a:ext cx="42552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418918" y="-23036736"/>
            <a:ext cx="42552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461470" y="-22992928"/>
            <a:ext cx="42550" cy="5703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504020" y="-22935896"/>
            <a:ext cx="21276" cy="402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525296" y="-22895669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0410407" y="-22935896"/>
            <a:ext cx="51063" cy="275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30461470" y="-23018553"/>
            <a:ext cx="85102" cy="256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9993" y="6873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3670" y="939418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7784" y="114461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45723" y="1072379"/>
            <a:ext cx="10396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43805" y="910149"/>
            <a:ext cx="10415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97474" y="3150932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24790" y="3150708"/>
            <a:ext cx="160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0" y="119778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510798" y="835759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10798" y="835759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50805" y="835759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510798" y="1375765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559300" y="889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4" h="34">
                <a:moveTo>
                  <a:pt x="34" y="17"/>
                </a:moveTo>
                <a:lnTo>
                  <a:pt x="34" y="14"/>
                </a:lnTo>
                <a:lnTo>
                  <a:pt x="33" y="10"/>
                </a:lnTo>
                <a:lnTo>
                  <a:pt x="32" y="8"/>
                </a:lnTo>
                <a:lnTo>
                  <a:pt x="29" y="5"/>
                </a:lnTo>
                <a:lnTo>
                  <a:pt x="27" y="3"/>
                </a:lnTo>
                <a:lnTo>
                  <a:pt x="24" y="1"/>
                </a:lnTo>
                <a:lnTo>
                  <a:pt x="21" y="0"/>
                </a:lnTo>
                <a:lnTo>
                  <a:pt x="17" y="0"/>
                </a:lnTo>
                <a:lnTo>
                  <a:pt x="14" y="0"/>
                </a:lnTo>
                <a:lnTo>
                  <a:pt x="11" y="1"/>
                </a:lnTo>
                <a:lnTo>
                  <a:pt x="8" y="3"/>
                </a:lnTo>
                <a:lnTo>
                  <a:pt x="5" y="5"/>
                </a:lnTo>
                <a:lnTo>
                  <a:pt x="3" y="8"/>
                </a:lnTo>
                <a:lnTo>
                  <a:pt x="2" y="10"/>
                </a:lnTo>
                <a:lnTo>
                  <a:pt x="1" y="14"/>
                </a:lnTo>
                <a:lnTo>
                  <a:pt x="0" y="17"/>
                </a:lnTo>
                <a:lnTo>
                  <a:pt x="1" y="20"/>
                </a:lnTo>
                <a:lnTo>
                  <a:pt x="2" y="24"/>
                </a:lnTo>
                <a:lnTo>
                  <a:pt x="3" y="27"/>
                </a:lnTo>
                <a:lnTo>
                  <a:pt x="5" y="29"/>
                </a:lnTo>
                <a:lnTo>
                  <a:pt x="8" y="31"/>
                </a:lnTo>
                <a:lnTo>
                  <a:pt x="11" y="33"/>
                </a:lnTo>
                <a:lnTo>
                  <a:pt x="14" y="34"/>
                </a:lnTo>
                <a:lnTo>
                  <a:pt x="17" y="34"/>
                </a:lnTo>
                <a:lnTo>
                  <a:pt x="21" y="34"/>
                </a:lnTo>
                <a:lnTo>
                  <a:pt x="24" y="33"/>
                </a:lnTo>
                <a:lnTo>
                  <a:pt x="27" y="31"/>
                </a:lnTo>
                <a:lnTo>
                  <a:pt x="29" y="29"/>
                </a:lnTo>
                <a:lnTo>
                  <a:pt x="32" y="27"/>
                </a:lnTo>
                <a:lnTo>
                  <a:pt x="33" y="24"/>
                </a:lnTo>
                <a:lnTo>
                  <a:pt x="34" y="20"/>
                </a:lnTo>
                <a:lnTo>
                  <a:pt x="34" y="17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46736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8"/>
                </a:moveTo>
                <a:lnTo>
                  <a:pt x="17" y="6"/>
                </a:lnTo>
                <a:lnTo>
                  <a:pt x="16" y="5"/>
                </a:lnTo>
                <a:lnTo>
                  <a:pt x="15" y="3"/>
                </a:lnTo>
                <a:lnTo>
                  <a:pt x="14" y="2"/>
                </a:lnTo>
                <a:lnTo>
                  <a:pt x="13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1"/>
                </a:lnTo>
                <a:lnTo>
                  <a:pt x="2" y="2"/>
                </a:lnTo>
                <a:lnTo>
                  <a:pt x="1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1" y="13"/>
                </a:lnTo>
                <a:lnTo>
                  <a:pt x="2" y="14"/>
                </a:lnTo>
                <a:lnTo>
                  <a:pt x="4" y="15"/>
                </a:lnTo>
                <a:lnTo>
                  <a:pt x="5" y="16"/>
                </a:lnTo>
                <a:lnTo>
                  <a:pt x="7" y="16"/>
                </a:lnTo>
                <a:lnTo>
                  <a:pt x="8" y="17"/>
                </a:lnTo>
                <a:lnTo>
                  <a:pt x="10" y="16"/>
                </a:lnTo>
                <a:lnTo>
                  <a:pt x="12" y="16"/>
                </a:lnTo>
                <a:lnTo>
                  <a:pt x="13" y="15"/>
                </a:lnTo>
                <a:lnTo>
                  <a:pt x="14" y="14"/>
                </a:lnTo>
                <a:lnTo>
                  <a:pt x="15" y="13"/>
                </a:lnTo>
                <a:lnTo>
                  <a:pt x="16" y="11"/>
                </a:lnTo>
                <a:lnTo>
                  <a:pt x="17" y="10"/>
                </a:lnTo>
                <a:lnTo>
                  <a:pt x="17" y="8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0690" y="181068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0690" y="226618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0690" y="241801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693730" y="192689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693730" y="165137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720729" y="1926894"/>
            <a:ext cx="485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194300" y="190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720729" y="1621571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99000" y="160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800600" y="16510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4" y="20"/>
                </a:lnTo>
                <a:lnTo>
                  <a:pt x="21" y="16"/>
                </a:lnTo>
                <a:lnTo>
                  <a:pt x="17" y="10"/>
                </a:lnTo>
                <a:lnTo>
                  <a:pt x="14" y="0"/>
                </a:lnTo>
                <a:lnTo>
                  <a:pt x="10" y="10"/>
                </a:lnTo>
                <a:lnTo>
                  <a:pt x="7" y="16"/>
                </a:lnTo>
                <a:lnTo>
                  <a:pt x="4" y="20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4805832" y="1651371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976038" y="1651371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05832" y="1909674"/>
            <a:ext cx="42552" cy="172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848384" y="1858013"/>
            <a:ext cx="42551" cy="51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890935" y="1771912"/>
            <a:ext cx="42552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33487" y="1651371"/>
            <a:ext cx="42551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976038" y="1651371"/>
            <a:ext cx="42552" cy="12054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18590" y="1771912"/>
            <a:ext cx="42551" cy="861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061141" y="1858013"/>
            <a:ext cx="42552" cy="516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103693" y="1909674"/>
            <a:ext cx="42552" cy="172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5010080" y="1858013"/>
            <a:ext cx="51061" cy="137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5061141" y="1734028"/>
            <a:ext cx="85104" cy="551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693730" y="2602191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693730" y="2326668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720729" y="2602191"/>
            <a:ext cx="485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51943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4720729" y="2296868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6990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4800600" y="23241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22"/>
                </a:moveTo>
                <a:lnTo>
                  <a:pt x="14" y="0"/>
                </a:lnTo>
                <a:lnTo>
                  <a:pt x="27" y="22"/>
                </a:lnTo>
                <a:lnTo>
                  <a:pt x="26" y="14"/>
                </a:lnTo>
                <a:lnTo>
                  <a:pt x="24" y="11"/>
                </a:lnTo>
                <a:lnTo>
                  <a:pt x="21" y="7"/>
                </a:lnTo>
                <a:lnTo>
                  <a:pt x="17" y="3"/>
                </a:lnTo>
                <a:lnTo>
                  <a:pt x="14" y="0"/>
                </a:lnTo>
                <a:lnTo>
                  <a:pt x="10" y="3"/>
                </a:lnTo>
                <a:lnTo>
                  <a:pt x="7" y="7"/>
                </a:lnTo>
                <a:lnTo>
                  <a:pt x="4" y="11"/>
                </a:lnTo>
                <a:lnTo>
                  <a:pt x="2" y="14"/>
                </a:lnTo>
                <a:lnTo>
                  <a:pt x="0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4805832" y="2326668"/>
            <a:ext cx="170206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976038" y="2326668"/>
            <a:ext cx="170207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805832" y="2504656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827108" y="2464430"/>
            <a:ext cx="21276" cy="402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848384" y="2407396"/>
            <a:ext cx="42551" cy="570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890935" y="2363588"/>
            <a:ext cx="42552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933487" y="2326668"/>
            <a:ext cx="42551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76038" y="2326668"/>
            <a:ext cx="42552" cy="3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018590" y="2363588"/>
            <a:ext cx="42551" cy="43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061141" y="2407396"/>
            <a:ext cx="42552" cy="570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103693" y="2464430"/>
            <a:ext cx="21276" cy="402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124969" y="2504656"/>
            <a:ext cx="21276" cy="975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010080" y="2464430"/>
            <a:ext cx="51061" cy="275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5061141" y="2381773"/>
            <a:ext cx="85104" cy="256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9993" y="6873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Containment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(subset)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3670" y="939418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7784" y="114461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45723" y="1072379"/>
            <a:ext cx="10396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43805" y="910149"/>
            <a:ext cx="10415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3670" y="1552332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7784" y="1757513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7784" y="1909355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7784" y="2061183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27784" y="221301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creates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superset.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7784" y="2364840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7784" y="2516669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27783" y="2668497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⊂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619510" y="1892024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619510" y="1616510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37404" y="1838404"/>
            <a:ext cx="847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8770" y="1700635"/>
            <a:ext cx="63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59184" y="2073698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49432" y="1494349"/>
            <a:ext cx="1535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19510" y="2567321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19510" y="2291795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37404" y="2458584"/>
            <a:ext cx="8479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148770" y="2348386"/>
            <a:ext cx="63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59184" y="2748994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49432" y="2169646"/>
            <a:ext cx="1535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4789" y="3150706"/>
            <a:ext cx="1606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11017" y="-2440954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11017" y="-2410587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29911119" y="-24539990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911119" y="-24539990"/>
            <a:ext cx="5400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451127" y="-24539990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9911119" y="-23999984"/>
            <a:ext cx="5400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9984700" y="-243840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6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1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6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111013" y="-2337962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111013" y="-2307595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111013" y="-2292412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094051" y="-2332599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094051" y="-2360151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121051" y="-23325991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0594300" y="-2334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0121051" y="-23631314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099000" y="-2366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692600" y="-235966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121051" y="-2360151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0291261" y="-23601514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291261" y="-23601514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0461470" y="-2360151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121051" y="-2360151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291261" y="-23601514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376366" y="-23601514"/>
            <a:ext cx="85104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461470" y="-23601514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695526" y="-2332599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730985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766446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801904" y="-2332599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837366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872824" y="-2332599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908286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943744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979205" y="-2332599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014664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050125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085583" y="-2332599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121045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156503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91964" y="-2332599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0227423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0262884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298342" y="-2332599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0333804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369262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404723" y="-2332599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440182" y="-2332599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475643" y="-2332599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511101" y="-2332599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094051" y="-22650694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094051" y="-2292621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121051" y="-22650694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30594300" y="-2266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30121051" y="-22956017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300990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9692600" y="-22783800"/>
            <a:ext cx="850900" cy="127000"/>
          </a:xfrm>
          <a:custGeom>
            <a:avLst/>
            <a:gdLst/>
            <a:ahLst/>
            <a:cxnLst/>
            <a:rect l="l" t="t" r="r" b="b"/>
            <a:pathLst>
              <a:path w="67" h="10">
                <a:moveTo>
                  <a:pt x="47" y="10"/>
                </a:moveTo>
                <a:lnTo>
                  <a:pt x="54" y="0"/>
                </a:lnTo>
                <a:lnTo>
                  <a:pt x="61" y="10"/>
                </a:lnTo>
                <a:lnTo>
                  <a:pt x="67" y="10"/>
                </a:lnTo>
                <a:lnTo>
                  <a:pt x="64" y="10"/>
                </a:lnTo>
                <a:lnTo>
                  <a:pt x="62" y="10"/>
                </a:lnTo>
                <a:lnTo>
                  <a:pt x="59" y="10"/>
                </a:lnTo>
                <a:lnTo>
                  <a:pt x="56" y="10"/>
                </a:lnTo>
                <a:lnTo>
                  <a:pt x="53" y="10"/>
                </a:lnTo>
                <a:lnTo>
                  <a:pt x="50" y="10"/>
                </a:lnTo>
                <a:lnTo>
                  <a:pt x="48" y="10"/>
                </a:lnTo>
                <a:lnTo>
                  <a:pt x="45" y="10"/>
                </a:lnTo>
                <a:lnTo>
                  <a:pt x="42" y="10"/>
                </a:lnTo>
                <a:lnTo>
                  <a:pt x="39" y="10"/>
                </a:lnTo>
                <a:lnTo>
                  <a:pt x="37" y="10"/>
                </a:lnTo>
                <a:lnTo>
                  <a:pt x="34" y="10"/>
                </a:lnTo>
                <a:lnTo>
                  <a:pt x="31" y="10"/>
                </a:lnTo>
                <a:lnTo>
                  <a:pt x="28" y="10"/>
                </a:lnTo>
                <a:lnTo>
                  <a:pt x="25" y="10"/>
                </a:lnTo>
                <a:lnTo>
                  <a:pt x="23" y="10"/>
                </a:lnTo>
                <a:lnTo>
                  <a:pt x="20" y="10"/>
                </a:lnTo>
                <a:lnTo>
                  <a:pt x="17" y="10"/>
                </a:lnTo>
                <a:lnTo>
                  <a:pt x="14" y="10"/>
                </a:lnTo>
                <a:lnTo>
                  <a:pt x="11" y="10"/>
                </a:lnTo>
                <a:lnTo>
                  <a:pt x="9" y="10"/>
                </a:lnTo>
                <a:lnTo>
                  <a:pt x="6" y="10"/>
                </a:lnTo>
                <a:lnTo>
                  <a:pt x="3" y="10"/>
                </a:lnTo>
                <a:lnTo>
                  <a:pt x="0" y="10"/>
                </a:lnTo>
                <a:lnTo>
                  <a:pt x="47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0291261" y="-22788457"/>
            <a:ext cx="85105" cy="1377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376366" y="-22788457"/>
            <a:ext cx="85104" cy="1377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9695526" y="-22650694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9730985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766446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9801904" y="-22650694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837366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872824" y="-22650694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908286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943744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9205" y="-22650694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014664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050125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0085583" y="-22650694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121045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156503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191964" y="-22650694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227423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262884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0298342" y="-22650694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333804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369262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404723" y="-22650694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440182" y="-22650694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475643" y="-22650694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511101" y="-22650694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-6" y="314674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79997" y="314674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9993" y="5891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897468" y="3150936"/>
            <a:ext cx="887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23806" y="3150712"/>
            <a:ext cx="1615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3" y="99077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3" y="129444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510798" y="860333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10798" y="860333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50805" y="860333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10798" y="1400339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4584700" y="1016000"/>
            <a:ext cx="215900" cy="228600"/>
          </a:xfrm>
          <a:custGeom>
            <a:avLst/>
            <a:gdLst/>
            <a:ahLst/>
            <a:cxnLst/>
            <a:rect l="l" t="t" r="r" b="b"/>
            <a:pathLst>
              <a:path w="17" h="18">
                <a:moveTo>
                  <a:pt x="17" y="9"/>
                </a:moveTo>
                <a:lnTo>
                  <a:pt x="17" y="7"/>
                </a:lnTo>
                <a:lnTo>
                  <a:pt x="16" y="6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1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6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8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111020" y="-2337962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111020" y="-2307596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111020" y="-22924130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094057" y="-23325997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094057" y="-23601520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121057" y="-23325997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0594300" y="-2334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0121057" y="-23631320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099000" y="-2366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692600" y="-235966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121057" y="-23601520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0291267" y="-23601520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291267" y="-23601520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0461477" y="-23601520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121057" y="-23601520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291267" y="-23601520"/>
            <a:ext cx="85105" cy="1377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376372" y="-23601520"/>
            <a:ext cx="85105" cy="1377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461477" y="-23601520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695533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730991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766452" y="-2332599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801911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837372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872830" y="-2332599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908292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943750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979211" y="-2332599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014670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0050131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085589" y="-2332599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121051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156509" y="-2332599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91971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0227429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0262890" y="-2332599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298349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0333810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369268" y="-23325997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404730" y="-23325997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440188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475649" y="-23325997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511108" y="-23325997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094057" y="-22650701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094057" y="-2292622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121057" y="-22650701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30594300" y="-2266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30121057" y="-22956023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300990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9692600" y="-22783800"/>
            <a:ext cx="850900" cy="127000"/>
          </a:xfrm>
          <a:custGeom>
            <a:avLst/>
            <a:gdLst/>
            <a:ahLst/>
            <a:cxnLst/>
            <a:rect l="l" t="t" r="r" b="b"/>
            <a:pathLst>
              <a:path w="67" h="10">
                <a:moveTo>
                  <a:pt x="47" y="10"/>
                </a:moveTo>
                <a:lnTo>
                  <a:pt x="54" y="0"/>
                </a:lnTo>
                <a:lnTo>
                  <a:pt x="61" y="10"/>
                </a:lnTo>
                <a:lnTo>
                  <a:pt x="67" y="10"/>
                </a:lnTo>
                <a:lnTo>
                  <a:pt x="64" y="10"/>
                </a:lnTo>
                <a:lnTo>
                  <a:pt x="62" y="10"/>
                </a:lnTo>
                <a:lnTo>
                  <a:pt x="59" y="10"/>
                </a:lnTo>
                <a:lnTo>
                  <a:pt x="56" y="10"/>
                </a:lnTo>
                <a:lnTo>
                  <a:pt x="53" y="10"/>
                </a:lnTo>
                <a:lnTo>
                  <a:pt x="50" y="10"/>
                </a:lnTo>
                <a:lnTo>
                  <a:pt x="48" y="10"/>
                </a:lnTo>
                <a:lnTo>
                  <a:pt x="45" y="10"/>
                </a:lnTo>
                <a:lnTo>
                  <a:pt x="42" y="10"/>
                </a:lnTo>
                <a:lnTo>
                  <a:pt x="39" y="10"/>
                </a:lnTo>
                <a:lnTo>
                  <a:pt x="37" y="10"/>
                </a:lnTo>
                <a:lnTo>
                  <a:pt x="34" y="10"/>
                </a:lnTo>
                <a:lnTo>
                  <a:pt x="31" y="10"/>
                </a:lnTo>
                <a:lnTo>
                  <a:pt x="28" y="10"/>
                </a:lnTo>
                <a:lnTo>
                  <a:pt x="25" y="10"/>
                </a:lnTo>
                <a:lnTo>
                  <a:pt x="23" y="10"/>
                </a:lnTo>
                <a:lnTo>
                  <a:pt x="20" y="10"/>
                </a:lnTo>
                <a:lnTo>
                  <a:pt x="17" y="10"/>
                </a:lnTo>
                <a:lnTo>
                  <a:pt x="14" y="10"/>
                </a:lnTo>
                <a:lnTo>
                  <a:pt x="11" y="10"/>
                </a:lnTo>
                <a:lnTo>
                  <a:pt x="9" y="10"/>
                </a:lnTo>
                <a:lnTo>
                  <a:pt x="6" y="10"/>
                </a:lnTo>
                <a:lnTo>
                  <a:pt x="3" y="10"/>
                </a:lnTo>
                <a:lnTo>
                  <a:pt x="0" y="10"/>
                </a:lnTo>
                <a:lnTo>
                  <a:pt x="47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30291267" y="-22788463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0376372" y="-22788463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9695533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9730991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766452" y="-2265070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9801911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837372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872830" y="-2265070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908292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943750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979211" y="-2265070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0014670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050131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0085589" y="-2265070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121051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156509" y="-2265070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191971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227429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262890" y="-2265070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0298349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333810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369268" y="-22650701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404730" y="-22650701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440188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475649" y="-22650701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511108" y="-22650701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9993" y="5891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3673" y="732420"/>
            <a:ext cx="54117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7787" y="937601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contains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those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7787" y="1089430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both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7787" y="1241271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7787" y="1393100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35715" y="1096953"/>
            <a:ext cx="949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53813" y="1096953"/>
            <a:ext cx="113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97474" y="3150930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812" y="3150706"/>
            <a:ext cx="1615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3" y="99077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3" y="129444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510798" y="860333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10798" y="860333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50805" y="860333"/>
            <a:ext cx="0" cy="5400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10798" y="1400339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4584700" y="1016000"/>
            <a:ext cx="215900" cy="228600"/>
          </a:xfrm>
          <a:custGeom>
            <a:avLst/>
            <a:gdLst/>
            <a:ahLst/>
            <a:cxnLst/>
            <a:rect l="l" t="t" r="r" b="b"/>
            <a:pathLst>
              <a:path w="17" h="18">
                <a:moveTo>
                  <a:pt x="17" y="9"/>
                </a:moveTo>
                <a:lnTo>
                  <a:pt x="17" y="7"/>
                </a:lnTo>
                <a:lnTo>
                  <a:pt x="16" y="6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1"/>
                </a:lnTo>
                <a:lnTo>
                  <a:pt x="8" y="0"/>
                </a:lnTo>
                <a:lnTo>
                  <a:pt x="7" y="1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6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8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0690" y="202069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0690" y="2324366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0690" y="247619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693729" y="2074328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693729" y="179880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720729" y="2074328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194300" y="205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720729" y="1769005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990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292600" y="18034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472072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9093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9093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06114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72072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890939" y="1798805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976044" y="1798805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61149" y="1798805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95204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330664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366124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401584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43704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7250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50796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54342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57888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614343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649803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685262" y="2074328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720723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75618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79164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82710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862562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98022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933481" y="2074328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968942" y="2074328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00440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03986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7532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110781" y="2074328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693729" y="2749625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693729" y="2474102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720729" y="2749625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5194300" y="273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4720729" y="2444303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4699000" y="241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4292600" y="2616200"/>
            <a:ext cx="850900" cy="139700"/>
          </a:xfrm>
          <a:custGeom>
            <a:avLst/>
            <a:gdLst/>
            <a:ahLst/>
            <a:cxnLst/>
            <a:rect l="l" t="t" r="r" b="b"/>
            <a:pathLst>
              <a:path w="67" h="11">
                <a:moveTo>
                  <a:pt x="47" y="11"/>
                </a:moveTo>
                <a:lnTo>
                  <a:pt x="54" y="0"/>
                </a:lnTo>
                <a:lnTo>
                  <a:pt x="61" y="11"/>
                </a:lnTo>
                <a:lnTo>
                  <a:pt x="67" y="11"/>
                </a:lnTo>
                <a:lnTo>
                  <a:pt x="64" y="11"/>
                </a:lnTo>
                <a:lnTo>
                  <a:pt x="62" y="11"/>
                </a:lnTo>
                <a:lnTo>
                  <a:pt x="59" y="11"/>
                </a:lnTo>
                <a:lnTo>
                  <a:pt x="56" y="11"/>
                </a:lnTo>
                <a:lnTo>
                  <a:pt x="53" y="11"/>
                </a:lnTo>
                <a:lnTo>
                  <a:pt x="50" y="11"/>
                </a:lnTo>
                <a:lnTo>
                  <a:pt x="48" y="11"/>
                </a:lnTo>
                <a:lnTo>
                  <a:pt x="45" y="11"/>
                </a:lnTo>
                <a:lnTo>
                  <a:pt x="42" y="11"/>
                </a:lnTo>
                <a:lnTo>
                  <a:pt x="39" y="11"/>
                </a:lnTo>
                <a:lnTo>
                  <a:pt x="37" y="11"/>
                </a:lnTo>
                <a:lnTo>
                  <a:pt x="34" y="11"/>
                </a:lnTo>
                <a:lnTo>
                  <a:pt x="31" y="11"/>
                </a:lnTo>
                <a:lnTo>
                  <a:pt x="28" y="11"/>
                </a:lnTo>
                <a:lnTo>
                  <a:pt x="25" y="11"/>
                </a:lnTo>
                <a:lnTo>
                  <a:pt x="23" y="11"/>
                </a:lnTo>
                <a:lnTo>
                  <a:pt x="20" y="11"/>
                </a:lnTo>
                <a:lnTo>
                  <a:pt x="17" y="11"/>
                </a:lnTo>
                <a:lnTo>
                  <a:pt x="14" y="11"/>
                </a:lnTo>
                <a:lnTo>
                  <a:pt x="11" y="11"/>
                </a:lnTo>
                <a:lnTo>
                  <a:pt x="9" y="11"/>
                </a:lnTo>
                <a:lnTo>
                  <a:pt x="6" y="11"/>
                </a:lnTo>
                <a:lnTo>
                  <a:pt x="3" y="11"/>
                </a:lnTo>
                <a:lnTo>
                  <a:pt x="0" y="11"/>
                </a:lnTo>
                <a:lnTo>
                  <a:pt x="47" y="1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4890939" y="2611864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76044" y="2611864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4295204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330664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4366124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4401584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43704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47250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50796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54342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57888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614343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649803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685262" y="2749625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720723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75618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79164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82710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862562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898022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933481" y="2749625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968942" y="2749625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500440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503986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507532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110781" y="2749625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9993" y="5891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3673" y="732420"/>
            <a:ext cx="54117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7787" y="937601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contains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those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7787" y="1089430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both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7787" y="1241271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7787" y="1393100"/>
            <a:ext cx="495760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35715" y="1096953"/>
            <a:ext cx="949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53813" y="1096953"/>
            <a:ext cx="113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73670" y="1762339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7784" y="1967520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weakest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7784" y="211936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7784" y="2271671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∩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min(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7784" y="2423019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7784" y="2574847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7783" y="2726676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619510" y="2039458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19510" y="1763944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259184" y="2221132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249420" y="1641783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19510" y="2714755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19510" y="2439229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259184" y="2896429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49420" y="2317080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97473" y="3150930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23811" y="3150706"/>
            <a:ext cx="161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11017" y="-2434881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11017" y="-24196977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29911119" y="-24555170"/>
            <a:ext cx="0" cy="5400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911119" y="-24555170"/>
            <a:ext cx="5400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451127" y="-24555170"/>
            <a:ext cx="0" cy="5400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9911119" y="-24015165"/>
            <a:ext cx="5400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29984700" y="-243967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0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30162500" y="-243967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6" y="4"/>
                </a:lnTo>
                <a:lnTo>
                  <a:pt x="15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9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3" y="3"/>
                </a:lnTo>
                <a:lnTo>
                  <a:pt x="2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2"/>
                </a:lnTo>
                <a:lnTo>
                  <a:pt x="2" y="14"/>
                </a:lnTo>
                <a:lnTo>
                  <a:pt x="3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9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5" y="15"/>
                </a:lnTo>
                <a:lnTo>
                  <a:pt x="16" y="14"/>
                </a:lnTo>
                <a:lnTo>
                  <a:pt x="16" y="12"/>
                </a:lnTo>
                <a:lnTo>
                  <a:pt x="17" y="10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9984700" y="-243967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0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111013" y="-2347072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111013" y="-2316705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111013" y="-2301522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0094051" y="-2341709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094051" y="-23692618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121051" y="-23417096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594300" y="-2343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0121051" y="-23722418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00990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9692600" y="-23698200"/>
            <a:ext cx="939800" cy="279400"/>
          </a:xfrm>
          <a:custGeom>
            <a:avLst/>
            <a:gdLst/>
            <a:ahLst/>
            <a:cxnLst/>
            <a:rect l="l" t="t" r="r" b="b"/>
            <a:pathLst>
              <a:path w="74" h="22">
                <a:moveTo>
                  <a:pt x="34" y="22"/>
                </a:moveTo>
                <a:lnTo>
                  <a:pt x="47" y="0"/>
                </a:lnTo>
                <a:lnTo>
                  <a:pt x="54" y="11"/>
                </a:lnTo>
                <a:lnTo>
                  <a:pt x="61" y="0"/>
                </a:lnTo>
                <a:lnTo>
                  <a:pt x="74" y="22"/>
                </a:lnTo>
                <a:lnTo>
                  <a:pt x="67" y="22"/>
                </a:lnTo>
                <a:lnTo>
                  <a:pt x="64" y="22"/>
                </a:lnTo>
                <a:lnTo>
                  <a:pt x="62" y="22"/>
                </a:lnTo>
                <a:lnTo>
                  <a:pt x="59" y="22"/>
                </a:lnTo>
                <a:lnTo>
                  <a:pt x="56" y="22"/>
                </a:lnTo>
                <a:lnTo>
                  <a:pt x="53" y="22"/>
                </a:lnTo>
                <a:lnTo>
                  <a:pt x="50" y="22"/>
                </a:lnTo>
                <a:lnTo>
                  <a:pt x="48" y="22"/>
                </a:lnTo>
                <a:lnTo>
                  <a:pt x="45" y="22"/>
                </a:lnTo>
                <a:lnTo>
                  <a:pt x="42" y="22"/>
                </a:lnTo>
                <a:lnTo>
                  <a:pt x="39" y="22"/>
                </a:lnTo>
                <a:lnTo>
                  <a:pt x="37" y="22"/>
                </a:lnTo>
                <a:lnTo>
                  <a:pt x="34" y="22"/>
                </a:lnTo>
                <a:lnTo>
                  <a:pt x="31" y="22"/>
                </a:lnTo>
                <a:lnTo>
                  <a:pt x="28" y="22"/>
                </a:lnTo>
                <a:lnTo>
                  <a:pt x="25" y="22"/>
                </a:lnTo>
                <a:lnTo>
                  <a:pt x="23" y="22"/>
                </a:lnTo>
                <a:lnTo>
                  <a:pt x="20" y="22"/>
                </a:lnTo>
                <a:lnTo>
                  <a:pt x="17" y="22"/>
                </a:lnTo>
                <a:lnTo>
                  <a:pt x="14" y="22"/>
                </a:lnTo>
                <a:lnTo>
                  <a:pt x="11" y="22"/>
                </a:lnTo>
                <a:lnTo>
                  <a:pt x="9" y="22"/>
                </a:lnTo>
                <a:lnTo>
                  <a:pt x="6" y="22"/>
                </a:lnTo>
                <a:lnTo>
                  <a:pt x="3" y="22"/>
                </a:lnTo>
                <a:lnTo>
                  <a:pt x="0" y="22"/>
                </a:lnTo>
                <a:lnTo>
                  <a:pt x="34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30121051" y="-23692618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0291261" y="-23692618"/>
            <a:ext cx="170209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91261" y="-23692618"/>
            <a:ext cx="170209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461470" y="-23692618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121051" y="-23692618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291261" y="-23692618"/>
            <a:ext cx="85105" cy="1377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0376366" y="-23692618"/>
            <a:ext cx="85104" cy="1377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461470" y="-23692618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695526" y="-234170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730985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766446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801904" y="-234170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837366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872824" y="-234170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908286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943744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979205" y="-234170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014664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050125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085583" y="-234170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21045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0156503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0191964" y="-234170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227423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0262884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298342" y="-234170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333804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369262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404723" y="-234170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440182" y="-234170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475643" y="-234170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511101" y="-234170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094051" y="-22741799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094051" y="-23017322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0121051" y="-22741799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305943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30121051" y="-23047121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300990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9692600" y="-230124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30121051" y="-23017322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291261" y="-23017322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376366" y="-23017322"/>
            <a:ext cx="85104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461470" y="-23017322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695526" y="-2274179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730985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766446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801904" y="-22741799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837366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872824" y="-22741799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08286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43744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9205" y="-2274179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014664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050125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085583" y="-22741799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121045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0156503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191964" y="-2274179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227423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262884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298342" y="-22741799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333804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369262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404723" y="-2274179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440182" y="-2274179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475643" y="-22741799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0511101" y="-22741799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7999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3" y="6498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(OR)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97468" y="3150916"/>
            <a:ext cx="887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23946" y="3150692"/>
            <a:ext cx="1614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1" y="105150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1" y="1203350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510798" y="845157"/>
            <a:ext cx="0" cy="5400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10798" y="845157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50805" y="845157"/>
            <a:ext cx="0" cy="5400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10798" y="1385164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45847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7625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6" y="4"/>
                </a:lnTo>
                <a:lnTo>
                  <a:pt x="15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9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3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9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5" y="15"/>
                </a:lnTo>
                <a:lnTo>
                  <a:pt x="16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5847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111020" y="-2347072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111020" y="-2316705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111020" y="-2301522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0094057" y="-23417093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094057" y="-23692615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121057" y="-23417093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594300" y="-2343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0121057" y="-23722415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0099000" y="-2374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9692600" y="-23698200"/>
            <a:ext cx="939800" cy="279400"/>
          </a:xfrm>
          <a:custGeom>
            <a:avLst/>
            <a:gdLst/>
            <a:ahLst/>
            <a:cxnLst/>
            <a:rect l="l" t="t" r="r" b="b"/>
            <a:pathLst>
              <a:path w="74" h="22">
                <a:moveTo>
                  <a:pt x="34" y="22"/>
                </a:moveTo>
                <a:lnTo>
                  <a:pt x="47" y="0"/>
                </a:lnTo>
                <a:lnTo>
                  <a:pt x="54" y="11"/>
                </a:lnTo>
                <a:lnTo>
                  <a:pt x="61" y="0"/>
                </a:lnTo>
                <a:lnTo>
                  <a:pt x="74" y="22"/>
                </a:lnTo>
                <a:lnTo>
                  <a:pt x="67" y="22"/>
                </a:lnTo>
                <a:lnTo>
                  <a:pt x="64" y="22"/>
                </a:lnTo>
                <a:lnTo>
                  <a:pt x="62" y="22"/>
                </a:lnTo>
                <a:lnTo>
                  <a:pt x="59" y="22"/>
                </a:lnTo>
                <a:lnTo>
                  <a:pt x="56" y="22"/>
                </a:lnTo>
                <a:lnTo>
                  <a:pt x="53" y="22"/>
                </a:lnTo>
                <a:lnTo>
                  <a:pt x="50" y="22"/>
                </a:lnTo>
                <a:lnTo>
                  <a:pt x="48" y="22"/>
                </a:lnTo>
                <a:lnTo>
                  <a:pt x="45" y="22"/>
                </a:lnTo>
                <a:lnTo>
                  <a:pt x="42" y="22"/>
                </a:lnTo>
                <a:lnTo>
                  <a:pt x="39" y="22"/>
                </a:lnTo>
                <a:lnTo>
                  <a:pt x="37" y="22"/>
                </a:lnTo>
                <a:lnTo>
                  <a:pt x="34" y="22"/>
                </a:lnTo>
                <a:lnTo>
                  <a:pt x="31" y="22"/>
                </a:lnTo>
                <a:lnTo>
                  <a:pt x="28" y="22"/>
                </a:lnTo>
                <a:lnTo>
                  <a:pt x="25" y="22"/>
                </a:lnTo>
                <a:lnTo>
                  <a:pt x="23" y="22"/>
                </a:lnTo>
                <a:lnTo>
                  <a:pt x="20" y="22"/>
                </a:lnTo>
                <a:lnTo>
                  <a:pt x="17" y="22"/>
                </a:lnTo>
                <a:lnTo>
                  <a:pt x="14" y="22"/>
                </a:lnTo>
                <a:lnTo>
                  <a:pt x="11" y="22"/>
                </a:lnTo>
                <a:lnTo>
                  <a:pt x="9" y="22"/>
                </a:lnTo>
                <a:lnTo>
                  <a:pt x="6" y="22"/>
                </a:lnTo>
                <a:lnTo>
                  <a:pt x="3" y="22"/>
                </a:lnTo>
                <a:lnTo>
                  <a:pt x="0" y="22"/>
                </a:lnTo>
                <a:lnTo>
                  <a:pt x="34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30121057" y="-23692615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0291267" y="-23692615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91267" y="-23692615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461477" y="-23692615"/>
            <a:ext cx="170209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121057" y="-23692615"/>
            <a:ext cx="170210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291267" y="-23692615"/>
            <a:ext cx="85105" cy="1377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0376372" y="-23692615"/>
            <a:ext cx="85105" cy="13776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461477" y="-23692615"/>
            <a:ext cx="170209" cy="2755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695533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730991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766452" y="-23417093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801911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837372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872830" y="-23417093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908292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943750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979211" y="-23417093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0014670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0050131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0085589" y="-23417093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0121051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0156509" y="-23417093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0191971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0227429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0262890" y="-23417093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298349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0333810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369268" y="-23417093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0404730" y="-23417093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0440188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0475649" y="-23417093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0511108" y="-23417093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094057" y="-22741796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094057" y="-23017319"/>
            <a:ext cx="54000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0121057" y="-22741796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305943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30121057" y="-23047118"/>
            <a:ext cx="0" cy="3053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300990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9692600" y="-230124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30121057" y="-23017319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291267" y="-23017319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376372" y="-23017319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461477" y="-23017319"/>
            <a:ext cx="170209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695533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730991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766452" y="-227417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801911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9837372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872830" y="-227417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08292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943750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79211" y="-227417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014670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050131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085589" y="-227417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121051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0156509" y="-227417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191971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0227429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262890" y="-227417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0298349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0333810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0369268" y="-22741796"/>
            <a:ext cx="35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404730" y="-22741796"/>
            <a:ext cx="3545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440188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475649" y="-22741796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0511108" y="-22741796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3" y="6498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(OR)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73672" y="793152"/>
            <a:ext cx="54117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7786" y="998333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both)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set(s)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included.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7786" y="1150174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7785" y="1302003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35715" y="1081765"/>
            <a:ext cx="949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53813" y="1081765"/>
            <a:ext cx="113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97474" y="3150919"/>
            <a:ext cx="887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23952" y="3150695"/>
            <a:ext cx="1614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10691" y="105150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0691" y="1203350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4510798" y="845157"/>
            <a:ext cx="0" cy="5400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10798" y="845157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50805" y="845157"/>
            <a:ext cx="0" cy="5400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4510798" y="1385164"/>
            <a:ext cx="54000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45847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7625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6" y="4"/>
                </a:lnTo>
                <a:lnTo>
                  <a:pt x="15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9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3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9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5" y="15"/>
                </a:lnTo>
                <a:lnTo>
                  <a:pt x="16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584700" y="1003300"/>
            <a:ext cx="215900" cy="215900"/>
          </a:xfrm>
          <a:custGeom>
            <a:avLst/>
            <a:gdLst/>
            <a:ahLst/>
            <a:cxnLst/>
            <a:rect l="l" t="t" r="r" b="b"/>
            <a:pathLst>
              <a:path w="17" h="17">
                <a:moveTo>
                  <a:pt x="17" y="9"/>
                </a:moveTo>
                <a:lnTo>
                  <a:pt x="17" y="7"/>
                </a:lnTo>
                <a:lnTo>
                  <a:pt x="16" y="5"/>
                </a:lnTo>
                <a:lnTo>
                  <a:pt x="15" y="4"/>
                </a:lnTo>
                <a:lnTo>
                  <a:pt x="14" y="3"/>
                </a:lnTo>
                <a:lnTo>
                  <a:pt x="13" y="2"/>
                </a:lnTo>
                <a:lnTo>
                  <a:pt x="12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5" y="1"/>
                </a:lnTo>
                <a:lnTo>
                  <a:pt x="4" y="2"/>
                </a:lnTo>
                <a:lnTo>
                  <a:pt x="2" y="3"/>
                </a:lnTo>
                <a:lnTo>
                  <a:pt x="1" y="4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2"/>
                </a:lnTo>
                <a:lnTo>
                  <a:pt x="1" y="14"/>
                </a:lnTo>
                <a:lnTo>
                  <a:pt x="2" y="15"/>
                </a:lnTo>
                <a:lnTo>
                  <a:pt x="4" y="16"/>
                </a:lnTo>
                <a:lnTo>
                  <a:pt x="5" y="17"/>
                </a:lnTo>
                <a:lnTo>
                  <a:pt x="7" y="17"/>
                </a:lnTo>
                <a:lnTo>
                  <a:pt x="8" y="17"/>
                </a:lnTo>
                <a:lnTo>
                  <a:pt x="10" y="17"/>
                </a:lnTo>
                <a:lnTo>
                  <a:pt x="12" y="17"/>
                </a:lnTo>
                <a:lnTo>
                  <a:pt x="13" y="16"/>
                </a:lnTo>
                <a:lnTo>
                  <a:pt x="14" y="15"/>
                </a:lnTo>
                <a:lnTo>
                  <a:pt x="15" y="14"/>
                </a:lnTo>
                <a:lnTo>
                  <a:pt x="16" y="12"/>
                </a:lnTo>
                <a:lnTo>
                  <a:pt x="17" y="11"/>
                </a:lnTo>
                <a:lnTo>
                  <a:pt x="17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0690" y="192959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10690" y="2233269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0690" y="23850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693729" y="1983232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693729" y="1707708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20729" y="1983232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194300" y="1968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4720729" y="1677909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4699000" y="165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292600" y="1701800"/>
            <a:ext cx="939800" cy="279400"/>
          </a:xfrm>
          <a:custGeom>
            <a:avLst/>
            <a:gdLst/>
            <a:ahLst/>
            <a:cxnLst/>
            <a:rect l="l" t="t" r="r" b="b"/>
            <a:pathLst>
              <a:path w="74" h="22">
                <a:moveTo>
                  <a:pt x="34" y="22"/>
                </a:moveTo>
                <a:lnTo>
                  <a:pt x="47" y="0"/>
                </a:lnTo>
                <a:lnTo>
                  <a:pt x="54" y="11"/>
                </a:lnTo>
                <a:lnTo>
                  <a:pt x="61" y="0"/>
                </a:lnTo>
                <a:lnTo>
                  <a:pt x="74" y="22"/>
                </a:lnTo>
                <a:lnTo>
                  <a:pt x="67" y="22"/>
                </a:lnTo>
                <a:lnTo>
                  <a:pt x="64" y="22"/>
                </a:lnTo>
                <a:lnTo>
                  <a:pt x="62" y="22"/>
                </a:lnTo>
                <a:lnTo>
                  <a:pt x="59" y="22"/>
                </a:lnTo>
                <a:lnTo>
                  <a:pt x="56" y="22"/>
                </a:lnTo>
                <a:lnTo>
                  <a:pt x="53" y="22"/>
                </a:lnTo>
                <a:lnTo>
                  <a:pt x="50" y="22"/>
                </a:lnTo>
                <a:lnTo>
                  <a:pt x="48" y="22"/>
                </a:lnTo>
                <a:lnTo>
                  <a:pt x="45" y="22"/>
                </a:lnTo>
                <a:lnTo>
                  <a:pt x="42" y="22"/>
                </a:lnTo>
                <a:lnTo>
                  <a:pt x="39" y="22"/>
                </a:lnTo>
                <a:lnTo>
                  <a:pt x="37" y="22"/>
                </a:lnTo>
                <a:lnTo>
                  <a:pt x="34" y="22"/>
                </a:lnTo>
                <a:lnTo>
                  <a:pt x="31" y="22"/>
                </a:lnTo>
                <a:lnTo>
                  <a:pt x="28" y="22"/>
                </a:lnTo>
                <a:lnTo>
                  <a:pt x="25" y="22"/>
                </a:lnTo>
                <a:lnTo>
                  <a:pt x="23" y="22"/>
                </a:lnTo>
                <a:lnTo>
                  <a:pt x="20" y="22"/>
                </a:lnTo>
                <a:lnTo>
                  <a:pt x="17" y="22"/>
                </a:lnTo>
                <a:lnTo>
                  <a:pt x="14" y="22"/>
                </a:lnTo>
                <a:lnTo>
                  <a:pt x="11" y="22"/>
                </a:lnTo>
                <a:lnTo>
                  <a:pt x="9" y="22"/>
                </a:lnTo>
                <a:lnTo>
                  <a:pt x="6" y="22"/>
                </a:lnTo>
                <a:lnTo>
                  <a:pt x="3" y="22"/>
                </a:lnTo>
                <a:lnTo>
                  <a:pt x="0" y="22"/>
                </a:lnTo>
                <a:lnTo>
                  <a:pt x="34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V="1">
            <a:off x="472072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89093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89093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06114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72072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890939" y="1707708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76044" y="1707708"/>
            <a:ext cx="85105" cy="137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061149" y="1707708"/>
            <a:ext cx="170210" cy="2755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95204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330664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366124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401584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3704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47250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50796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54342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57888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614343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649803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685262" y="1983232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720723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75618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79164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82710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862562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898022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4933481" y="1983232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968942" y="1983232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500440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03986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07532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110781" y="1983232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693729" y="2658529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693729" y="2383006"/>
            <a:ext cx="54001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720729" y="2658529"/>
            <a:ext cx="4853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5194300" y="264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4720729" y="2353206"/>
            <a:ext cx="0" cy="3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46990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4292600" y="2387600"/>
            <a:ext cx="939800" cy="266700"/>
          </a:xfrm>
          <a:custGeom>
            <a:avLst/>
            <a:gdLst/>
            <a:ahLst/>
            <a:cxnLst/>
            <a:rect l="l" t="t" r="r" b="b"/>
            <a:pathLst>
              <a:path w="74" h="21">
                <a:moveTo>
                  <a:pt x="34" y="21"/>
                </a:moveTo>
                <a:lnTo>
                  <a:pt x="47" y="0"/>
                </a:lnTo>
                <a:lnTo>
                  <a:pt x="54" y="10"/>
                </a:lnTo>
                <a:lnTo>
                  <a:pt x="61" y="0"/>
                </a:lnTo>
                <a:lnTo>
                  <a:pt x="74" y="21"/>
                </a:lnTo>
                <a:lnTo>
                  <a:pt x="67" y="21"/>
                </a:lnTo>
                <a:lnTo>
                  <a:pt x="64" y="21"/>
                </a:lnTo>
                <a:lnTo>
                  <a:pt x="62" y="21"/>
                </a:lnTo>
                <a:lnTo>
                  <a:pt x="59" y="21"/>
                </a:lnTo>
                <a:lnTo>
                  <a:pt x="56" y="21"/>
                </a:lnTo>
                <a:lnTo>
                  <a:pt x="53" y="21"/>
                </a:lnTo>
                <a:lnTo>
                  <a:pt x="50" y="21"/>
                </a:lnTo>
                <a:lnTo>
                  <a:pt x="48" y="21"/>
                </a:lnTo>
                <a:lnTo>
                  <a:pt x="45" y="21"/>
                </a:lnTo>
                <a:lnTo>
                  <a:pt x="42" y="21"/>
                </a:lnTo>
                <a:lnTo>
                  <a:pt x="39" y="21"/>
                </a:lnTo>
                <a:lnTo>
                  <a:pt x="37" y="21"/>
                </a:lnTo>
                <a:lnTo>
                  <a:pt x="34" y="21"/>
                </a:lnTo>
                <a:lnTo>
                  <a:pt x="31" y="21"/>
                </a:lnTo>
                <a:lnTo>
                  <a:pt x="28" y="21"/>
                </a:lnTo>
                <a:lnTo>
                  <a:pt x="25" y="21"/>
                </a:lnTo>
                <a:lnTo>
                  <a:pt x="23" y="21"/>
                </a:lnTo>
                <a:lnTo>
                  <a:pt x="20" y="21"/>
                </a:lnTo>
                <a:lnTo>
                  <a:pt x="17" y="21"/>
                </a:lnTo>
                <a:lnTo>
                  <a:pt x="14" y="21"/>
                </a:lnTo>
                <a:lnTo>
                  <a:pt x="11" y="21"/>
                </a:lnTo>
                <a:lnTo>
                  <a:pt x="9" y="21"/>
                </a:lnTo>
                <a:lnTo>
                  <a:pt x="6" y="21"/>
                </a:lnTo>
                <a:lnTo>
                  <a:pt x="3" y="21"/>
                </a:lnTo>
                <a:lnTo>
                  <a:pt x="0" y="21"/>
                </a:lnTo>
                <a:lnTo>
                  <a:pt x="34" y="2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4720729" y="2383006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890939" y="2383006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976044" y="2383006"/>
            <a:ext cx="85105" cy="1377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061149" y="2383006"/>
            <a:ext cx="170210" cy="2755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4295204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330664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366124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401584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43704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47250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50796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54342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7888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614343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649803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685262" y="265852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720723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75618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79164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82710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862562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4898022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933481" y="2658529"/>
            <a:ext cx="3546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968942" y="2658529"/>
            <a:ext cx="3545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500440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03986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07532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110781" y="2658529"/>
            <a:ext cx="354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Picture 1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Operations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sets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3" y="6498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(OR)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73672" y="793152"/>
            <a:ext cx="54117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7786" y="998333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either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both)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set(s)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included.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7786" y="1150174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7785" y="1302003"/>
            <a:ext cx="49576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35715" y="1081765"/>
            <a:ext cx="9496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53813" y="1081765"/>
            <a:ext cx="113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73670" y="1671242"/>
            <a:ext cx="54117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7784" y="1876424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strongest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7784" y="202825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union.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7784" y="2180574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∪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max(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27784" y="2331922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27784" y="2483751"/>
            <a:ext cx="495761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27783" y="2635579"/>
            <a:ext cx="49576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9510" y="1948361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619510" y="1672848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259184" y="2130035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249420" y="1550686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9510" y="2623659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19510" y="2348132"/>
            <a:ext cx="11658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259184" y="2805320"/>
            <a:ext cx="5262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49420" y="2225971"/>
            <a:ext cx="15359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97473" y="3150918"/>
            <a:ext cx="887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23950" y="3150694"/>
            <a:ext cx="1614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discourse,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9860" y="779815"/>
            <a:ext cx="35455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5733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2722" y="1326893"/>
            <a:ext cx="43226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55291" y="1516682"/>
            <a:ext cx="43301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8123" y="1706470"/>
            <a:ext cx="4327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4" y="2118866"/>
            <a:ext cx="542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14" y="2391173"/>
            <a:ext cx="53159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4" y="261878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6" y="2846379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281" y="3150693"/>
            <a:ext cx="1621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discourse,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9860" y="779815"/>
            <a:ext cx="35455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5733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2722" y="1326893"/>
            <a:ext cx="43226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55291" y="1516682"/>
            <a:ext cx="43301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8123" y="1706470"/>
            <a:ext cx="4327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4" y="2118866"/>
            <a:ext cx="542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14" y="2391173"/>
            <a:ext cx="53159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{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4" y="261878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6" y="2846379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281" y="3150693"/>
            <a:ext cx="1621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discourse,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9860" y="779815"/>
            <a:ext cx="35455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5733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2722" y="1326893"/>
            <a:ext cx="43226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55291" y="1516682"/>
            <a:ext cx="43301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8123" y="1706470"/>
            <a:ext cx="4327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4" y="2118866"/>
            <a:ext cx="542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14" y="2391173"/>
            <a:ext cx="53159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{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4" y="261878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{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6" y="2846379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6" y="3150917"/>
            <a:ext cx="8879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281" y="3150693"/>
            <a:ext cx="1621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133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universe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discourse,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39860" y="779815"/>
            <a:ext cx="35455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5733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2722" y="1326893"/>
            <a:ext cx="43226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55291" y="1516682"/>
            <a:ext cx="43301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8123" y="1706470"/>
            <a:ext cx="43272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{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004" y="2118866"/>
            <a:ext cx="542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14" y="2391173"/>
            <a:ext cx="53159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{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4" y="261878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{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6" y="2846379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∩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∪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{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  <a:r>
              <a:rPr sz="797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7479" y="3150917"/>
            <a:ext cx="887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284" y="3150693"/>
            <a:ext cx="16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02 Fuzzy Logic and Fuzzy Sets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2 uses scikit-fuzzy to build and evaluate Mamdani control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physical-AI extension applies fuzzy brake/throttle logic to a simulated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updated solution checks optional dependencies and supports a standalone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Fuzzy Logic and Fuzzy Sets - presentation</dc:title>
  <dc:subject>Editable objects converted from 02 Fuzzy Logic and Fuzzy Sets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