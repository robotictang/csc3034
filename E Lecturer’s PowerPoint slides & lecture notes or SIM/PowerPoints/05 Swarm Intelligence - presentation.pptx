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6.jp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jp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jp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jp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8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0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1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jp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3.jp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4.jp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5.jp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jp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7.jp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8.jp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9.jp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0.jp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1.jp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2.jp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3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4.jp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5.jp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6.jp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7.jp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8.jp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9.jp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0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1.jp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2.jp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jp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4.jp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5.jp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jp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7.jp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jp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9.jp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jp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1.jp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2.jp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jp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jp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jp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6.jp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7.jp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8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9.jp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0.jp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1.jp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2.jp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0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0-1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059" y="0"/>
            <a:ext cx="9713881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 Swarm Intelligence - presentation</dc:title>
  <dc:subject>Converted from 05 Swarm Intelligence - presentation.pdf; 183 pages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