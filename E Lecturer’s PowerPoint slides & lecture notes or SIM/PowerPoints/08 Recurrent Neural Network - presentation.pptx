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7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7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7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7-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59" y="0"/>
            <a:ext cx="971388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Recurrent Neural Network - presentation</dc:title>
  <dc:subject>Converted from 08 Recurrent Neural Network - presentation.pdf; 78 pages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