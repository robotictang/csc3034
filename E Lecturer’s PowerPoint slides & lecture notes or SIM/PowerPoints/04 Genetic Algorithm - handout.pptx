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7-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Genetic Algorithm - handout</dc:title>
  <dc:subject>Converted from 04 Genetic Algorithm - handout.pdf; 91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