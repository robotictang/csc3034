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36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Fundamental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ideas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8355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algorithm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3634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743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formulation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123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Example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5031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Evolution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88301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Variants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4123" y="3150694"/>
            <a:ext cx="1212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2606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4798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195891" y="1785672"/>
            <a:ext cx="0" cy="2766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171700" y="176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6393" y="1041709"/>
            <a:ext cx="3649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71154" y="1570981"/>
            <a:ext cx="41142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8965" y="1572635"/>
            <a:ext cx="4156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31667" y="1570981"/>
            <a:ext cx="2753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31187" y="2104076"/>
            <a:ext cx="4154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133" y="3150693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24328" y="1464908"/>
            <a:ext cx="14667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64675" y="1464908"/>
            <a:ext cx="32927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932" y="1636980"/>
            <a:ext cx="17548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03096" y="1636980"/>
            <a:ext cx="23049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1437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31740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organism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894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 in dynamically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 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environments.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1839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Charles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0115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foundation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284" y="3150694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78809" y="2028621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33038" y="2028621"/>
            <a:ext cx="210668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21683" y="2028621"/>
            <a:ext cx="109195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24541" y="2028621"/>
            <a:ext cx="184353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502569" y="2028621"/>
            <a:ext cx="258242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1709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137706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limited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resources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5" y="161493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competes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5" y="1852807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9405" y="2090678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passed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offsprings.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405" y="232853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dominant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773" y="3150916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2602" y="3150692"/>
            <a:ext cx="122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8" y="193173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9" y="21569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222304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production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cause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changes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415465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(mutation).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6" y="1612004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beneficial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888658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2113867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5" y="230030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dominant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5" y="2590157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organism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2448" y="3150693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fittest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fundamental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components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6473" y="3150693"/>
            <a:ext cx="118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34287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60098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68" y="3150917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3588" y="3150693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Generic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4288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54053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purpose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71261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 the best 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447" y="3150694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436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497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purchasing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specifications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542908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money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5" y="17394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transportation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19326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time/cost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21291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choosing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book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writing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3223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readability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printing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4" y="25188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think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9403" y="2756706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problems?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770" y="315092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31700" y="3150696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Generic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943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50873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76684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54777" y="3150694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6" name="Picture 9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40209" y="3150693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362200" y="914400"/>
            <a:ext cx="1435100" cy="279400"/>
          </a:xfrm>
          <a:custGeom>
            <a:avLst/>
            <a:gdLst/>
            <a:ahLst/>
            <a:cxnLst/>
            <a:rect l="l" t="t" r="r" b="b"/>
            <a:pathLst>
              <a:path w="113" h="22">
                <a:moveTo>
                  <a:pt x="109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09" y="22"/>
                </a:lnTo>
                <a:lnTo>
                  <a:pt x="109" y="22"/>
                </a:lnTo>
                <a:lnTo>
                  <a:pt x="110" y="22"/>
                </a:lnTo>
                <a:lnTo>
                  <a:pt x="111" y="22"/>
                </a:lnTo>
                <a:lnTo>
                  <a:pt x="111" y="21"/>
                </a:lnTo>
                <a:lnTo>
                  <a:pt x="112" y="21"/>
                </a:lnTo>
                <a:lnTo>
                  <a:pt x="112" y="20"/>
                </a:lnTo>
                <a:lnTo>
                  <a:pt x="112" y="19"/>
                </a:lnTo>
                <a:lnTo>
                  <a:pt x="113" y="18"/>
                </a:lnTo>
                <a:lnTo>
                  <a:pt x="113" y="4"/>
                </a:lnTo>
                <a:lnTo>
                  <a:pt x="112" y="3"/>
                </a:lnTo>
                <a:lnTo>
                  <a:pt x="112" y="3"/>
                </a:lnTo>
                <a:lnTo>
                  <a:pt x="112" y="2"/>
                </a:lnTo>
                <a:lnTo>
                  <a:pt x="111" y="1"/>
                </a:lnTo>
                <a:lnTo>
                  <a:pt x="111" y="1"/>
                </a:lnTo>
                <a:lnTo>
                  <a:pt x="110" y="1"/>
                </a:lnTo>
                <a:lnTo>
                  <a:pt x="109" y="0"/>
                </a:lnTo>
                <a:lnTo>
                  <a:pt x="109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40209" y="3150693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Initialisation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32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453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25972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495261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Larger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diversity,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improves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exploration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higher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6" y="1667334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complexity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39406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solutions,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converge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011478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7" y="220614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4" y="2441665"/>
            <a:ext cx="51483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uniformly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entire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667000" y="1333500"/>
            <a:ext cx="812800" cy="279400"/>
          </a:xfrm>
          <a:custGeom>
            <a:avLst/>
            <a:gdLst/>
            <a:ahLst/>
            <a:cxnLst/>
            <a:rect l="l" t="t" r="r" b="b"/>
            <a:pathLst>
              <a:path w="64" h="22">
                <a:moveTo>
                  <a:pt x="60" y="0"/>
                </a:move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1" y="19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3" y="22"/>
                </a:lnTo>
                <a:lnTo>
                  <a:pt x="3" y="22"/>
                </a:lnTo>
                <a:lnTo>
                  <a:pt x="4" y="22"/>
                </a:lnTo>
                <a:lnTo>
                  <a:pt x="60" y="22"/>
                </a:lnTo>
                <a:lnTo>
                  <a:pt x="61" y="22"/>
                </a:lnTo>
                <a:lnTo>
                  <a:pt x="62" y="22"/>
                </a:lnTo>
                <a:lnTo>
                  <a:pt x="62" y="21"/>
                </a:lnTo>
                <a:lnTo>
                  <a:pt x="63" y="21"/>
                </a:lnTo>
                <a:lnTo>
                  <a:pt x="63" y="20"/>
                </a:lnTo>
                <a:lnTo>
                  <a:pt x="64" y="19"/>
                </a:lnTo>
                <a:lnTo>
                  <a:pt x="64" y="19"/>
                </a:lnTo>
                <a:lnTo>
                  <a:pt x="64" y="18"/>
                </a:lnTo>
                <a:lnTo>
                  <a:pt x="64" y="4"/>
                </a:lnTo>
                <a:lnTo>
                  <a:pt x="64" y="3"/>
                </a:lnTo>
                <a:lnTo>
                  <a:pt x="64" y="2"/>
                </a:lnTo>
                <a:lnTo>
                  <a:pt x="63" y="2"/>
                </a:lnTo>
                <a:lnTo>
                  <a:pt x="63" y="1"/>
                </a:lnTo>
                <a:lnTo>
                  <a:pt x="62" y="1"/>
                </a:lnTo>
                <a:lnTo>
                  <a:pt x="62" y="0"/>
                </a:lnTo>
                <a:lnTo>
                  <a:pt x="61" y="0"/>
                </a:lnTo>
                <a:lnTo>
                  <a:pt x="60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39371" y="3150693"/>
            <a:ext cx="146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911600" y="1181100"/>
            <a:ext cx="762000" cy="419100"/>
          </a:xfrm>
          <a:custGeom>
            <a:avLst/>
            <a:gdLst/>
            <a:ahLst/>
            <a:cxnLst/>
            <a:rect l="l" t="t" r="r" b="b"/>
            <a:pathLst>
              <a:path w="60" h="33">
                <a:moveTo>
                  <a:pt x="56" y="0"/>
                </a:move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9"/>
                </a:lnTo>
                <a:lnTo>
                  <a:pt x="0" y="29"/>
                </a:lnTo>
                <a:lnTo>
                  <a:pt x="1" y="30"/>
                </a:lnTo>
                <a:lnTo>
                  <a:pt x="1" y="31"/>
                </a:lnTo>
                <a:lnTo>
                  <a:pt x="2" y="31"/>
                </a:lnTo>
                <a:lnTo>
                  <a:pt x="2" y="32"/>
                </a:lnTo>
                <a:lnTo>
                  <a:pt x="3" y="32"/>
                </a:lnTo>
                <a:lnTo>
                  <a:pt x="4" y="33"/>
                </a:lnTo>
                <a:lnTo>
                  <a:pt x="4" y="33"/>
                </a:lnTo>
                <a:lnTo>
                  <a:pt x="56" y="33"/>
                </a:lnTo>
                <a:lnTo>
                  <a:pt x="57" y="33"/>
                </a:lnTo>
                <a:lnTo>
                  <a:pt x="58" y="32"/>
                </a:lnTo>
                <a:lnTo>
                  <a:pt x="58" y="32"/>
                </a:lnTo>
                <a:lnTo>
                  <a:pt x="59" y="31"/>
                </a:lnTo>
                <a:lnTo>
                  <a:pt x="59" y="31"/>
                </a:lnTo>
                <a:lnTo>
                  <a:pt x="60" y="30"/>
                </a:lnTo>
                <a:lnTo>
                  <a:pt x="60" y="29"/>
                </a:lnTo>
                <a:lnTo>
                  <a:pt x="60" y="29"/>
                </a:lnTo>
                <a:lnTo>
                  <a:pt x="60" y="4"/>
                </a:lnTo>
                <a:lnTo>
                  <a:pt x="60" y="3"/>
                </a:lnTo>
                <a:lnTo>
                  <a:pt x="60" y="2"/>
                </a:lnTo>
                <a:lnTo>
                  <a:pt x="59" y="1"/>
                </a:lnTo>
                <a:lnTo>
                  <a:pt x="59" y="1"/>
                </a:lnTo>
                <a:lnTo>
                  <a:pt x="58" y="0"/>
                </a:lnTo>
                <a:lnTo>
                  <a:pt x="58" y="0"/>
                </a:lnTo>
                <a:lnTo>
                  <a:pt x="57" y="0"/>
                </a:lnTo>
                <a:lnTo>
                  <a:pt x="5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975100" y="1727200"/>
            <a:ext cx="635000" cy="254000"/>
          </a:xfrm>
          <a:custGeom>
            <a:avLst/>
            <a:gdLst/>
            <a:ahLst/>
            <a:cxnLst/>
            <a:rect l="l" t="t" r="r" b="b"/>
            <a:pathLst>
              <a:path w="50" h="20">
                <a:moveTo>
                  <a:pt x="46" y="0"/>
                </a:move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16"/>
                </a:lnTo>
                <a:lnTo>
                  <a:pt x="0" y="17"/>
                </a:lnTo>
                <a:lnTo>
                  <a:pt x="1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3" y="20"/>
                </a:lnTo>
                <a:lnTo>
                  <a:pt x="3" y="20"/>
                </a:lnTo>
                <a:lnTo>
                  <a:pt x="4" y="20"/>
                </a:lnTo>
                <a:lnTo>
                  <a:pt x="46" y="20"/>
                </a:lnTo>
                <a:lnTo>
                  <a:pt x="47" y="20"/>
                </a:lnTo>
                <a:lnTo>
                  <a:pt x="48" y="20"/>
                </a:lnTo>
                <a:lnTo>
                  <a:pt x="48" y="20"/>
                </a:lnTo>
                <a:lnTo>
                  <a:pt x="49" y="19"/>
                </a:lnTo>
                <a:lnTo>
                  <a:pt x="49" y="19"/>
                </a:lnTo>
                <a:lnTo>
                  <a:pt x="50" y="18"/>
                </a:lnTo>
                <a:lnTo>
                  <a:pt x="50" y="17"/>
                </a:lnTo>
                <a:lnTo>
                  <a:pt x="50" y="16"/>
                </a:lnTo>
                <a:lnTo>
                  <a:pt x="50" y="4"/>
                </a:lnTo>
                <a:lnTo>
                  <a:pt x="50" y="3"/>
                </a:lnTo>
                <a:lnTo>
                  <a:pt x="50" y="3"/>
                </a:lnTo>
                <a:lnTo>
                  <a:pt x="49" y="2"/>
                </a:lnTo>
                <a:lnTo>
                  <a:pt x="49" y="1"/>
                </a:lnTo>
                <a:lnTo>
                  <a:pt x="48" y="1"/>
                </a:lnTo>
                <a:lnTo>
                  <a:pt x="48" y="0"/>
                </a:lnTo>
                <a:lnTo>
                  <a:pt x="47" y="0"/>
                </a:lnTo>
                <a:lnTo>
                  <a:pt x="4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as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parent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pairs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Crossover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39371" y="3150693"/>
            <a:ext cx="146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1185314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08048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030782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453515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876259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298992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72172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44460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567206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989940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1185326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08060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030794" y="264104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453527" y="264104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76271" y="264104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299005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721739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44472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67219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89953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3" name="TextBox 21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One-point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192928" y="1532399"/>
            <a:ext cx="3592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615658" y="1532399"/>
            <a:ext cx="3169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038389" y="1532399"/>
            <a:ext cx="27470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461136" y="1532399"/>
            <a:ext cx="2324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883869" y="1532399"/>
            <a:ext cx="19015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327656" y="1532399"/>
            <a:ext cx="14577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750390" y="1532399"/>
            <a:ext cx="1035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73136" y="1532399"/>
            <a:ext cx="6122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97170" y="1818878"/>
            <a:ext cx="1688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62531" y="2390245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5937" y="2676199"/>
            <a:ext cx="5349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638569" y="3150693"/>
            <a:ext cx="1468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44718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38128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1185314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08048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030782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453515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876259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298992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2172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144460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56720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89940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1185326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08060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030794" y="264104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453527" y="264104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76271" y="264104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299005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21739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44472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67219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989953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" name="Picture 2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1" name="Picture 2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2" name="TextBox 2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Two-point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13987" y="1532399"/>
            <a:ext cx="35714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636721" y="1532399"/>
            <a:ext cx="31486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059455" y="1532399"/>
            <a:ext cx="27259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482201" y="153239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883876" y="153239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306606" y="1532399"/>
            <a:ext cx="14787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729337" y="153239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152068" y="153239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983497" y="1818878"/>
            <a:ext cx="38018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674438" y="1818878"/>
            <a:ext cx="21109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62531" y="2390245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5937" y="2676199"/>
            <a:ext cx="5349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642595" y="3150693"/>
            <a:ext cx="1428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38128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60860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983605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1185314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08048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030782" y="233904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453515" y="233904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876259" y="233904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98992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721726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144460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67206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89940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1601734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02446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47199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69931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292676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715408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138140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560873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98361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1185326" y="262500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608060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30794" y="262500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453527" y="262500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876271" y="262500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99005" y="262500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721739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144472" y="262500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567219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989953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1601747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024479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44721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869944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292688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542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138153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560885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983630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1185339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95422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018154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0887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63619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286364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09096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131828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54560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977305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85339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422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018154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440887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63619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286364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709096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31828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554560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977305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185339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595422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018154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440887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63619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286364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709096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131828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554560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77305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85339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95422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018154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440887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863619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86364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709096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131828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554560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977305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85339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595422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018154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440887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63619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286364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709096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31828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54560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977305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85339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595422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018154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0887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863619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286364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09096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131828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54560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77305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185339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595422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018154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440887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863619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286364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3709096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31828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554560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977305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185339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595422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018154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440887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863619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3286364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709096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131828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554560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977305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8004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59993" y="6358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40409" y="94446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13803" y="123041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92948" y="151635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368513" y="1516359"/>
            <a:ext cx="44168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770188" y="1516359"/>
            <a:ext cx="4015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213990" y="1516359"/>
            <a:ext cx="35714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636724" y="1516359"/>
            <a:ext cx="31486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038399" y="1516359"/>
            <a:ext cx="2746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482201" y="151635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883876" y="151635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27662" y="1516359"/>
            <a:ext cx="1457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729337" y="151635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152068" y="151635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355695" y="1802839"/>
            <a:ext cx="44297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201176" y="1802839"/>
            <a:ext cx="3584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623910" y="1802839"/>
            <a:ext cx="3161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469390" y="1802839"/>
            <a:ext cx="2316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314858" y="1802839"/>
            <a:ext cx="1470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250320" y="2088780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62531" y="2374206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35937" y="2660147"/>
            <a:ext cx="5349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898807" y="3150918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639712" y="3150694"/>
            <a:ext cx="145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5000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multi-recombination?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03805" y="1482597"/>
            <a:ext cx="444461" cy="222681"/>
          </a:xfrm>
          <a:prstGeom prst="rect">
            <a:avLst/>
          </a:prstGeom>
          <a:solidFill>
            <a:srgbClr val="C7E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53322" y="1482597"/>
            <a:ext cx="444462" cy="222681"/>
          </a:xfrm>
          <a:prstGeom prst="rect">
            <a:avLst/>
          </a:prstGeom>
          <a:solidFill>
            <a:srgbClr val="A1D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02851" y="1482597"/>
            <a:ext cx="444462" cy="222681"/>
          </a:xfrm>
          <a:prstGeom prst="rect">
            <a:avLst/>
          </a:prstGeom>
          <a:solidFill>
            <a:srgbClr val="7FC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52380" y="1482597"/>
            <a:ext cx="444462" cy="222681"/>
          </a:xfrm>
          <a:prstGeom prst="rect">
            <a:avLst/>
          </a:prstGeom>
          <a:solidFill>
            <a:srgbClr val="41B6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01897" y="1482597"/>
            <a:ext cx="444462" cy="222681"/>
          </a:xfrm>
          <a:prstGeom prst="rect">
            <a:avLst/>
          </a:prstGeom>
          <a:solidFill>
            <a:srgbClr val="1D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51426" y="1482597"/>
            <a:ext cx="444462" cy="222681"/>
          </a:xfrm>
          <a:prstGeom prst="rect">
            <a:avLst/>
          </a:prstGeom>
          <a:solidFill>
            <a:srgbClr val="2C7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362533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0222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51749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801266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50795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0032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14984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59937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048899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498415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94794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39747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62533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0222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351749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801266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250795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0032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14984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59937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048899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498415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94794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39747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803805" y="1927961"/>
            <a:ext cx="444462" cy="222681"/>
          </a:xfrm>
          <a:prstGeom prst="rect">
            <a:avLst/>
          </a:prstGeom>
          <a:solidFill>
            <a:srgbClr val="2C7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253321" y="1927962"/>
            <a:ext cx="444462" cy="222681"/>
          </a:xfrm>
          <a:prstGeom prst="rect">
            <a:avLst/>
          </a:prstGeom>
          <a:solidFill>
            <a:srgbClr val="1D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02850" y="1927961"/>
            <a:ext cx="444462" cy="222681"/>
          </a:xfrm>
          <a:prstGeom prst="rect">
            <a:avLst/>
          </a:prstGeom>
          <a:solidFill>
            <a:srgbClr val="41B6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152380" y="1927962"/>
            <a:ext cx="444462" cy="222681"/>
          </a:xfrm>
          <a:prstGeom prst="rect">
            <a:avLst/>
          </a:prstGeom>
          <a:solidFill>
            <a:srgbClr val="7FC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01896" y="1927961"/>
            <a:ext cx="444462" cy="222681"/>
          </a:xfrm>
          <a:prstGeom prst="rect">
            <a:avLst/>
          </a:prstGeom>
          <a:solidFill>
            <a:srgbClr val="A1D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051425" y="1927962"/>
            <a:ext cx="444462" cy="222681"/>
          </a:xfrm>
          <a:prstGeom prst="rect">
            <a:avLst/>
          </a:prstGeom>
          <a:solidFill>
            <a:srgbClr val="C7E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36253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02219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351748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01265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250794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0032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149840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99369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048898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498415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47944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39747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Asexual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3" y="114230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inversion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switching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portion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0981" y="1517743"/>
            <a:ext cx="53444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05169" y="1517743"/>
            <a:ext cx="46802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533690" y="1517743"/>
            <a:ext cx="4251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04211" y="1517743"/>
            <a:ext cx="37811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53741" y="1517743"/>
            <a:ext cx="33316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82201" y="1517743"/>
            <a:ext cx="29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52786" y="1517743"/>
            <a:ext cx="24326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81246" y="1517743"/>
            <a:ext cx="2004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51832" y="1517743"/>
            <a:ext cx="15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80354" y="1517743"/>
            <a:ext cx="11050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29796" y="1517743"/>
            <a:ext cx="655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996769" y="1760566"/>
            <a:ext cx="37886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44401" y="1760566"/>
            <a:ext cx="15409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6901" y="1963120"/>
            <a:ext cx="52684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05165" y="1963120"/>
            <a:ext cx="46802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533625" y="1963120"/>
            <a:ext cx="42517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04210" y="1963120"/>
            <a:ext cx="37811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432684" y="1963120"/>
            <a:ext cx="3352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903256" y="1963120"/>
            <a:ext cx="28821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31729" y="1963120"/>
            <a:ext cx="24536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802315" y="1963120"/>
            <a:ext cx="19830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51831" y="1963120"/>
            <a:ext cx="15335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80305" y="1963120"/>
            <a:ext cx="11050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129821" y="1963120"/>
            <a:ext cx="655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17133" y="3150706"/>
            <a:ext cx="168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58697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8409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0949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4882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028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680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110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364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186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725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57777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03158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2855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5395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793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0474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014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5554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092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58697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8409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0949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4882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6028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85680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110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364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186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725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57777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03158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2855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5395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793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0474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014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5554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092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1158697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8409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0949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34882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028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85680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110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364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6186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8725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5777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00315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42855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85395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27934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70474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13014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55554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8092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57777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00315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42855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85395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27934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704741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13014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5553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98092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577783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28569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5396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79354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0153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55552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093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1158707" y="2641041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584108" y="2641041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009509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434897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60297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285698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11085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36486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61886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987274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 flipV="1">
            <a:off x="157779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003182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42858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5398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27936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704766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13016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55556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98095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1158721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7147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9685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222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76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73042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69844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23840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4922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4626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58721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7147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99685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222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476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73042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9844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23840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4922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4626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58721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7147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99685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222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476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73042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9844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23840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4922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4626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58721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7147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99685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222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476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73042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9844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23840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4922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4626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8721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7147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99685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222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76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73042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9844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23840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4922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4626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58721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147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99685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222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476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73042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9844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23840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4922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4626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58721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7147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99685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4222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476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73042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69844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23840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54922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974626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8721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57147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99685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4222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8476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273042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69844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123840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54922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974626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4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88002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" name="Picture 2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1" name="Picture 2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2" name="TextBox 2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Multi-recombination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59993" y="624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13803" y="960505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87209" y="1246458"/>
            <a:ext cx="51981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85406" y="1532399"/>
            <a:ext cx="51999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66342" y="1818352"/>
            <a:ext cx="50190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322181" y="1818352"/>
            <a:ext cx="44632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747578" y="1818352"/>
            <a:ext cx="40378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194035" y="1818352"/>
            <a:ext cx="35913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619435" y="1818352"/>
            <a:ext cx="31659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044823" y="1818352"/>
            <a:ext cx="27405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470223" y="1818352"/>
            <a:ext cx="2315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882325" y="1818352"/>
            <a:ext cx="19030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307713" y="1818352"/>
            <a:ext cx="14776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733114" y="1818352"/>
            <a:ext cx="10522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58511" y="1818352"/>
            <a:ext cx="6268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962212" y="2104831"/>
            <a:ext cx="38231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663796" y="2104831"/>
            <a:ext cx="2121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237025" y="2390772"/>
            <a:ext cx="25483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5926" y="2676199"/>
            <a:ext cx="53494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898795" y="3150917"/>
            <a:ext cx="8866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640234" y="3150693"/>
            <a:ext cx="1451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68600" y="1739900"/>
            <a:ext cx="609600" cy="266700"/>
          </a:xfrm>
          <a:custGeom>
            <a:avLst/>
            <a:gdLst/>
            <a:ahLst/>
            <a:cxnLst/>
            <a:rect l="l" t="t" r="r" b="b"/>
            <a:pathLst>
              <a:path w="48" h="21">
                <a:moveTo>
                  <a:pt x="44" y="0"/>
                </a:move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17"/>
                </a:lnTo>
                <a:lnTo>
                  <a:pt x="0" y="17"/>
                </a:lnTo>
                <a:lnTo>
                  <a:pt x="0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2" y="20"/>
                </a:lnTo>
                <a:lnTo>
                  <a:pt x="3" y="20"/>
                </a:lnTo>
                <a:lnTo>
                  <a:pt x="4" y="21"/>
                </a:lnTo>
                <a:lnTo>
                  <a:pt x="44" y="21"/>
                </a:lnTo>
                <a:lnTo>
                  <a:pt x="45" y="20"/>
                </a:lnTo>
                <a:lnTo>
                  <a:pt x="46" y="20"/>
                </a:lnTo>
                <a:lnTo>
                  <a:pt x="47" y="20"/>
                </a:lnTo>
                <a:lnTo>
                  <a:pt x="47" y="19"/>
                </a:lnTo>
                <a:lnTo>
                  <a:pt x="48" y="19"/>
                </a:lnTo>
                <a:lnTo>
                  <a:pt x="48" y="18"/>
                </a:lnTo>
                <a:lnTo>
                  <a:pt x="48" y="17"/>
                </a:lnTo>
                <a:lnTo>
                  <a:pt x="48" y="17"/>
                </a:lnTo>
                <a:lnTo>
                  <a:pt x="48" y="4"/>
                </a:lnTo>
                <a:lnTo>
                  <a:pt x="48" y="4"/>
                </a:lnTo>
                <a:lnTo>
                  <a:pt x="48" y="3"/>
                </a:lnTo>
                <a:lnTo>
                  <a:pt x="48" y="2"/>
                </a:lnTo>
                <a:lnTo>
                  <a:pt x="47" y="2"/>
                </a:lnTo>
                <a:lnTo>
                  <a:pt x="47" y="1"/>
                </a:lnTo>
                <a:lnTo>
                  <a:pt x="46" y="1"/>
                </a:lnTo>
                <a:lnTo>
                  <a:pt x="45" y="1"/>
                </a:lnTo>
                <a:lnTo>
                  <a:pt x="44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5629" y="3150693"/>
            <a:ext cx="1597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7566" y="1124432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09674" y="1124432"/>
            <a:ext cx="168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71764" y="1124432"/>
            <a:ext cx="28216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50770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0140" y="1124432"/>
            <a:ext cx="235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22740" y="1124432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62110" y="1124432"/>
            <a:ext cx="15194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07716" y="1124432"/>
            <a:ext cx="2809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85478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24848" y="1124432"/>
            <a:ext cx="19281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911334" y="1124432"/>
            <a:ext cx="11882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23831" y="1124432"/>
            <a:ext cx="19349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56831" y="1296504"/>
            <a:ext cx="1084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58939" y="1296504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81620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20990" y="1296504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07591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961" y="1296504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55991" y="1296504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3054" y="1296504"/>
            <a:ext cx="19640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9771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existing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1149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14597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probability/mutation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2" y="1770205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0057" y="198456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(random)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0056" y="224266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inorder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4638" y="3150693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53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3941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522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7102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86836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0263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1844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424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5005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56586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81662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39747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253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23941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5225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71023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48683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90263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31844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3424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15005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56586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166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489360" y="198702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05173" y="198702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984188" y="198702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36253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23941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655225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71023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8683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90263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31844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3424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5005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586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166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39747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Uniform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9993" y="9882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4414" y="1404738"/>
            <a:ext cx="50009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9901" y="1576810"/>
            <a:ext cx="51454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04441" y="1490768"/>
            <a:ext cx="43809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41275" y="1490768"/>
            <a:ext cx="39441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57050" y="1490768"/>
            <a:ext cx="35283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51905" y="1490768"/>
            <a:ext cx="3133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88739" y="1490768"/>
            <a:ext cx="26966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04515" y="1490768"/>
            <a:ext cx="22808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0290" y="1490768"/>
            <a:ext cx="18651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15145" y="1490768"/>
            <a:ext cx="14702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30920" y="1490768"/>
            <a:ext cx="10544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46696" y="1490768"/>
            <a:ext cx="638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2701" y="1819188"/>
            <a:ext cx="50526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65475" y="1819621"/>
            <a:ext cx="31199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81285" y="1819621"/>
            <a:ext cx="27041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60299" y="1819621"/>
            <a:ext cx="625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8947" y="2022175"/>
            <a:ext cx="4926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9897" y="2194260"/>
            <a:ext cx="51454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404436" y="2108216"/>
            <a:ext cx="43809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41303" y="2108216"/>
            <a:ext cx="3944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57104" y="2108216"/>
            <a:ext cx="35282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72914" y="2108216"/>
            <a:ext cx="3112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67659" y="2108216"/>
            <a:ext cx="2717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04525" y="2108216"/>
            <a:ext cx="22808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20335" y="2108216"/>
            <a:ext cx="1865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315080" y="2108216"/>
            <a:ext cx="14703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30875" y="2108216"/>
            <a:ext cx="10545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167741" y="2108216"/>
            <a:ext cx="6176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98767" y="3150917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5931" y="3150693"/>
            <a:ext cx="159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73567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8936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05176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20974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3678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36253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3941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5522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7102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86838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0263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1844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73424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15005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6586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98166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9747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6253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3941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55225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071023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48683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0263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31844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24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15005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56586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98166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39747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2073562" y="2090268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489360" y="209026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905173" y="209026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320971" y="2090268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36781" y="2090268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36252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239411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655222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071020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486831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02629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318439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73423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150048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565859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98165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39746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-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879997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Inorder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9993" y="9193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Uniform/random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3" y="109145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4416" y="1507977"/>
            <a:ext cx="50009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9902" y="1680049"/>
            <a:ext cx="51454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04442" y="1594019"/>
            <a:ext cx="4380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41277" y="1594019"/>
            <a:ext cx="39441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57108" y="1594019"/>
            <a:ext cx="3528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51862" y="1594019"/>
            <a:ext cx="31335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88729" y="1594019"/>
            <a:ext cx="26966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04527" y="1594019"/>
            <a:ext cx="22808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20338" y="1594019"/>
            <a:ext cx="1865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15054" y="1594019"/>
            <a:ext cx="1470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30829" y="1594019"/>
            <a:ext cx="10545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46743" y="1594019"/>
            <a:ext cx="6386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2701" y="1922439"/>
            <a:ext cx="50526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65475" y="1922872"/>
            <a:ext cx="31199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81285" y="1922872"/>
            <a:ext cx="27041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8947" y="2125426"/>
            <a:ext cx="4926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9897" y="2297498"/>
            <a:ext cx="51454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04436" y="2211469"/>
            <a:ext cx="43809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841303" y="2211469"/>
            <a:ext cx="3944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57104" y="2211469"/>
            <a:ext cx="35282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72914" y="2211469"/>
            <a:ext cx="3112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067659" y="2211469"/>
            <a:ext cx="2717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504525" y="2211469"/>
            <a:ext cx="22808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920335" y="2211469"/>
            <a:ext cx="1865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15080" y="2211469"/>
            <a:ext cx="14703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30875" y="2211469"/>
            <a:ext cx="10545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146682" y="2211469"/>
            <a:ext cx="6387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8764" y="3150930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4099" y="3150706"/>
            <a:ext cx="1612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336800" y="2133600"/>
            <a:ext cx="1473200" cy="279400"/>
          </a:xfrm>
          <a:custGeom>
            <a:avLst/>
            <a:gdLst/>
            <a:ahLst/>
            <a:cxnLst/>
            <a:rect l="l" t="t" r="r" b="b"/>
            <a:pathLst>
              <a:path w="116" h="22">
                <a:moveTo>
                  <a:pt x="112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5" y="22"/>
                </a:lnTo>
                <a:lnTo>
                  <a:pt x="115" y="21"/>
                </a:lnTo>
                <a:lnTo>
                  <a:pt x="116" y="21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6" y="4"/>
                </a:lnTo>
                <a:lnTo>
                  <a:pt x="116" y="3"/>
                </a:lnTo>
                <a:lnTo>
                  <a:pt x="116" y="3"/>
                </a:lnTo>
                <a:lnTo>
                  <a:pt x="116" y="2"/>
                </a:lnTo>
                <a:lnTo>
                  <a:pt x="115" y="1"/>
                </a:lnTo>
                <a:lnTo>
                  <a:pt x="115" y="1"/>
                </a:lnTo>
                <a:lnTo>
                  <a:pt x="114" y="0"/>
                </a:lnTo>
                <a:lnTo>
                  <a:pt x="113" y="0"/>
                </a:lnTo>
                <a:lnTo>
                  <a:pt x="112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3953" y="3150693"/>
            <a:ext cx="1614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Replacement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319" y="1318823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discarded;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49089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713" y="1749009"/>
            <a:ext cx="53106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949700" y="2146300"/>
            <a:ext cx="736600" cy="254000"/>
          </a:xfrm>
          <a:custGeom>
            <a:avLst/>
            <a:gdLst/>
            <a:ahLst/>
            <a:cxnLst/>
            <a:rect l="l" t="t" r="r" b="b"/>
            <a:pathLst>
              <a:path w="58" h="20">
                <a:moveTo>
                  <a:pt x="54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6"/>
                </a:lnTo>
                <a:lnTo>
                  <a:pt x="0" y="17"/>
                </a:lnTo>
                <a:lnTo>
                  <a:pt x="0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2" y="20"/>
                </a:lnTo>
                <a:lnTo>
                  <a:pt x="3" y="20"/>
                </a:lnTo>
                <a:lnTo>
                  <a:pt x="4" y="20"/>
                </a:lnTo>
                <a:lnTo>
                  <a:pt x="54" y="20"/>
                </a:lnTo>
                <a:lnTo>
                  <a:pt x="55" y="20"/>
                </a:lnTo>
                <a:lnTo>
                  <a:pt x="55" y="20"/>
                </a:lnTo>
                <a:lnTo>
                  <a:pt x="56" y="20"/>
                </a:lnTo>
                <a:lnTo>
                  <a:pt x="57" y="19"/>
                </a:lnTo>
                <a:lnTo>
                  <a:pt x="57" y="19"/>
                </a:lnTo>
                <a:lnTo>
                  <a:pt x="58" y="18"/>
                </a:lnTo>
                <a:lnTo>
                  <a:pt x="58" y="17"/>
                </a:lnTo>
                <a:lnTo>
                  <a:pt x="58" y="16"/>
                </a:lnTo>
                <a:lnTo>
                  <a:pt x="58" y="4"/>
                </a:lnTo>
                <a:lnTo>
                  <a:pt x="58" y="3"/>
                </a:lnTo>
                <a:lnTo>
                  <a:pt x="58" y="3"/>
                </a:lnTo>
                <a:lnTo>
                  <a:pt x="57" y="2"/>
                </a:lnTo>
                <a:lnTo>
                  <a:pt x="57" y="1"/>
                </a:lnTo>
                <a:lnTo>
                  <a:pt x="56" y="1"/>
                </a:lnTo>
                <a:lnTo>
                  <a:pt x="55" y="0"/>
                </a:lnTo>
                <a:lnTo>
                  <a:pt x="55" y="0"/>
                </a:lnTo>
                <a:lnTo>
                  <a:pt x="54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2344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consecutive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43928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65362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911743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5" y="216985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68" y="3150918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964" y="3150694"/>
            <a:ext cx="1614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4038600" y="1739900"/>
            <a:ext cx="596900" cy="266700"/>
          </a:xfrm>
          <a:custGeom>
            <a:avLst/>
            <a:gdLst/>
            <a:ahLst/>
            <a:cxnLst/>
            <a:rect l="l" t="t" r="r" b="b"/>
            <a:pathLst>
              <a:path w="47" h="21">
                <a:moveTo>
                  <a:pt x="43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17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3" y="21"/>
                </a:lnTo>
                <a:lnTo>
                  <a:pt x="4" y="21"/>
                </a:lnTo>
                <a:lnTo>
                  <a:pt x="43" y="21"/>
                </a:lnTo>
                <a:lnTo>
                  <a:pt x="44" y="21"/>
                </a:lnTo>
                <a:lnTo>
                  <a:pt x="45" y="20"/>
                </a:lnTo>
                <a:lnTo>
                  <a:pt x="45" y="20"/>
                </a:lnTo>
                <a:lnTo>
                  <a:pt x="46" y="20"/>
                </a:lnTo>
                <a:lnTo>
                  <a:pt x="46" y="19"/>
                </a:lnTo>
                <a:lnTo>
                  <a:pt x="47" y="18"/>
                </a:lnTo>
                <a:lnTo>
                  <a:pt x="47" y="18"/>
                </a:lnTo>
                <a:lnTo>
                  <a:pt x="47" y="17"/>
                </a:lnTo>
                <a:lnTo>
                  <a:pt x="47" y="4"/>
                </a:lnTo>
                <a:lnTo>
                  <a:pt x="47" y="4"/>
                </a:lnTo>
                <a:lnTo>
                  <a:pt x="47" y="3"/>
                </a:lnTo>
                <a:lnTo>
                  <a:pt x="46" y="2"/>
                </a:lnTo>
                <a:lnTo>
                  <a:pt x="46" y="2"/>
                </a:lnTo>
                <a:lnTo>
                  <a:pt x="45" y="1"/>
                </a:lnTo>
                <a:lnTo>
                  <a:pt x="45" y="1"/>
                </a:lnTo>
                <a:lnTo>
                  <a:pt x="44" y="0"/>
                </a:lnTo>
                <a:lnTo>
                  <a:pt x="43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16142" y="3150693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997965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337336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80867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29518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80867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29518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8086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2913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80867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29518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8590" y="1095747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2458" y="1906439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1836" y="2078524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7991" y="1906439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9243" y="2078524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27311" y="1902629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26650" y="2074714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76102" y="1906439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4045" y="2078524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284662" y="1628101"/>
            <a:ext cx="11595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Random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5026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50837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5752" y="1529081"/>
            <a:ext cx="24696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84662" y="1552134"/>
            <a:ext cx="2500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4" y="1766491"/>
            <a:ext cx="5325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involved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65" y="3150917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5015" y="3150693"/>
            <a:ext cx="1603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99561" y="1094194"/>
            <a:ext cx="56076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Proportional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5907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80661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1576" y="1020549"/>
            <a:ext cx="33238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10838" y="926823"/>
            <a:ext cx="26745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34956" y="1091909"/>
            <a:ext cx="27504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9817" y="1190411"/>
            <a:ext cx="27655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9561" y="1348513"/>
            <a:ext cx="27858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9403" y="1194704"/>
            <a:ext cx="25759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094" y="154908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9287" y="1860339"/>
            <a:ext cx="44161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69148" y="2070371"/>
            <a:ext cx="4416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scaled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06955" y="2280404"/>
            <a:ext cx="40784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25205" y="2490437"/>
            <a:ext cx="42601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4257" y="3150695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Tournament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7401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pick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89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0419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achieved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186229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affects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dominates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5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813" y="3150691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Rank-based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764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ranked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decreasing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order)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534589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(instead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3" y="1750419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02673" y="1321791"/>
            <a:ext cx="189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9274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28644" y="1321791"/>
            <a:ext cx="34798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73449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12832" y="1321791"/>
            <a:ext cx="12880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938460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977830" y="1321791"/>
            <a:ext cx="331495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306163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45533" y="1321791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532134" y="1321791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571504" y="1321791"/>
            <a:ext cx="24767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16005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55375" y="1321791"/>
            <a:ext cx="12921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78273" y="1321791"/>
            <a:ext cx="10801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079961" y="1321791"/>
            <a:ext cx="2253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02161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341531" y="1321791"/>
            <a:ext cx="19197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30342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69712" y="1321791"/>
            <a:ext cx="13822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01614" y="1321791"/>
            <a:ext cx="27607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74524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013894" y="1321791"/>
            <a:ext cx="189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56829" y="1493876"/>
            <a:ext cx="14473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95247" y="1493876"/>
            <a:ext cx="19516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87245" y="1493876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26615" y="1493876"/>
            <a:ext cx="23396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54237" y="1493876"/>
            <a:ext cx="7684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4761" y="1493876"/>
            <a:ext cx="11494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33384" y="1493876"/>
            <a:ext cx="22536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819400" y="1981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124200" y="17907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819400" y="1612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7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501900" y="17907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2501900" y="2159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2819400" y="23368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3124200" y="2159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3200400" y="1600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438400" y="1600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438400" y="2362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3200400" y="2362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2980389" y="1907629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2959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880002" y="1772935"/>
            <a:ext cx="0" cy="153471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857500" y="1905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2646701" y="1907629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7559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646701" y="2100283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7559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2880002" y="2158244"/>
            <a:ext cx="0" cy="153472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8575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 flipV="1">
            <a:off x="2980389" y="2100283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29591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2961969" y="1724559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2946400" y="1930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2562236" y="1724559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27686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2562236" y="2124292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2768600" y="210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H="1" flipV="1">
            <a:off x="2961969" y="2124292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2946400" y="210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3" y="9164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59992" y="1174539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occupy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9992" y="1346611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entire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alone.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68" y="3150932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973" y="3150708"/>
            <a:ext cx="1624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49488" y="1460868"/>
            <a:ext cx="1516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4826" y="1460868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317508" y="1460868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56878" y="1460868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65907" y="1460868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42971" y="1460868"/>
            <a:ext cx="196405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97813" y="1891055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799920" y="1891055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87943" y="1891055"/>
            <a:ext cx="25902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13136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High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limiting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1485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premature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4" y="174380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7002" y="3150694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884224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934834"/>
            <a:ext cx="0" cy="23815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223594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934834"/>
            <a:ext cx="0" cy="23815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694932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181442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694932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181442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694932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745543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177632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745543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694932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181442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8590" y="981993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2458" y="1792698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1836" y="1964770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67991" y="1792698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79243" y="1964770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27311" y="1788888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26650" y="1960960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76102" y="1792698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045" y="1964770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5082" y="2331470"/>
            <a:ext cx="48403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24118" y="3150693"/>
            <a:ext cx="161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079500" y="927100"/>
            <a:ext cx="1143000" cy="266700"/>
          </a:xfrm>
          <a:custGeom>
            <a:avLst/>
            <a:gdLst/>
            <a:ahLst/>
            <a:cxnLst/>
            <a:rect l="l" t="t" r="r" b="b"/>
            <a:pathLst>
              <a:path w="90" h="21">
                <a:moveTo>
                  <a:pt x="86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7"/>
                </a:lnTo>
                <a:lnTo>
                  <a:pt x="0" y="17"/>
                </a:lnTo>
                <a:lnTo>
                  <a:pt x="0" y="18"/>
                </a:lnTo>
                <a:lnTo>
                  <a:pt x="0" y="19"/>
                </a:lnTo>
                <a:lnTo>
                  <a:pt x="1" y="19"/>
                </a:lnTo>
                <a:lnTo>
                  <a:pt x="1" y="20"/>
                </a:lnTo>
                <a:lnTo>
                  <a:pt x="2" y="20"/>
                </a:lnTo>
                <a:lnTo>
                  <a:pt x="3" y="20"/>
                </a:lnTo>
                <a:lnTo>
                  <a:pt x="4" y="21"/>
                </a:lnTo>
                <a:lnTo>
                  <a:pt x="86" y="21"/>
                </a:lnTo>
                <a:lnTo>
                  <a:pt x="87" y="20"/>
                </a:lnTo>
                <a:lnTo>
                  <a:pt x="88" y="20"/>
                </a:lnTo>
                <a:lnTo>
                  <a:pt x="89" y="20"/>
                </a:lnTo>
                <a:lnTo>
                  <a:pt x="89" y="19"/>
                </a:lnTo>
                <a:lnTo>
                  <a:pt x="90" y="19"/>
                </a:lnTo>
                <a:lnTo>
                  <a:pt x="90" y="18"/>
                </a:lnTo>
                <a:lnTo>
                  <a:pt x="90" y="17"/>
                </a:lnTo>
                <a:lnTo>
                  <a:pt x="90" y="17"/>
                </a:lnTo>
                <a:lnTo>
                  <a:pt x="90" y="4"/>
                </a:lnTo>
                <a:lnTo>
                  <a:pt x="90" y="3"/>
                </a:lnTo>
                <a:lnTo>
                  <a:pt x="90" y="2"/>
                </a:lnTo>
                <a:lnTo>
                  <a:pt x="90" y="2"/>
                </a:lnTo>
                <a:lnTo>
                  <a:pt x="89" y="1"/>
                </a:lnTo>
                <a:lnTo>
                  <a:pt x="89" y="1"/>
                </a:lnTo>
                <a:lnTo>
                  <a:pt x="88" y="0"/>
                </a:lnTo>
                <a:lnTo>
                  <a:pt x="87" y="0"/>
                </a:lnTo>
                <a:lnTo>
                  <a:pt x="8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formulation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35386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6119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6295" y="3150693"/>
            <a:ext cx="1691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17749" y="2401101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0408" y="2401101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60941" y="2401101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61474" y="2401101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04120" y="2401101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04653" y="2401101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2215222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457868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58401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58934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101593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02126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544772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9993" y="8268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mentioned,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7094" y="95968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1131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 are optimising the values of the chromosome to maximise the fitness of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094" y="1303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563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7353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19934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vectors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21655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length.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93670" y="2436259"/>
            <a:ext cx="34917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36316" y="2436259"/>
            <a:ext cx="3249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36849" y="2436259"/>
            <a:ext cx="30485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7382" y="2436259"/>
            <a:ext cx="2848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80041" y="2436259"/>
            <a:ext cx="26053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80574" y="2436259"/>
            <a:ext cx="24048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39370" y="3150694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162225" y="1247072"/>
            <a:ext cx="11574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11614" y="1297683"/>
            <a:ext cx="0" cy="2411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62225" y="1589421"/>
            <a:ext cx="11574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370314" y="1297683"/>
            <a:ext cx="0" cy="2411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09488" y="1864888"/>
            <a:ext cx="9072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8877" y="1915499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09488" y="2204259"/>
            <a:ext cx="9072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67362" y="1915499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220345" y="2060759"/>
            <a:ext cx="104123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69735" y="2111370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20345" y="2376092"/>
            <a:ext cx="104123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12193" y="2111370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65177" y="1876907"/>
            <a:ext cx="118532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14566" y="1927518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65177" y="2192240"/>
            <a:ext cx="118532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101114" y="1927518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181100" y="1790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7813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381500" y="1803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9903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16365" y="1347817"/>
            <a:ext cx="35690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Types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650" y="1962649"/>
            <a:ext cx="5021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74493" y="2158521"/>
            <a:ext cx="35109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Nominal-valued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9295" y="1974676"/>
            <a:ext cx="18661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Continuous-valued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4791" y="3150706"/>
            <a:ext cx="160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77706" y="1805394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275178" y="1805394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517824" y="1805394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326753" y="2126767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69399" y="2126767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324226" y="212676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66872" y="212676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09518" y="212676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414447" y="244815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57106" y="244815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99752" y="244815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411919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54565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97225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139871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Binary-valued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7959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057" y="100986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57" y="126797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occupies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15698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0056" y="179701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3626" y="1840551"/>
            <a:ext cx="3431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0056" y="211838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02661" y="2161925"/>
            <a:ext cx="33827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45320" y="2161925"/>
            <a:ext cx="3140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0056" y="243975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90367" y="2483299"/>
            <a:ext cx="32950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33013" y="2483299"/>
            <a:ext cx="3052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5672" y="2483299"/>
            <a:ext cx="28097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813" y="3150694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71470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14116" y="2377263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14649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57308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99954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268943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11589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12122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54781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197427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440073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Nominal-valued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3" y="8431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Nominal-valued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0057" y="105712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categorical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7" y="13152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one-hot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16171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0056" y="18314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weather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056" y="208956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windy,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cloudy,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rain,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thunderstorm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56" y="236887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7391" y="2412420"/>
            <a:ext cx="3438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037" y="2412420"/>
            <a:ext cx="31953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0570" y="2412420"/>
            <a:ext cx="29948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33216" y="2412420"/>
            <a:ext cx="27521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5875" y="2412420"/>
            <a:ext cx="25095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966" y="3150695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Nominal-valued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188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nominal-valued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4908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string.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30780" y="1749010"/>
            <a:ext cx="39546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why?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280" y="3150693"/>
            <a:ext cx="1621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09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Continuous-valued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00277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4173" y="1294002"/>
            <a:ext cx="5001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9879" y="1531873"/>
            <a:ext cx="50255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40" y="1769744"/>
            <a:ext cx="50271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convert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88956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(rounded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whole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2</a:t>
            </a:r>
            <a:r>
              <a:rPr sz="697" b="0">
                <a:solidFill>
                  <a:srgbClr val="000000"/>
                </a:solidFill>
                <a:latin typeface="Cambria Math"/>
              </a:rPr>
              <a:t>n</a:t>
            </a:r>
            <a:r>
              <a:rPr sz="498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5" y="217009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5" y="234216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16?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7" y="2514234"/>
            <a:ext cx="54253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3" y="3150915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130" y="3150691"/>
            <a:ext cx="16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44077" y="1845500"/>
            <a:ext cx="67184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5880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depends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416917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attainable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44078" y="1676346"/>
            <a:ext cx="3241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6315" y="1842932"/>
            <a:ext cx="31190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7154" y="3150693"/>
            <a:ext cx="1582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0467" y="1288881"/>
            <a:ext cx="0" cy="97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270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70467" y="2268690"/>
            <a:ext cx="35234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4584700" y="226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70467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1657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12848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4038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5522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7641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9760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1879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99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6118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8237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03561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24751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594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16713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8832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9407" y="226869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9407" y="204750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9407" y="182630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9407" y="160511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9407" y="138392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91657" y="1826309"/>
            <a:ext cx="221191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12848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34038" y="1605119"/>
            <a:ext cx="221191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55229" y="1605119"/>
            <a:ext cx="221190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176419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97609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18799" y="1383929"/>
            <a:ext cx="221191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9990" y="1383929"/>
            <a:ext cx="221190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1180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82370" y="1826309"/>
            <a:ext cx="221191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503561" y="1605119"/>
            <a:ext cx="221190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724751" y="1605119"/>
            <a:ext cx="221191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45942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67132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Problem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binary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8090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cliff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2301" y="1068934"/>
            <a:ext cx="489309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2733" y="1174657"/>
            <a:ext cx="4862662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39391" y="2170469"/>
            <a:ext cx="114600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54115" y="2276199"/>
            <a:ext cx="1131280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3846" y="2288269"/>
            <a:ext cx="480154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15673" y="2288269"/>
            <a:ext cx="456972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36857" y="2288269"/>
            <a:ext cx="43485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68685" y="2288269"/>
            <a:ext cx="41167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79233" y="2288269"/>
            <a:ext cx="390616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11053" y="2288269"/>
            <a:ext cx="367434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32244" y="2288269"/>
            <a:ext cx="345315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4064" y="2288269"/>
            <a:ext cx="322133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63985" y="2288269"/>
            <a:ext cx="30214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95804" y="2288269"/>
            <a:ext cx="278959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16996" y="2288269"/>
            <a:ext cx="256839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48816" y="2288269"/>
            <a:ext cx="233657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659372" y="2288269"/>
            <a:ext cx="2126023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91191" y="2288269"/>
            <a:ext cx="1894204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2376" y="2288269"/>
            <a:ext cx="167301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44203" y="2288269"/>
            <a:ext cx="144119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7228" y="2235435"/>
            <a:ext cx="478816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8499" y="2014399"/>
            <a:ext cx="4766896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5070" y="1793215"/>
            <a:ext cx="4780325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4157" y="1571696"/>
            <a:ext cx="47812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4298" y="1350839"/>
            <a:ext cx="478109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252550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changing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0467" y="865692"/>
            <a:ext cx="0" cy="97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85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70467" y="1845501"/>
            <a:ext cx="35234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45847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7046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165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1284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403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5522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7641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9760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1879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99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6118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8237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0356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2475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594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16713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8832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9407" y="1845501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9407" y="162431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9407" y="140312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9407" y="118193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9407" y="96073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91657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12848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34038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55229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17641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9760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18799" y="960739"/>
            <a:ext cx="221191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9990" y="960739"/>
            <a:ext cx="221190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1180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82370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503561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724751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4594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6713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Problem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binary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301" y="645744"/>
            <a:ext cx="489309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2733" y="751467"/>
            <a:ext cx="4862662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39391" y="1747287"/>
            <a:ext cx="114600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115" y="1853010"/>
            <a:ext cx="1131280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3846" y="1865088"/>
            <a:ext cx="480154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15673" y="1865088"/>
            <a:ext cx="456972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36857" y="1865088"/>
            <a:ext cx="43485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68685" y="1865088"/>
            <a:ext cx="41167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79233" y="1865088"/>
            <a:ext cx="390616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11053" y="1865088"/>
            <a:ext cx="367434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32244" y="1865088"/>
            <a:ext cx="345315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64064" y="1865088"/>
            <a:ext cx="322133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63985" y="1865088"/>
            <a:ext cx="30214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95804" y="1865088"/>
            <a:ext cx="278959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6996" y="1865088"/>
            <a:ext cx="256839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48816" y="1865088"/>
            <a:ext cx="233657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9372" y="1865088"/>
            <a:ext cx="2126023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91191" y="1865088"/>
            <a:ext cx="1894204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2376" y="1865088"/>
            <a:ext cx="167301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44203" y="1865088"/>
            <a:ext cx="144119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7228" y="1812246"/>
            <a:ext cx="478816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8499" y="1591218"/>
            <a:ext cx="4766896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070" y="1370026"/>
            <a:ext cx="4780325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4157" y="1148506"/>
            <a:ext cx="47812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4298" y="927658"/>
            <a:ext cx="478109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9404" y="2060998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1">
                <a:solidFill>
                  <a:srgbClr val="000000"/>
                </a:solidFill>
                <a:latin typeface="Josefin Sans"/>
              </a:rPr>
              <a:t>Hamming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cliff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7095" y="2254160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apart.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9403" y="245069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nearest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69404" y="268855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difficulty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5865" y="2016498"/>
            <a:ext cx="65749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017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133196" y="2016810"/>
            <a:ext cx="64926" cy="662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1684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99696" y="2016498"/>
            <a:ext cx="65748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351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74123" y="2016498"/>
            <a:ext cx="0" cy="4046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7493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4103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0160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307953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2827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57486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494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2790820" y="139584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40210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90820" y="180255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939785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90820" y="201203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40210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90820" y="241874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939785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90820" y="262822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0210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0820" y="284089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39785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39997" y="1854922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227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839997" y="2471111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227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3" y="6804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alternative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8525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7570" y="1111054"/>
            <a:ext cx="3887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Binary-to-Gray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conversion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2298" y="1857200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158" y="1856870"/>
            <a:ext cx="4787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86117" y="1857188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53033" y="1857188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4338" y="1651192"/>
            <a:ext cx="5071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1254" y="1650875"/>
            <a:ext cx="480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8170" y="1651192"/>
            <a:ext cx="4537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5073" y="1651192"/>
            <a:ext cx="42703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4828" y="1432513"/>
            <a:ext cx="5210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6544" y="1432513"/>
            <a:ext cx="43888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(LSB)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2298" y="2474649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9214" y="2474649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6117" y="2474662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1977" y="2474662"/>
            <a:ext cx="42534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214" y="2130022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5061" y="2129400"/>
            <a:ext cx="4520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53033" y="2130009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159" y="1983851"/>
            <a:ext cx="47982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54062" y="1983381"/>
            <a:ext cx="45313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20978" y="1983699"/>
            <a:ext cx="4264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98799" y="1441238"/>
            <a:ext cx="24865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23158" y="1613310"/>
            <a:ext cx="2562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67393" y="2057417"/>
            <a:ext cx="2918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(X-OR)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45562" y="2229502"/>
            <a:ext cx="2939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99905" y="2676580"/>
            <a:ext cx="2985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8771" y="3150905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5610" y="3150681"/>
            <a:ext cx="16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18161" y="1203615"/>
            <a:ext cx="0" cy="1224741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5969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8161" y="2428356"/>
            <a:ext cx="4404301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5016500" y="2413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618161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94645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71128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447612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724095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0057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77062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553545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002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106512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82996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5947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35963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12446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48892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765413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04337" y="2428356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04337" y="2151873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04337" y="1875389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04337" y="1598906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04337" y="1322422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94645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171128" y="1875389"/>
            <a:ext cx="276484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47612" y="1598906"/>
            <a:ext cx="276483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724095" y="1598906"/>
            <a:ext cx="276484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00579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277062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553545" y="1322422"/>
            <a:ext cx="276484" cy="829451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0029" y="1322422"/>
            <a:ext cx="276483" cy="829451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106512" y="1875389"/>
            <a:ext cx="276484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382996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659479" y="1598906"/>
            <a:ext cx="276484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935963" y="1598906"/>
            <a:ext cx="276483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212446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488929" y="1875389"/>
            <a:ext cx="276484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94645" y="2151873"/>
            <a:ext cx="3870768" cy="0"/>
          </a:xfrm>
          <a:prstGeom prst="line">
            <a:avLst/>
          </a:prstGeom>
          <a:ln w="7773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0" y="314675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880004" y="314675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5457" y="928685"/>
            <a:ext cx="5389938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3496" y="1060836"/>
            <a:ext cx="5351899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79243" y="2305591"/>
            <a:ext cx="706152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97658" y="2437742"/>
            <a:ext cx="687737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9896" y="2452839"/>
            <a:ext cx="527549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9666" y="2452839"/>
            <a:ext cx="498572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6142" y="2452839"/>
            <a:ext cx="470925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65921" y="2452839"/>
            <a:ext cx="4419474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29103" y="2452839"/>
            <a:ext cx="415629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18882" y="2452839"/>
            <a:ext cx="386651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95357" y="2452839"/>
            <a:ext cx="359003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85127" y="2452839"/>
            <a:ext cx="330026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35024" y="2452839"/>
            <a:ext cx="3050371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24794" y="2452839"/>
            <a:ext cx="2760601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1279" y="2452839"/>
            <a:ext cx="248411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1049" y="2452839"/>
            <a:ext cx="219434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54240" y="2452839"/>
            <a:ext cx="193115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44010" y="2452839"/>
            <a:ext cx="164138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20495" y="2452839"/>
            <a:ext cx="1364900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0265" y="2452839"/>
            <a:ext cx="1075130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6624" y="2386788"/>
            <a:ext cx="5258771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3202" y="2110507"/>
            <a:ext cx="523219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6416" y="1834032"/>
            <a:ext cx="524897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35275" y="1557137"/>
            <a:ext cx="5250120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5451" y="1281071"/>
            <a:ext cx="5249944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46433" y="1742004"/>
            <a:ext cx="1538963" cy="1506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5" b="0">
                <a:solidFill>
                  <a:srgbClr val="003373"/>
                </a:solidFill>
                <a:latin typeface="Josefin Sans"/>
              </a:rPr>
              <a:t>Binary</a:t>
            </a:r>
            <a:r>
              <a:rPr sz="765" b="0">
                <a:solidFill>
                  <a:srgbClr val="003373"/>
                </a:solidFill>
                <a:latin typeface="Josefin Sans"/>
              </a:rPr>
              <a:t> </a:t>
            </a:r>
            <a:r>
              <a:rPr sz="765" b="0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9896" y="2591077"/>
            <a:ext cx="527549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666" y="2591077"/>
            <a:ext cx="498572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89436" y="2591077"/>
            <a:ext cx="469595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52627" y="2591077"/>
            <a:ext cx="443276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397" y="2591077"/>
            <a:ext cx="414299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932176" y="2591077"/>
            <a:ext cx="385321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95357" y="2591077"/>
            <a:ext cx="359003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58549" y="2591077"/>
            <a:ext cx="332684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748318" y="2591077"/>
            <a:ext cx="3037077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038088" y="2591077"/>
            <a:ext cx="2747307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327868" y="2591077"/>
            <a:ext cx="2457527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591049" y="2591077"/>
            <a:ext cx="219434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854240" y="2591077"/>
            <a:ext cx="193115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144010" y="2591077"/>
            <a:ext cx="164138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201" y="2591077"/>
            <a:ext cx="1378194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70383" y="2591077"/>
            <a:ext cx="1115012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275147" y="2184398"/>
            <a:ext cx="1510248" cy="1506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5" b="0">
                <a:solidFill>
                  <a:srgbClr val="F44336"/>
                </a:solidFill>
                <a:latin typeface="Josefin Sans"/>
              </a:rPr>
              <a:t>Gray</a:t>
            </a:r>
            <a:r>
              <a:rPr sz="765" b="0">
                <a:solidFill>
                  <a:srgbClr val="F44336"/>
                </a:solidFill>
                <a:latin typeface="Josefin Sans"/>
              </a:rPr>
              <a:t> </a:t>
            </a:r>
            <a:r>
              <a:rPr sz="765" b="0">
                <a:solidFill>
                  <a:srgbClr val="F44336"/>
                </a:solidFill>
                <a:latin typeface="Josefin Sans"/>
              </a:rPr>
              <a:t>code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Fitness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6208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07791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carefully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meaningful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50810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comparison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2246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938291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scalar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9" y="2152649"/>
            <a:ext cx="53253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7" y="2368479"/>
            <a:ext cx="51482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73" y="3150919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4108" y="3150695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7094" y="1413205"/>
            <a:ext cx="4838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0926" y="1413205"/>
            <a:ext cx="69608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7013" y="1413205"/>
            <a:ext cx="6250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7094" y="1754822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90926" y="1754822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7013" y="1754822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7094" y="2096439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0926" y="2096439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87013" y="2096439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7094" y="2438056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90926" y="2438056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7013" y="2438056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094" y="2779674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90926" y="2779674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87013" y="2779674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99073" y="1413205"/>
            <a:ext cx="4838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82918" y="1413205"/>
            <a:ext cx="69608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79005" y="1413205"/>
            <a:ext cx="6250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99073" y="1754822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82918" y="1754822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79005" y="1754822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99073" y="2096439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82918" y="2096439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9005" y="2096439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99073" y="2438056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82918" y="2438056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379005" y="2438056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99073" y="2779674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82918" y="2779674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79005" y="2779674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902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2" y="78114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integers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10916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2" y="1263706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02" y="1442149"/>
            <a:ext cx="51023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6834" y="1442149"/>
            <a:ext cx="46185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Binary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62933" y="1442149"/>
            <a:ext cx="3922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Gray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7685" y="1612665"/>
            <a:ext cx="49677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3665" y="1612665"/>
            <a:ext cx="44717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74228" y="1612665"/>
            <a:ext cx="3811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065" y="1783467"/>
            <a:ext cx="4952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29051" y="1783467"/>
            <a:ext cx="445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9603" y="1783467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3350" y="1954282"/>
            <a:ext cx="49620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29046" y="1954282"/>
            <a:ext cx="44563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04995" y="1954282"/>
            <a:ext cx="3780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689" y="2125084"/>
            <a:ext cx="4962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44431" y="2125084"/>
            <a:ext cx="4440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89603" y="2125084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791" y="2295899"/>
            <a:ext cx="49626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29095" y="2295899"/>
            <a:ext cx="44563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05044" y="2295899"/>
            <a:ext cx="37803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334" y="2466701"/>
            <a:ext cx="49630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44431" y="2466701"/>
            <a:ext cx="4440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20375" y="2466701"/>
            <a:ext cx="3765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2232" y="2637517"/>
            <a:ext cx="49631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44428" y="2637517"/>
            <a:ext cx="44409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04991" y="2637517"/>
            <a:ext cx="37804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4912" y="2808319"/>
            <a:ext cx="49604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59810" y="2808319"/>
            <a:ext cx="44255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89603" y="2808319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74994" y="1442149"/>
            <a:ext cx="25104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58826" y="1442149"/>
            <a:ext cx="2026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Binary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54926" y="1442149"/>
            <a:ext cx="13304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Gray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4986" y="1612665"/>
            <a:ext cx="23704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920987" y="1612665"/>
            <a:ext cx="18644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96936" y="1612665"/>
            <a:ext cx="1188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14224" y="1783467"/>
            <a:ext cx="23711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36423" y="1783467"/>
            <a:ext cx="18489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12368" y="1783467"/>
            <a:ext cx="11730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93726" y="1954282"/>
            <a:ext cx="23916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936369" y="1954282"/>
            <a:ext cx="18490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27703" y="1954282"/>
            <a:ext cx="11576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09106" y="2125084"/>
            <a:ext cx="23762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51802" y="2125084"/>
            <a:ext cx="1833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612368" y="2125084"/>
            <a:ext cx="11730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99390" y="2295899"/>
            <a:ext cx="23860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936465" y="2295899"/>
            <a:ext cx="1848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97029" y="2295899"/>
            <a:ext cx="11883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398743" y="2466701"/>
            <a:ext cx="2386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51802" y="2466701"/>
            <a:ext cx="1833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12368" y="2466701"/>
            <a:ext cx="11730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398832" y="2637517"/>
            <a:ext cx="23865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51798" y="2637517"/>
            <a:ext cx="18335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96976" y="2637517"/>
            <a:ext cx="11884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98387" y="2808319"/>
            <a:ext cx="23870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67195" y="2808319"/>
            <a:ext cx="18182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81596" y="2808319"/>
            <a:ext cx="12037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98765" y="3150918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623123" y="3150694"/>
            <a:ext cx="162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362200" y="914400"/>
            <a:ext cx="1435100" cy="279400"/>
          </a:xfrm>
          <a:custGeom>
            <a:avLst/>
            <a:gdLst/>
            <a:ahLst/>
            <a:cxnLst/>
            <a:rect l="l" t="t" r="r" b="b"/>
            <a:pathLst>
              <a:path w="113" h="22">
                <a:moveTo>
                  <a:pt x="109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09" y="22"/>
                </a:lnTo>
                <a:lnTo>
                  <a:pt x="109" y="22"/>
                </a:lnTo>
                <a:lnTo>
                  <a:pt x="110" y="22"/>
                </a:lnTo>
                <a:lnTo>
                  <a:pt x="111" y="22"/>
                </a:lnTo>
                <a:lnTo>
                  <a:pt x="111" y="21"/>
                </a:lnTo>
                <a:lnTo>
                  <a:pt x="112" y="21"/>
                </a:lnTo>
                <a:lnTo>
                  <a:pt x="112" y="20"/>
                </a:lnTo>
                <a:lnTo>
                  <a:pt x="112" y="19"/>
                </a:lnTo>
                <a:lnTo>
                  <a:pt x="113" y="18"/>
                </a:lnTo>
                <a:lnTo>
                  <a:pt x="113" y="4"/>
                </a:lnTo>
                <a:lnTo>
                  <a:pt x="112" y="3"/>
                </a:lnTo>
                <a:lnTo>
                  <a:pt x="112" y="3"/>
                </a:lnTo>
                <a:lnTo>
                  <a:pt x="112" y="2"/>
                </a:lnTo>
                <a:lnTo>
                  <a:pt x="111" y="1"/>
                </a:lnTo>
                <a:lnTo>
                  <a:pt x="111" y="1"/>
                </a:lnTo>
                <a:lnTo>
                  <a:pt x="110" y="1"/>
                </a:lnTo>
                <a:lnTo>
                  <a:pt x="109" y="0"/>
                </a:lnTo>
                <a:lnTo>
                  <a:pt x="109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3280" y="3150693"/>
            <a:ext cx="1621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433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001056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17312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3085" y="1486701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0110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429" y="1486701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1100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3085" y="1696734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1111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3429" y="1696734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3085" y="1906766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13429" y="1906766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3085" y="2116799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13429" y="2116799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3085" y="2326832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59657" y="2326832"/>
            <a:ext cx="24257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0001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50961" y="2635761"/>
            <a:ext cx="41344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2594" y="3150692"/>
            <a:ext cx="1628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5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Formulation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42049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611353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because,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4" y="1783426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 solution,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 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towards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desired solution,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4" y="1955498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2441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02599" y="940435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18016" y="940435"/>
            <a:ext cx="74194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59963" y="940435"/>
            <a:ext cx="760768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20731" y="940435"/>
            <a:ext cx="46774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702599" y="1282052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18016" y="1282052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59963" y="1282052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20731" y="1282052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02599" y="1623669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18016" y="1623669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59963" y="1623669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20731" y="1623669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02599" y="196528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18016" y="1965286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59963" y="1965286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20731" y="1965286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702599" y="230690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18016" y="2306904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9963" y="2306904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20731" y="2306904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2599" y="264852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18016" y="2648521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59963" y="2648521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20731" y="2648521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993" y="67772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78520" y="969379"/>
            <a:ext cx="40068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93924" y="969379"/>
            <a:ext cx="35914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Binary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string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35871" y="969379"/>
            <a:ext cx="28495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value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96639" y="969379"/>
            <a:ext cx="20887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57768" y="1141579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81440" y="1141579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0110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13369" y="1141579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00649" y="1141579"/>
            <a:ext cx="19847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57768" y="1312394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81440" y="1312394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1111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6569" y="1312394"/>
            <a:ext cx="2598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00830" y="1312394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57768" y="1483196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81440" y="1483196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13369" y="1483196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27573" y="1483196"/>
            <a:ext cx="19578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57768" y="1654011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81440" y="1654011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6569" y="1654011"/>
            <a:ext cx="2598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00830" y="1654011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57768" y="1824813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1440" y="1824813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13369" y="1824813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00649" y="1824813"/>
            <a:ext cx="19847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57768" y="1995628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81440" y="1995628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13455" y="1995628"/>
            <a:ext cx="25719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00830" y="1995628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57768" y="2166443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81440" y="2166443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86444" y="2166443"/>
            <a:ext cx="25989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27574" y="2166443"/>
            <a:ext cx="19578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57768" y="2337246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81440" y="2337246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6569" y="2337246"/>
            <a:ext cx="2598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00830" y="2337246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57768" y="2508061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81440" y="2508061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13369" y="2508061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00649" y="2508061"/>
            <a:ext cx="19847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34565" y="2678863"/>
            <a:ext cx="39508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81440" y="2678863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0001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13455" y="2678863"/>
            <a:ext cx="25719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800830" y="2678863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911600" y="1181100"/>
            <a:ext cx="762000" cy="419100"/>
          </a:xfrm>
          <a:custGeom>
            <a:avLst/>
            <a:gdLst/>
            <a:ahLst/>
            <a:cxnLst/>
            <a:rect l="l" t="t" r="r" b="b"/>
            <a:pathLst>
              <a:path w="60" h="33">
                <a:moveTo>
                  <a:pt x="56" y="0"/>
                </a:move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9"/>
                </a:lnTo>
                <a:lnTo>
                  <a:pt x="0" y="29"/>
                </a:lnTo>
                <a:lnTo>
                  <a:pt x="1" y="30"/>
                </a:lnTo>
                <a:lnTo>
                  <a:pt x="1" y="31"/>
                </a:lnTo>
                <a:lnTo>
                  <a:pt x="2" y="31"/>
                </a:lnTo>
                <a:lnTo>
                  <a:pt x="2" y="32"/>
                </a:lnTo>
                <a:lnTo>
                  <a:pt x="3" y="32"/>
                </a:lnTo>
                <a:lnTo>
                  <a:pt x="4" y="33"/>
                </a:lnTo>
                <a:lnTo>
                  <a:pt x="4" y="33"/>
                </a:lnTo>
                <a:lnTo>
                  <a:pt x="56" y="33"/>
                </a:lnTo>
                <a:lnTo>
                  <a:pt x="57" y="33"/>
                </a:lnTo>
                <a:lnTo>
                  <a:pt x="58" y="32"/>
                </a:lnTo>
                <a:lnTo>
                  <a:pt x="58" y="32"/>
                </a:lnTo>
                <a:lnTo>
                  <a:pt x="59" y="31"/>
                </a:lnTo>
                <a:lnTo>
                  <a:pt x="59" y="31"/>
                </a:lnTo>
                <a:lnTo>
                  <a:pt x="60" y="30"/>
                </a:lnTo>
                <a:lnTo>
                  <a:pt x="60" y="29"/>
                </a:lnTo>
                <a:lnTo>
                  <a:pt x="60" y="29"/>
                </a:lnTo>
                <a:lnTo>
                  <a:pt x="60" y="4"/>
                </a:lnTo>
                <a:lnTo>
                  <a:pt x="60" y="3"/>
                </a:lnTo>
                <a:lnTo>
                  <a:pt x="60" y="2"/>
                </a:lnTo>
                <a:lnTo>
                  <a:pt x="59" y="1"/>
                </a:lnTo>
                <a:lnTo>
                  <a:pt x="59" y="1"/>
                </a:lnTo>
                <a:lnTo>
                  <a:pt x="58" y="0"/>
                </a:lnTo>
                <a:lnTo>
                  <a:pt x="58" y="0"/>
                </a:lnTo>
                <a:lnTo>
                  <a:pt x="57" y="0"/>
                </a:lnTo>
                <a:lnTo>
                  <a:pt x="5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parent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3585" y="3150693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00036" y="1096187"/>
            <a:ext cx="38802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902050" y="1401410"/>
            <a:ext cx="348798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50859" y="1401409"/>
            <a:ext cx="638786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9646" y="1401409"/>
            <a:ext cx="392743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82389" y="1401409"/>
            <a:ext cx="601645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2050" y="1688252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50859" y="1688252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9646" y="1688252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82389" y="1688252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2050" y="1975094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50859" y="1975094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9646" y="1975094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82389" y="1975094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902050" y="2261937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50859" y="2261937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9646" y="2261937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82389" y="2261937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02050" y="2548779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50859" y="2548779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9646" y="2548779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282389" y="2548779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02050" y="2835621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50859" y="2835621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9646" y="2835621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82389" y="2835621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5904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9995" y="84814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9995" y="1020220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70457" y="983463"/>
            <a:ext cx="42149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00036" y="1097431"/>
            <a:ext cx="42853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08469" y="1214993"/>
            <a:ext cx="4276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∀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31481" y="1101307"/>
            <a:ext cx="41539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65798" y="1425713"/>
            <a:ext cx="38195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14596" y="1425713"/>
            <a:ext cx="3470799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Integer</a:t>
            </a:r>
            <a:r>
              <a:rPr sz="669" b="1">
                <a:solidFill>
                  <a:srgbClr val="FFFFFF"/>
                </a:solidFill>
                <a:latin typeface="Josefin Sans"/>
              </a:rPr>
              <a:t> </a:t>
            </a:r>
            <a:r>
              <a:rPr sz="669" b="1">
                <a:solidFill>
                  <a:srgbClr val="FFFFFF"/>
                </a:solidFill>
                <a:latin typeface="Josefin Sans"/>
              </a:rPr>
              <a:t>value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53393" y="1425713"/>
            <a:ext cx="2832002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Fitness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46125" y="1425713"/>
            <a:ext cx="243927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Fitness</a:t>
            </a:r>
            <a:r>
              <a:rPr sz="669" b="1">
                <a:solidFill>
                  <a:srgbClr val="FFFFFF"/>
                </a:solidFill>
                <a:latin typeface="Josefin Sans"/>
              </a:rPr>
              <a:t> </a:t>
            </a:r>
            <a:r>
              <a:rPr sz="669" b="1">
                <a:solidFill>
                  <a:srgbClr val="FFFFFF"/>
                </a:solidFill>
                <a:latin typeface="Josefin Sans"/>
              </a:rPr>
              <a:t>ratio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2339" y="1570302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47672" y="1570302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40872" y="1570302"/>
            <a:ext cx="27445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44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57751" y="1570302"/>
            <a:ext cx="2327644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1528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32339" y="1713729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25097" y="1713729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40867" y="1713729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57785" y="1713729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1736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32339" y="1857155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47672" y="1857155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63395" y="1857155"/>
            <a:ext cx="272200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60590" y="1857155"/>
            <a:ext cx="2224805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32339" y="2000571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25097" y="2000571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40867" y="2000571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80371" y="2000571"/>
            <a:ext cx="2305024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32339" y="2143998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547672" y="2143998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40873" y="2143998"/>
            <a:ext cx="2744522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80274" y="2143998"/>
            <a:ext cx="2305121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32339" y="2287413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547672" y="2287413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40867" y="2287413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56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57785" y="2287413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1944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32339" y="2430840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525097" y="2430840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63427" y="2430840"/>
            <a:ext cx="272196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60537" y="2430840"/>
            <a:ext cx="222485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32339" y="2574256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25097" y="2574256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40867" y="2574256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57785" y="2574256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32339" y="2717682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547672" y="2717682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40872" y="2717682"/>
            <a:ext cx="27445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57751" y="2717682"/>
            <a:ext cx="2327644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12856" y="2861098"/>
            <a:ext cx="3772539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547672" y="2861098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40867" y="2861098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57785" y="2861098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0486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22441" y="3150694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5917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1727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Visually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arrange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893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turning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861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5456" y="3150692"/>
            <a:ext cx="169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07919" y="1023682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23323" y="1023682"/>
            <a:ext cx="716533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9870" y="1023682"/>
            <a:ext cx="124329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07919" y="1365300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23323" y="1365300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39870" y="1365300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07919" y="170691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23323" y="1706917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39870" y="1706917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07919" y="20485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23323" y="2048534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39870" y="2048534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07919" y="2390152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23323" y="2390152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9870" y="2390152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07919" y="2731769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123323" y="2731769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39870" y="2731769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410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Starting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8130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83827" y="1052626"/>
            <a:ext cx="40015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99244" y="1052626"/>
            <a:ext cx="35861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ratio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15778" y="1052626"/>
            <a:ext cx="28696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Cumulative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ratio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63075" y="1224839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32226" y="1224839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1528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71" y="1224839"/>
            <a:ext cx="24734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1528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63075" y="1395641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32226" y="1395641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1736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12132" y="1395641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3264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63075" y="1566456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54704" y="1566456"/>
            <a:ext cx="33306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12141" y="1566456"/>
            <a:ext cx="2473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63075" y="1737259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59112" y="1737259"/>
            <a:ext cx="34262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12132" y="1737259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4514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63075" y="1908074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59111" y="1908074"/>
            <a:ext cx="34262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12033" y="1908074"/>
            <a:ext cx="24733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5764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63075" y="2078876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32226" y="2078876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1944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12132" y="2078876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7708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3075" y="2249691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54704" y="2249691"/>
            <a:ext cx="33306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12141" y="2249691"/>
            <a:ext cx="2473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7708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63075" y="2420493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32226" y="2420493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12132" y="2420493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8611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63075" y="2591308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32226" y="2591308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11971" y="2591308"/>
            <a:ext cx="24734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9514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39885" y="2762123"/>
            <a:ext cx="39455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32226" y="2762123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92802" y="2762123"/>
            <a:ext cx="2392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98768" y="3150916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38531" y="3150692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62100" y="1447800"/>
            <a:ext cx="355600" cy="292100"/>
          </a:xfrm>
          <a:custGeom>
            <a:avLst/>
            <a:gdLst/>
            <a:ahLst/>
            <a:cxnLst/>
            <a:rect l="l" t="t" r="r" b="b"/>
            <a:pathLst>
              <a:path w="28" h="23">
                <a:moveTo>
                  <a:pt x="0" y="23"/>
                </a:moveTo>
                <a:lnTo>
                  <a:pt x="28" y="23"/>
                </a:lnTo>
                <a:lnTo>
                  <a:pt x="28" y="20"/>
                </a:lnTo>
                <a:lnTo>
                  <a:pt x="28" y="16"/>
                </a:lnTo>
                <a:lnTo>
                  <a:pt x="27" y="13"/>
                </a:lnTo>
                <a:lnTo>
                  <a:pt x="25" y="10"/>
                </a:lnTo>
                <a:lnTo>
                  <a:pt x="24" y="7"/>
                </a:lnTo>
                <a:lnTo>
                  <a:pt x="21" y="5"/>
                </a:lnTo>
                <a:lnTo>
                  <a:pt x="19" y="2"/>
                </a:lnTo>
                <a:lnTo>
                  <a:pt x="16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70177" y="1241406"/>
            <a:ext cx="144543" cy="2064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397000" y="1384300"/>
            <a:ext cx="368300" cy="355600"/>
          </a:xfrm>
          <a:custGeom>
            <a:avLst/>
            <a:gdLst/>
            <a:ahLst/>
            <a:cxnLst/>
            <a:rect l="l" t="t" r="r" b="b"/>
            <a:pathLst>
              <a:path w="29" h="28">
                <a:moveTo>
                  <a:pt x="13" y="28"/>
                </a:moveTo>
                <a:lnTo>
                  <a:pt x="29" y="5"/>
                </a:lnTo>
                <a:lnTo>
                  <a:pt x="26" y="3"/>
                </a:lnTo>
                <a:lnTo>
                  <a:pt x="22" y="1"/>
                </a:lnTo>
                <a:lnTo>
                  <a:pt x="19" y="0"/>
                </a:lnTo>
                <a:lnTo>
                  <a:pt x="15" y="0"/>
                </a:lnTo>
                <a:lnTo>
                  <a:pt x="11" y="0"/>
                </a:lnTo>
                <a:lnTo>
                  <a:pt x="7" y="0"/>
                </a:lnTo>
                <a:lnTo>
                  <a:pt x="4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14358" y="1263767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219200" y="1422400"/>
            <a:ext cx="342900" cy="317500"/>
          </a:xfrm>
          <a:custGeom>
            <a:avLst/>
            <a:gdLst/>
            <a:ahLst/>
            <a:cxnLst/>
            <a:rect l="l" t="t" r="r" b="b"/>
            <a:pathLst>
              <a:path w="27" h="25">
                <a:moveTo>
                  <a:pt x="27" y="25"/>
                </a:moveTo>
                <a:lnTo>
                  <a:pt x="14" y="0"/>
                </a:lnTo>
                <a:lnTo>
                  <a:pt x="12" y="1"/>
                </a:lnTo>
                <a:lnTo>
                  <a:pt x="9" y="3"/>
                </a:lnTo>
                <a:lnTo>
                  <a:pt x="7" y="5"/>
                </a:lnTo>
                <a:lnTo>
                  <a:pt x="5" y="7"/>
                </a:lnTo>
                <a:lnTo>
                  <a:pt x="4" y="9"/>
                </a:lnTo>
                <a:lnTo>
                  <a:pt x="2" y="12"/>
                </a:lnTo>
                <a:lnTo>
                  <a:pt x="1" y="14"/>
                </a:lnTo>
                <a:lnTo>
                  <a:pt x="0" y="17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980032" y="1558709"/>
            <a:ext cx="240328" cy="7577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206500" y="1638300"/>
            <a:ext cx="355600" cy="266700"/>
          </a:xfrm>
          <a:custGeom>
            <a:avLst/>
            <a:gdLst/>
            <a:ahLst/>
            <a:cxnLst/>
            <a:rect l="l" t="t" r="r" b="b"/>
            <a:pathLst>
              <a:path w="28" h="21">
                <a:moveTo>
                  <a:pt x="28" y="8"/>
                </a:moveTo>
                <a:lnTo>
                  <a:pt x="1" y="0"/>
                </a:lnTo>
                <a:lnTo>
                  <a:pt x="0" y="2"/>
                </a:lnTo>
                <a:lnTo>
                  <a:pt x="0" y="5"/>
                </a:lnTo>
                <a:lnTo>
                  <a:pt x="0" y="8"/>
                </a:lnTo>
                <a:lnTo>
                  <a:pt x="0" y="11"/>
                </a:lnTo>
                <a:lnTo>
                  <a:pt x="0" y="13"/>
                </a:lnTo>
                <a:lnTo>
                  <a:pt x="1" y="16"/>
                </a:lnTo>
                <a:lnTo>
                  <a:pt x="2" y="19"/>
                </a:lnTo>
                <a:lnTo>
                  <a:pt x="3" y="21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1020860" y="1908952"/>
            <a:ext cx="223516" cy="1163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244600" y="1739900"/>
            <a:ext cx="368300" cy="368300"/>
          </a:xfrm>
          <a:custGeom>
            <a:avLst/>
            <a:gdLst/>
            <a:ahLst/>
            <a:cxnLst/>
            <a:rect l="l" t="t" r="r" b="b"/>
            <a:pathLst>
              <a:path w="29" h="29">
                <a:moveTo>
                  <a:pt x="25" y="0"/>
                </a:moveTo>
                <a:lnTo>
                  <a:pt x="0" y="13"/>
                </a:lnTo>
                <a:lnTo>
                  <a:pt x="2" y="17"/>
                </a:lnTo>
                <a:lnTo>
                  <a:pt x="5" y="20"/>
                </a:lnTo>
                <a:lnTo>
                  <a:pt x="8" y="23"/>
                </a:lnTo>
                <a:lnTo>
                  <a:pt x="12" y="25"/>
                </a:lnTo>
                <a:lnTo>
                  <a:pt x="16" y="27"/>
                </a:lnTo>
                <a:lnTo>
                  <a:pt x="20" y="28"/>
                </a:lnTo>
                <a:lnTo>
                  <a:pt x="24" y="29"/>
                </a:lnTo>
                <a:lnTo>
                  <a:pt x="29" y="28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34162" y="2278100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1562100" y="1739900"/>
            <a:ext cx="228600" cy="355600"/>
          </a:xfrm>
          <a:custGeom>
            <a:avLst/>
            <a:gdLst/>
            <a:ahLst/>
            <a:cxnLst/>
            <a:rect l="l" t="t" r="r" b="b"/>
            <a:pathLst>
              <a:path w="18" h="28">
                <a:moveTo>
                  <a:pt x="0" y="0"/>
                </a:moveTo>
                <a:lnTo>
                  <a:pt x="4" y="28"/>
                </a:lnTo>
                <a:lnTo>
                  <a:pt x="6" y="28"/>
                </a:lnTo>
                <a:lnTo>
                  <a:pt x="8" y="28"/>
                </a:lnTo>
                <a:lnTo>
                  <a:pt x="10" y="27"/>
                </a:lnTo>
                <a:lnTo>
                  <a:pt x="12" y="26"/>
                </a:lnTo>
                <a:lnTo>
                  <a:pt x="13" y="25"/>
                </a:lnTo>
                <a:lnTo>
                  <a:pt x="15" y="24"/>
                </a:lnTo>
                <a:lnTo>
                  <a:pt x="17" y="23"/>
                </a:lnTo>
                <a:lnTo>
                  <a:pt x="18" y="22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795095" y="2018509"/>
            <a:ext cx="161984" cy="193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562100" y="17399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8" y="22"/>
                </a:lnTo>
                <a:lnTo>
                  <a:pt x="20" y="21"/>
                </a:lnTo>
                <a:lnTo>
                  <a:pt x="21" y="19"/>
                </a:lnTo>
                <a:lnTo>
                  <a:pt x="23" y="18"/>
                </a:lnTo>
                <a:lnTo>
                  <a:pt x="24" y="16"/>
                </a:lnTo>
                <a:lnTo>
                  <a:pt x="25" y="14"/>
                </a:lnTo>
                <a:lnTo>
                  <a:pt x="26" y="12"/>
                </a:lnTo>
                <a:lnTo>
                  <a:pt x="26" y="11"/>
                </a:lnTo>
                <a:lnTo>
                  <a:pt x="27" y="9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907014" y="1850982"/>
            <a:ext cx="240328" cy="757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562100" y="1739900"/>
            <a:ext cx="355600" cy="114300"/>
          </a:xfrm>
          <a:custGeom>
            <a:avLst/>
            <a:gdLst/>
            <a:ahLst/>
            <a:cxnLst/>
            <a:rect l="l" t="t" r="r" b="b"/>
            <a:pathLst>
              <a:path w="28" h="9">
                <a:moveTo>
                  <a:pt x="0" y="0"/>
                </a:moveTo>
                <a:lnTo>
                  <a:pt x="27" y="9"/>
                </a:lnTo>
                <a:lnTo>
                  <a:pt x="27" y="8"/>
                </a:lnTo>
                <a:lnTo>
                  <a:pt x="28" y="7"/>
                </a:lnTo>
                <a:lnTo>
                  <a:pt x="28" y="6"/>
                </a:lnTo>
                <a:lnTo>
                  <a:pt x="28" y="5"/>
                </a:lnTo>
                <a:lnTo>
                  <a:pt x="28" y="3"/>
                </a:lnTo>
                <a:lnTo>
                  <a:pt x="28" y="2"/>
                </a:lnTo>
                <a:lnTo>
                  <a:pt x="28" y="1"/>
                </a:lnTo>
                <a:lnTo>
                  <a:pt x="28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923691" y="1742733"/>
            <a:ext cx="252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885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2693" y="1104590"/>
            <a:ext cx="39427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79015" y="1404572"/>
            <a:ext cx="38063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6853" y="1055758"/>
            <a:ext cx="46985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5366" y="1115076"/>
            <a:ext cx="42500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0734" y="1174931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45" y="1477881"/>
            <a:ext cx="49990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6396" y="1306782"/>
            <a:ext cx="4699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2396" y="2026813"/>
            <a:ext cx="5002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113" y="1700965"/>
            <a:ext cx="48232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12442" y="2408194"/>
            <a:ext cx="42729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50734" y="2132854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70532" y="2189254"/>
            <a:ext cx="42148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02142" y="2245926"/>
            <a:ext cx="38832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17522" y="2148145"/>
            <a:ext cx="40678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15045" y="1910875"/>
            <a:ext cx="36703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9030" y="1953885"/>
            <a:ext cx="38363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7737" y="1694860"/>
            <a:ext cx="3517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06854" y="1736042"/>
            <a:ext cx="37785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68013" y="1249012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8013" y="1421084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turning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wheel,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091" y="1582509"/>
            <a:ext cx="24703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45100" y="1734350"/>
            <a:ext cx="23402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90796" y="1886179"/>
            <a:ext cx="24945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within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45101" y="2038007"/>
            <a:ext cx="23402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whose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45101" y="2189836"/>
            <a:ext cx="23402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98768" y="3150918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3951" y="3150694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131733" y="1638377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47137" y="1638377"/>
            <a:ext cx="559955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07093" y="1638377"/>
            <a:ext cx="55225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31733" y="197999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47137" y="1979994"/>
            <a:ext cx="55995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07093" y="1979994"/>
            <a:ext cx="55225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131733" y="232161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47137" y="2321611"/>
            <a:ext cx="55995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7093" y="2321611"/>
            <a:ext cx="55225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8005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obtain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9726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4" y="123076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1402834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07641" y="1667321"/>
            <a:ext cx="35777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3057" y="1667321"/>
            <a:ext cx="31623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3001" y="1667321"/>
            <a:ext cx="2602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86000" y="1839534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1930" y="1837837"/>
            <a:ext cx="30934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43276" y="1837837"/>
            <a:ext cx="25421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2010336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77210" y="2008639"/>
            <a:ext cx="31081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33407" y="2008639"/>
            <a:ext cx="25519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2181151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03880" y="2179454"/>
            <a:ext cx="30815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34679" y="2179454"/>
            <a:ext cx="25507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6000" y="2351953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79331" y="2350257"/>
            <a:ext cx="3106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37001" y="2350257"/>
            <a:ext cx="25483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2522768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86215" y="2521072"/>
            <a:ext cx="30991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39080" y="2521072"/>
            <a:ext cx="25463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22975" y="3150695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49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4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09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2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29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5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5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68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3137" y="1887019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11506" y="1887019"/>
            <a:ext cx="34738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03137" y="2057834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34696" y="2057834"/>
            <a:ext cx="34506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4179" y="1129252"/>
            <a:ext cx="17212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87293" y="1361162"/>
            <a:ext cx="1598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57399" y="1062725"/>
            <a:ext cx="2327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04655" y="1177444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27719" y="1427892"/>
            <a:ext cx="25576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73198" y="1282930"/>
            <a:ext cx="23121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214181" y="1867058"/>
            <a:ext cx="25712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73769" y="1598271"/>
            <a:ext cx="2411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7720" y="2172163"/>
            <a:ext cx="19876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4655" y="1943788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60496" y="1988911"/>
            <a:ext cx="1924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3658" y="2042356"/>
            <a:ext cx="16717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78099" y="1956018"/>
            <a:ext cx="1807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81806" y="1774298"/>
            <a:ext cx="15035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63303" y="1800620"/>
            <a:ext cx="1622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427818" y="1601578"/>
            <a:ext cx="13575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04184" y="1626338"/>
            <a:ext cx="158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07074" y="2395155"/>
            <a:ext cx="52783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pairs?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2779" y="2633026"/>
            <a:ext cx="53026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pair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twice?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98759" y="3150916"/>
            <a:ext cx="886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23116" y="3150692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975100" y="1727200"/>
            <a:ext cx="635000" cy="254000"/>
          </a:xfrm>
          <a:custGeom>
            <a:avLst/>
            <a:gdLst/>
            <a:ahLst/>
            <a:cxnLst/>
            <a:rect l="l" t="t" r="r" b="b"/>
            <a:pathLst>
              <a:path w="50" h="20">
                <a:moveTo>
                  <a:pt x="46" y="0"/>
                </a:move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16"/>
                </a:lnTo>
                <a:lnTo>
                  <a:pt x="0" y="17"/>
                </a:lnTo>
                <a:lnTo>
                  <a:pt x="1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3" y="20"/>
                </a:lnTo>
                <a:lnTo>
                  <a:pt x="3" y="20"/>
                </a:lnTo>
                <a:lnTo>
                  <a:pt x="4" y="20"/>
                </a:lnTo>
                <a:lnTo>
                  <a:pt x="46" y="20"/>
                </a:lnTo>
                <a:lnTo>
                  <a:pt x="47" y="20"/>
                </a:lnTo>
                <a:lnTo>
                  <a:pt x="48" y="20"/>
                </a:lnTo>
                <a:lnTo>
                  <a:pt x="48" y="20"/>
                </a:lnTo>
                <a:lnTo>
                  <a:pt x="49" y="19"/>
                </a:lnTo>
                <a:lnTo>
                  <a:pt x="49" y="19"/>
                </a:lnTo>
                <a:lnTo>
                  <a:pt x="50" y="18"/>
                </a:lnTo>
                <a:lnTo>
                  <a:pt x="50" y="17"/>
                </a:lnTo>
                <a:lnTo>
                  <a:pt x="50" y="16"/>
                </a:lnTo>
                <a:lnTo>
                  <a:pt x="50" y="4"/>
                </a:lnTo>
                <a:lnTo>
                  <a:pt x="50" y="3"/>
                </a:lnTo>
                <a:lnTo>
                  <a:pt x="50" y="3"/>
                </a:lnTo>
                <a:lnTo>
                  <a:pt x="49" y="2"/>
                </a:lnTo>
                <a:lnTo>
                  <a:pt x="49" y="1"/>
                </a:lnTo>
                <a:lnTo>
                  <a:pt x="48" y="1"/>
                </a:lnTo>
                <a:lnTo>
                  <a:pt x="48" y="0"/>
                </a:lnTo>
                <a:lnTo>
                  <a:pt x="47" y="0"/>
                </a:lnTo>
                <a:lnTo>
                  <a:pt x="4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442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048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question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769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58741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75948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left-most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2069966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1" y="3150919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2290" y="3150695"/>
            <a:ext cx="1631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20686" y="1106398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36103" y="1106398"/>
            <a:ext cx="811606" cy="170814"/>
          </a:xfrm>
          <a:prstGeom prst="rect">
            <a:avLst/>
          </a:prstGeom>
          <a:solidFill>
            <a:srgbClr val="429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7709" y="1106398"/>
            <a:ext cx="888771" cy="170814"/>
          </a:xfrm>
          <a:prstGeom prst="rect">
            <a:avLst/>
          </a:prstGeom>
          <a:solidFill>
            <a:srgbClr val="318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6467" y="1106398"/>
            <a:ext cx="895502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70" y="1106398"/>
            <a:ext cx="458025" cy="170814"/>
          </a:xfrm>
          <a:prstGeom prst="rect">
            <a:avLst/>
          </a:prstGeom>
          <a:solidFill>
            <a:srgbClr val="085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995" y="1106398"/>
            <a:ext cx="480390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691" y="144801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6108" y="1448016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3016" y="1448016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7715" y="1448016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51017" y="1448016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6475" y="1448016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77" y="1448016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0001" y="1448016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0687" y="17896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36105" y="1789634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93013" y="1789634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7712" y="178963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51013" y="1789634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36472" y="1789634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74" y="1789634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90001" y="1789634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1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06" y="1135342"/>
            <a:ext cx="47887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37842" y="1135342"/>
            <a:ext cx="42475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91879" y="1135342"/>
            <a:ext cx="33935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2388" y="1135342"/>
            <a:ext cx="26730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Random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07878" y="1135342"/>
            <a:ext cx="1777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5903" y="1135342"/>
            <a:ext cx="13194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965" y="1307555"/>
            <a:ext cx="47104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11" y="1307555"/>
            <a:ext cx="4373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8932" y="1305858"/>
            <a:ext cx="41164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6820" y="1307555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2311" y="1305859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58566" y="1305859"/>
            <a:ext cx="2326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51059" y="1305859"/>
            <a:ext cx="1734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1035" y="1305859"/>
            <a:ext cx="12343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970" y="1478358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2016" y="1478358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68937" y="1476661"/>
            <a:ext cx="4116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46826" y="1478358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317" y="1476661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52896" y="1476661"/>
            <a:ext cx="23324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81836" y="1476661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0265" y="1476661"/>
            <a:ext cx="1265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74970" y="1649172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2016" y="1649172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84316" y="1647476"/>
            <a:ext cx="41010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46826" y="1649174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42317" y="1647477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58569" y="1647477"/>
            <a:ext cx="2326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1836" y="1647477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35656" y="1647477"/>
            <a:ext cx="12497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4967" y="1819976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12012" y="1819976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68933" y="1818279"/>
            <a:ext cx="4116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23620" y="1819975"/>
            <a:ext cx="356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26934" y="1818279"/>
            <a:ext cx="3258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68285" y="1818279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81836" y="1818279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04886" y="1818279"/>
            <a:ext cx="12805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74970" y="1990790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12016" y="1990790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99709" y="1989093"/>
            <a:ext cx="4085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46826" y="1990790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57709" y="1989093"/>
            <a:ext cx="32276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68288" y="1989093"/>
            <a:ext cx="23171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97218" y="1989093"/>
            <a:ext cx="16881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551041" y="1989093"/>
            <a:ext cx="12343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98781" y="3150918"/>
            <a:ext cx="886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6327" y="3150694"/>
            <a:ext cx="159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38146" y="1289481"/>
            <a:ext cx="271881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10027" y="1289481"/>
            <a:ext cx="452754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62783" y="1289481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1327" y="1512163"/>
            <a:ext cx="325666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26993" y="1512163"/>
            <a:ext cx="494868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62783" y="1512163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038146" y="1734858"/>
            <a:ext cx="271881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10027" y="1734858"/>
            <a:ext cx="452754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62783" y="1734858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01327" y="1957539"/>
            <a:ext cx="325666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26993" y="1957539"/>
            <a:ext cx="494868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62783" y="1957539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038146" y="2180221"/>
            <a:ext cx="271881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10027" y="2180221"/>
            <a:ext cx="452754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62783" y="2180221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97413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label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14054" y="1326962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85948" y="1324639"/>
            <a:ext cx="3399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04133" y="1326962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6083" y="1324639"/>
            <a:ext cx="24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14054" y="1549643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8061" y="1547321"/>
            <a:ext cx="3357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04133" y="1549643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23957" y="1547321"/>
            <a:ext cx="24614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14054" y="1772325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28061" y="1770003"/>
            <a:ext cx="3357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04133" y="1772325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5027" y="1770003"/>
            <a:ext cx="24403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14054" y="1995007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28061" y="1992685"/>
            <a:ext cx="3357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04133" y="1995007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02901" y="1992685"/>
            <a:ext cx="24824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14054" y="2217701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49118" y="2215379"/>
            <a:ext cx="33362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77235" y="2217701"/>
            <a:ext cx="28081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66083" y="2215379"/>
            <a:ext cx="24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23432" y="3150693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68600" y="1739900"/>
            <a:ext cx="609600" cy="266700"/>
          </a:xfrm>
          <a:custGeom>
            <a:avLst/>
            <a:gdLst/>
            <a:ahLst/>
            <a:cxnLst/>
            <a:rect l="l" t="t" r="r" b="b"/>
            <a:pathLst>
              <a:path w="48" h="21">
                <a:moveTo>
                  <a:pt x="44" y="0"/>
                </a:move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17"/>
                </a:lnTo>
                <a:lnTo>
                  <a:pt x="0" y="17"/>
                </a:lnTo>
                <a:lnTo>
                  <a:pt x="0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2" y="20"/>
                </a:lnTo>
                <a:lnTo>
                  <a:pt x="3" y="20"/>
                </a:lnTo>
                <a:lnTo>
                  <a:pt x="4" y="21"/>
                </a:lnTo>
                <a:lnTo>
                  <a:pt x="44" y="21"/>
                </a:lnTo>
                <a:lnTo>
                  <a:pt x="45" y="20"/>
                </a:lnTo>
                <a:lnTo>
                  <a:pt x="46" y="20"/>
                </a:lnTo>
                <a:lnTo>
                  <a:pt x="47" y="20"/>
                </a:lnTo>
                <a:lnTo>
                  <a:pt x="47" y="19"/>
                </a:lnTo>
                <a:lnTo>
                  <a:pt x="48" y="19"/>
                </a:lnTo>
                <a:lnTo>
                  <a:pt x="48" y="18"/>
                </a:lnTo>
                <a:lnTo>
                  <a:pt x="48" y="17"/>
                </a:lnTo>
                <a:lnTo>
                  <a:pt x="48" y="17"/>
                </a:lnTo>
                <a:lnTo>
                  <a:pt x="48" y="4"/>
                </a:lnTo>
                <a:lnTo>
                  <a:pt x="48" y="4"/>
                </a:lnTo>
                <a:lnTo>
                  <a:pt x="48" y="3"/>
                </a:lnTo>
                <a:lnTo>
                  <a:pt x="48" y="2"/>
                </a:lnTo>
                <a:lnTo>
                  <a:pt x="47" y="2"/>
                </a:lnTo>
                <a:lnTo>
                  <a:pt x="47" y="1"/>
                </a:lnTo>
                <a:lnTo>
                  <a:pt x="46" y="1"/>
                </a:lnTo>
                <a:lnTo>
                  <a:pt x="45" y="1"/>
                </a:lnTo>
                <a:lnTo>
                  <a:pt x="44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289" y="3150693"/>
            <a:ext cx="163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5864" y="2604794"/>
            <a:ext cx="499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136160" y="2604794"/>
            <a:ext cx="920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377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rate/probability,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098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1" y="1320346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1492418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generated for each bit.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 the random number is less than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 the 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1" y="1664503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2" y="1924701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subjected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2" y="214705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9154" y="2457542"/>
            <a:ext cx="33362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1110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68" y="3150917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19481" y="3150693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51901" y="935405"/>
            <a:ext cx="39222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127" y="935405"/>
            <a:ext cx="6250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69158" y="935405"/>
            <a:ext cx="80227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71430" y="935405"/>
            <a:ext cx="46774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751901" y="1277023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44127" y="1277023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69158" y="1277023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71430" y="1277023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51901" y="1618640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4127" y="1618640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69158" y="1618640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571430" y="1618640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51901" y="1960257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44127" y="1960257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69158" y="1960257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71430" y="1960257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751901" y="2301875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4127" y="2301875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69158" y="2301875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571430" y="2301875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51901" y="2643492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44127" y="2643492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69158" y="2643492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1430" y="2643492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993" y="69986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versions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7808" y="964349"/>
            <a:ext cx="39575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0048" y="964349"/>
            <a:ext cx="3565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Gray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45079" y="964349"/>
            <a:ext cx="29403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Decimal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value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47350" y="964349"/>
            <a:ext cx="21380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8357" y="1136550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19121" y="1134853"/>
            <a:ext cx="34662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43986" y="1134853"/>
            <a:ext cx="2641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52218" y="1134853"/>
            <a:ext cx="20331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8357" y="1307364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34513" y="1305668"/>
            <a:ext cx="34508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44291" y="1305668"/>
            <a:ext cx="26411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51858" y="1305668"/>
            <a:ext cx="20335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8357" y="1478167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49893" y="1476470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28035" y="1476470"/>
            <a:ext cx="26573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52867" y="1476470"/>
            <a:ext cx="20325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98357" y="1648982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49893" y="1647285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43529" y="1647285"/>
            <a:ext cx="26418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52417" y="1647285"/>
            <a:ext cx="20329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8357" y="1819784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65285" y="1818087"/>
            <a:ext cx="3420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23031" y="1818087"/>
            <a:ext cx="26623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47256" y="1818087"/>
            <a:ext cx="2038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98357" y="1990599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49893" y="1988902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43630" y="1988902"/>
            <a:ext cx="26417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47312" y="1988902"/>
            <a:ext cx="20380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8357" y="2161414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19121" y="2159717"/>
            <a:ext cx="34662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43986" y="2159717"/>
            <a:ext cx="2641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52218" y="2159717"/>
            <a:ext cx="20331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98357" y="2332216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34513" y="2330520"/>
            <a:ext cx="34508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44646" y="2330520"/>
            <a:ext cx="26407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52875" y="2330520"/>
            <a:ext cx="20325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8357" y="2503031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03741" y="2501335"/>
            <a:ext cx="34816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38969" y="2501335"/>
            <a:ext cx="26464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74025" y="2501335"/>
            <a:ext cx="2011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75167" y="2673834"/>
            <a:ext cx="39102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49893" y="2672137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128035" y="2672137"/>
            <a:ext cx="26573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52875" y="2672137"/>
            <a:ext cx="20325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42559" y="3150693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336800" y="2133600"/>
            <a:ext cx="1473200" cy="279400"/>
          </a:xfrm>
          <a:custGeom>
            <a:avLst/>
            <a:gdLst/>
            <a:ahLst/>
            <a:cxnLst/>
            <a:rect l="l" t="t" r="r" b="b"/>
            <a:pathLst>
              <a:path w="116" h="22">
                <a:moveTo>
                  <a:pt x="112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5" y="22"/>
                </a:lnTo>
                <a:lnTo>
                  <a:pt x="115" y="21"/>
                </a:lnTo>
                <a:lnTo>
                  <a:pt x="116" y="21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6" y="4"/>
                </a:lnTo>
                <a:lnTo>
                  <a:pt x="116" y="3"/>
                </a:lnTo>
                <a:lnTo>
                  <a:pt x="116" y="3"/>
                </a:lnTo>
                <a:lnTo>
                  <a:pt x="116" y="2"/>
                </a:lnTo>
                <a:lnTo>
                  <a:pt x="115" y="1"/>
                </a:lnTo>
                <a:lnTo>
                  <a:pt x="115" y="1"/>
                </a:lnTo>
                <a:lnTo>
                  <a:pt x="114" y="0"/>
                </a:lnTo>
                <a:lnTo>
                  <a:pt x="113" y="0"/>
                </a:lnTo>
                <a:lnTo>
                  <a:pt x="112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7979" y="3150693"/>
            <a:ext cx="1574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18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90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52997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25069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fulfilled.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7001" y="3150693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79029" y="1114755"/>
            <a:ext cx="277089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44396" y="2045220"/>
            <a:ext cx="2840177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777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029" y="947397"/>
            <a:ext cx="45063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44 + 50 + 0 + 36 + 36 + 56 + 0 + 26 + 26 + 14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95206" y="1136157"/>
            <a:ext cx="31901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03598" y="1041123"/>
            <a:ext cx="16817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28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60816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44396" y="1877849"/>
            <a:ext cx="45409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36 + 56 + 26 + 54 + 50 + 50 + 36 + 26 + 0 + 26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95206" y="2066609"/>
            <a:ext cx="31901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8243" y="1971575"/>
            <a:ext cx="1647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36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253862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27106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overall,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33757" y="3150694"/>
            <a:ext cx="1516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522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 we be sure that, based on the mechanism of genetic algorithm and the synergy 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242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evolving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instead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963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degenerating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6468" y="3150693"/>
            <a:ext cx="158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7446" y="3150693"/>
            <a:ext cx="157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889343"/>
            <a:ext cx="54086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889343"/>
            <a:ext cx="74689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889343"/>
            <a:ext cx="58611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236028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236028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236028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57764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57764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57764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91926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91926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91926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26088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26088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26088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60249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60249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60249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1062686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1062686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1062686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5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271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98" y="918287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366" y="918287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4266" y="918287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447" y="1093858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99591" y="1093858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5221" y="1093858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3978" y="1264673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4983" y="1264673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44141" y="1264673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6689" y="1435475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0363" y="143547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432" y="1435475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6206" y="1606290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4983" y="1606290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0293" y="1606290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282" y="1777105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30363" y="177710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39715" y="1777105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5939" y="1947908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45755" y="1947908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33765" y="1947908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863" y="2118723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30363" y="211872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933743" y="2118723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870" y="2289525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4983" y="228952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39747" y="2289525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434" y="2460340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0363" y="246034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40322" y="2460340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5863" y="2631142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45755" y="263114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49462" y="2631142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63978" y="993729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Focusing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63978" y="1165801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77057" y="1390249"/>
            <a:ext cx="2008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0111,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3978" y="1614683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40264" y="1839130"/>
            <a:ext cx="18451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01*1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63978" y="2063577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*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“don’t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care”.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63978" y="2340399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generalised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63978" y="2512472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(plural: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98771" y="3150920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30342" y="3150696"/>
            <a:ext cx="1550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718731"/>
            <a:ext cx="54086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718731"/>
            <a:ext cx="746899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718731"/>
            <a:ext cx="58611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06540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06540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06540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40702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40702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40702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74863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74863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74863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09025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09025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09025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43188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43188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43188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892073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892073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892073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130587" y="1221130"/>
            <a:ext cx="26767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29140" y="1937054"/>
            <a:ext cx="362089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77639" y="1937055"/>
            <a:ext cx="405981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6498" y="747675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366" y="747675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4266" y="747675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447" y="923245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99591" y="923245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65221" y="923245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3978" y="1094048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4983" y="1094048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44141" y="1094048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689" y="1264863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30363" y="126486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9432" y="1264863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6206" y="1435665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4983" y="143566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40293" y="1435665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6282" y="1606480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30363" y="160648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39715" y="1606480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5939" y="1777282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45755" y="177728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33765" y="1777282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863" y="1948097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30363" y="1948097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33743" y="1948097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7870" y="2118912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14983" y="2118912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39747" y="2118912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6434" y="2289715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30363" y="228971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40322" y="2289715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5863" y="2460530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45755" y="2460530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49462" y="2460530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63978" y="71496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3978" y="85414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86531" y="1160608"/>
            <a:ext cx="209886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944" y="1086961"/>
            <a:ext cx="156945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44430" y="1240209"/>
            <a:ext cx="1640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30587" y="1446127"/>
            <a:ext cx="1654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1301" y="1318723"/>
            <a:ext cx="14840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63978" y="157809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Therefore the probability of selecting either of 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 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1175" y="1802885"/>
            <a:ext cx="25842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90189" y="1956121"/>
            <a:ext cx="179520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76346" y="2162051"/>
            <a:ext cx="18090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47072" y="2034634"/>
            <a:ext cx="16383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8916" y="1793065"/>
            <a:ext cx="14464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597" b="0">
                <a:solidFill>
                  <a:srgbClr val="000000"/>
                </a:solidFill>
                <a:latin typeface="Cambria Math"/>
              </a:rPr>
              <a:t>/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60633" y="1956121"/>
            <a:ext cx="12247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46790" y="2162052"/>
            <a:ext cx="1238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17516" y="2034635"/>
            <a:ext cx="10678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63978" y="2344626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597" b="0">
                <a:solidFill>
                  <a:srgbClr val="000000"/>
                </a:solidFill>
                <a:latin typeface="Cambria Math"/>
              </a:rPr>
              <a:t>/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663978" y="2483805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7447" y="3150694"/>
            <a:ext cx="157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54120" y="1643380"/>
            <a:ext cx="47407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46246" y="2231707"/>
            <a:ext cx="47407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762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94831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0650" y="1259565"/>
            <a:ext cx="3824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 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84817" y="1460421"/>
            <a:ext cx="31005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51110" y="1662762"/>
            <a:ext cx="25342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37216" y="1919022"/>
            <a:ext cx="2548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34346" y="1765214"/>
            <a:ext cx="23510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84817" y="2048736"/>
            <a:ext cx="31005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66642" y="2253097"/>
            <a:ext cx="28187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1" y="2549174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whole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767" y="3150918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7442" y="3150694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78162" y="1550758"/>
            <a:ext cx="47407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2565" y="1367800"/>
            <a:ext cx="35928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98570" y="1572160"/>
            <a:ext cx="25868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71738" y="1812395"/>
            <a:ext cx="41136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&gt;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6600" y="3150693"/>
            <a:ext cx="168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60966" y="1052385"/>
            <a:ext cx="43888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6402" y="2442462"/>
            <a:ext cx="20750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6419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4953" y="889162"/>
            <a:ext cx="3540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76663" y="1071929"/>
            <a:ext cx="26087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48321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4" y="171096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4" y="193869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70926" y="2289617"/>
            <a:ext cx="36144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6402" y="2462007"/>
            <a:ext cx="2418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9677" y="3150692"/>
            <a:ext cx="1457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06965" y="1208125"/>
            <a:ext cx="23327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4580" y="1040754"/>
            <a:ext cx="36808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·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6965" y="1229514"/>
            <a:ext cx="2378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008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lower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8589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11705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previous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233289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095500" y="107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784600" y="115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08300" y="2070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>
            <a:off x="1103546" y="1276555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2936" y="1327166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03546" y="1887077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25306" y="1327166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4097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1257300" y="1320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1049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1049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257300" y="1676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4097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346200" y="1498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295400" y="142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206500" y="142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168400" y="1498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206500" y="1574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295400" y="1574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1209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955800" y="1320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6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8034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8034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955800" y="1676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6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1209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H="1">
            <a:off x="2344429" y="2328024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293818" y="2378635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344429" y="2938546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466189" y="2378635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6416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2489200" y="2374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3368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3368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24892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26416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2578100" y="2552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2540000" y="2476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451100" y="2476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400300" y="2552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451100" y="2628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540000" y="2628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3528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30480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3528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200400" y="2374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0480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2004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H="1">
            <a:off x="3585308" y="1276555"/>
            <a:ext cx="107115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34697" y="1327166"/>
            <a:ext cx="0" cy="6176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585308" y="1995417"/>
            <a:ext cx="107115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707075" y="1327166"/>
            <a:ext cx="0" cy="6176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3846780" y="1437842"/>
            <a:ext cx="7209" cy="342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3834639" y="1386826"/>
            <a:ext cx="1940" cy="74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3762218" y="1333430"/>
            <a:ext cx="46623" cy="221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685837" y="1329848"/>
            <a:ext cx="34652" cy="96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646411" y="1356190"/>
            <a:ext cx="3680" cy="27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592803" y="1389164"/>
            <a:ext cx="28574" cy="516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587472" y="1482063"/>
            <a:ext cx="4530" cy="178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609422" y="1540521"/>
            <a:ext cx="8214" cy="130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649243" y="1583068"/>
            <a:ext cx="49616" cy="267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739357" y="1604183"/>
            <a:ext cx="20649" cy="80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801146" y="1579537"/>
            <a:ext cx="15632" cy="71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846782" y="1483875"/>
            <a:ext cx="31795" cy="661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4653393" y="1450728"/>
            <a:ext cx="1556" cy="271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4621644" y="1391112"/>
            <a:ext cx="16324" cy="199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586936" y="1365016"/>
            <a:ext cx="4343" cy="1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 flipV="1">
            <a:off x="4547660" y="1350548"/>
            <a:ext cx="1805" cy="5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4498594" y="1345222"/>
            <a:ext cx="5514" cy="4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4430683" y="1356878"/>
            <a:ext cx="25435" cy="121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4396573" y="1398877"/>
            <a:ext cx="4399" cy="93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388971" y="1450706"/>
            <a:ext cx="346" cy="39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395806" y="1498855"/>
            <a:ext cx="2443" cy="117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416342" y="1550276"/>
            <a:ext cx="4536" cy="59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452719" y="1586876"/>
            <a:ext cx="5799" cy="40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498849" y="1607629"/>
            <a:ext cx="3736" cy="6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546968" y="1611694"/>
            <a:ext cx="18573" cy="1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4605722" y="1590889"/>
            <a:ext cx="9341" cy="7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640241" y="1526722"/>
            <a:ext cx="10293" cy="29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659454" y="1478759"/>
            <a:ext cx="320" cy="4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257219" y="1767386"/>
            <a:ext cx="683" cy="28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 flipV="1">
            <a:off x="4222013" y="1706142"/>
            <a:ext cx="21141" cy="225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191653" y="1673314"/>
            <a:ext cx="5991" cy="65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 flipV="1">
            <a:off x="4151132" y="1662411"/>
            <a:ext cx="9087" cy="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 flipV="1">
            <a:off x="4099814" y="1659846"/>
            <a:ext cx="6659" cy="4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4043418" y="1671880"/>
            <a:ext cx="16253" cy="122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>
            <a:off x="3997053" y="1714840"/>
            <a:ext cx="14219" cy="17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987974" y="1770812"/>
            <a:ext cx="580" cy="2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996863" y="1817103"/>
            <a:ext cx="2384" cy="17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016974" y="1873307"/>
            <a:ext cx="12500" cy="144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060160" y="1920184"/>
            <a:ext cx="12694" cy="123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4106822" y="1938493"/>
            <a:ext cx="2249" cy="10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149266" y="1932054"/>
            <a:ext cx="10273" cy="9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197205" y="1907776"/>
            <a:ext cx="10609" cy="111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237238" y="1848689"/>
            <a:ext cx="20494" cy="25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4262001" y="1796731"/>
            <a:ext cx="3675" cy="130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866276" y="1473112"/>
            <a:ext cx="517512" cy="37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3860800" y="1460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0" y="1"/>
                </a:move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4381500" y="14732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3835748" y="1557998"/>
            <a:ext cx="182325" cy="148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38227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0"/>
                </a:move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4013200" y="1689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 flipH="1">
            <a:off x="4238492" y="1566377"/>
            <a:ext cx="176335" cy="1410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Freeform 137"/>
          <p:cNvSpPr/>
          <p:nvPr/>
        </p:nvSpPr>
        <p:spPr>
          <a:xfrm>
            <a:off x="44069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4229100" y="1701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0" y="1"/>
                </a:move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3797300" y="1409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4597400" y="1422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42037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3721100" y="138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4508500" y="138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4114800" y="1701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619500" y="1397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4406900" y="1409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40132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36322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44323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4038600" y="1828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37211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45085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41148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37973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45974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4203700" y="1828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41910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3962400" y="1651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4038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4279900" y="16637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3873500" y="1587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4356100" y="1600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918144" y="605756"/>
            <a:ext cx="38672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strategy,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52269" y="777828"/>
            <a:ext cx="41331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26794" y="1133325"/>
            <a:ext cx="45586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GA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476144" y="2164285"/>
            <a:ext cx="330925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Steady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state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878617" y="1133325"/>
            <a:ext cx="190677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135478" y="1772884"/>
            <a:ext cx="4649917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38893" y="1772878"/>
            <a:ext cx="3946502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376344" y="2824330"/>
            <a:ext cx="3409051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079760" y="2824330"/>
            <a:ext cx="2705636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634701" y="1445873"/>
            <a:ext cx="2150694" cy="94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481" b="0">
                <a:solidFill>
                  <a:srgbClr val="000000"/>
                </a:solidFill>
                <a:latin typeface="Josefin Sans"/>
              </a:rPr>
              <a:t> </a:t>
            </a:r>
            <a:r>
              <a:rPr sz="481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424047" y="1451601"/>
            <a:ext cx="1361349" cy="94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481" b="0">
                <a:solidFill>
                  <a:srgbClr val="000000"/>
                </a:solidFill>
                <a:latin typeface="Josefin Sans"/>
              </a:rPr>
              <a:t> </a:t>
            </a:r>
            <a:r>
              <a:rPr sz="481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026038" y="1769578"/>
            <a:ext cx="1759357" cy="94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481" b="0">
                <a:solidFill>
                  <a:srgbClr val="000000"/>
                </a:solidFill>
                <a:latin typeface="Josefin Sans"/>
              </a:rPr>
              <a:t> </a:t>
            </a:r>
            <a:r>
              <a:rPr sz="481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000986" y="1392997"/>
            <a:ext cx="1784409" cy="948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migration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24118" y="3150693"/>
            <a:ext cx="161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Generational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(GGA)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0056" y="98269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overlapping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094" y="11985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referred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gap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GGAs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4" y="1370614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gap.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4270" y="3150706"/>
            <a:ext cx="161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95" y="9404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056" y="115477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SSGAs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4" y="137061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large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gaps.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8769" y="3150930"/>
            <a:ext cx="8866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84" y="3150706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058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strategies: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202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37830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63641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3" y="1852259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5" y="206660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oldest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oldest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5" y="2324719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parent-offspring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competition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67" y="3150916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429" y="3150692"/>
            <a:ext cx="1619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2440994" y="1931565"/>
            <a:ext cx="2718" cy="111394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2364256" y="1875621"/>
            <a:ext cx="76738" cy="55944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263639" y="1804462"/>
            <a:ext cx="100617" cy="71159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170085" y="1804462"/>
            <a:ext cx="93554" cy="29676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097628" y="1834138"/>
            <a:ext cx="72457" cy="83330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06262" y="1917468"/>
            <a:ext cx="91366" cy="106610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006262" y="2024078"/>
            <a:ext cx="31527" cy="96672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037789" y="2120750"/>
            <a:ext cx="48146" cy="8599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85935" y="2206745"/>
            <a:ext cx="139943" cy="74711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25878" y="2231841"/>
            <a:ext cx="106158" cy="4961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32036" y="2179936"/>
            <a:ext cx="75422" cy="5190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07458" y="2061840"/>
            <a:ext cx="75797" cy="118096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731839" y="1941278"/>
            <a:ext cx="21917" cy="101681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3656879" y="1870170"/>
            <a:ext cx="96877" cy="71108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3586225" y="1801741"/>
            <a:ext cx="70654" cy="68429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3525117" y="1801741"/>
            <a:ext cx="61108" cy="25294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3423659" y="1827035"/>
            <a:ext cx="101458" cy="25800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362712" y="1852835"/>
            <a:ext cx="60947" cy="57599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3321556" y="1910434"/>
            <a:ext cx="41156" cy="57849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3307749" y="1968283"/>
            <a:ext cx="13807" cy="7323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307749" y="2041518"/>
            <a:ext cx="2345" cy="105488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310094" y="2147006"/>
            <a:ext cx="84629" cy="68482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394723" y="2215488"/>
            <a:ext cx="68149" cy="3522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462872" y="2250713"/>
            <a:ext cx="59360" cy="8170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522232" y="2238190"/>
            <a:ext cx="79424" cy="20693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01656" y="2208035"/>
            <a:ext cx="101179" cy="3015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02835" y="2139633"/>
            <a:ext cx="37985" cy="68402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3739599" y="2044401"/>
            <a:ext cx="1221" cy="95232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3077275" y="2472477"/>
            <a:ext cx="14924" cy="82048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3037470" y="2386454"/>
            <a:ext cx="39805" cy="86023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945102" y="2357159"/>
            <a:ext cx="92368" cy="2929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2885640" y="2338852"/>
            <a:ext cx="59462" cy="18307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808710" y="2338852"/>
            <a:ext cx="76930" cy="12135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722559" y="2350987"/>
            <a:ext cx="86151" cy="63262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654608" y="2414249"/>
            <a:ext cx="67951" cy="84424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54608" y="2498673"/>
            <a:ext cx="13934" cy="54423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658679" y="2553096"/>
            <a:ext cx="9863" cy="95189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58679" y="2648285"/>
            <a:ext cx="59463" cy="83593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18142" y="2731878"/>
            <a:ext cx="128713" cy="35932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46855" y="2767810"/>
            <a:ext cx="35932" cy="2388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82787" y="2766735"/>
            <a:ext cx="104644" cy="3463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7431" y="2709636"/>
            <a:ext cx="56746" cy="57099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44177" y="2623730"/>
            <a:ext cx="64461" cy="85906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 flipV="1">
            <a:off x="3099889" y="2555956"/>
            <a:ext cx="8749" cy="67774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463489" y="2042959"/>
            <a:ext cx="832243" cy="0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4511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2893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2415548" y="2179589"/>
            <a:ext cx="290829" cy="232663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24003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0"/>
                </a:moveTo>
                <a:lnTo>
                  <a:pt x="1" y="2"/>
                </a:lnTo>
                <a:lnTo>
                  <a:pt x="1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692400" y="2400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>
            <a:off x="3062056" y="2185342"/>
            <a:ext cx="283636" cy="226910"/>
          </a:xfrm>
          <a:prstGeom prst="line">
            <a:avLst/>
          </a:prstGeom>
          <a:ln w="35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3274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048000" y="2400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2"/>
                </a:move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3622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3644900" y="1943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997200" y="246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2225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35052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870200" y="241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0574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33401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05100" y="2438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0955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378200" y="2095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7305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2225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35052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870200" y="267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3622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3644900" y="2095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9972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997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16200" y="2336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43200" y="2019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3124200" y="233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476500" y="223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3251200" y="223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Island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0057" y="68431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0056" y="9424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7094" y="115825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0056" y="137261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7094" y="158844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91055" y="2000733"/>
            <a:ext cx="3694340" cy="1525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5" b="0">
                <a:solidFill>
                  <a:srgbClr val="000000"/>
                </a:solidFill>
                <a:latin typeface="Josefin Sans"/>
              </a:rPr>
              <a:t> </a:t>
            </a:r>
            <a:r>
              <a:rPr sz="77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60504" y="2000733"/>
            <a:ext cx="2424891" cy="1525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5" b="0">
                <a:solidFill>
                  <a:srgbClr val="000000"/>
                </a:solidFill>
                <a:latin typeface="Josefin Sans"/>
              </a:rPr>
              <a:t> </a:t>
            </a:r>
            <a:r>
              <a:rPr sz="77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20415" y="2512285"/>
            <a:ext cx="3064980" cy="1525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5" b="0">
                <a:solidFill>
                  <a:srgbClr val="000000"/>
                </a:solidFill>
                <a:latin typeface="Josefin Sans"/>
              </a:rPr>
              <a:t> </a:t>
            </a:r>
            <a:r>
              <a:rPr sz="77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80126" y="1911122"/>
            <a:ext cx="3105269" cy="1525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000000"/>
                </a:solidFill>
                <a:latin typeface="Josefin Sans"/>
              </a:rPr>
              <a:t>migration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98771" y="3150919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27447" y="3150695"/>
            <a:ext cx="157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3240041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1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4563" y="3150694"/>
            <a:ext cx="1608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04 Genetic Algorithm - handout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3 covers a complete GA workflow and continuous waypoint encoding.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Isaac Sim extension evolves collision-aware mobile-robot trajectories.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A Matplotlib fallback demonstrates the optimization without simulator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Genetic Algorithm - handout</dc:title>
  <dc:subject>Editable objects converted from 04 Genetic Algorithm - handout.pdf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