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" y="0"/>
            <a:ext cx="1218838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024-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059" y="0"/>
            <a:ext cx="9713881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Summary - presentation</dc:title>
  <dc:subject>Converted from Summary - presentation.pdf; 43 pages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