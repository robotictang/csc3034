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jp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jp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jp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jp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jp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jp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jp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jp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jp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jp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jp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jp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jp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jp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jp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jp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jp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jp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jp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jp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jp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jp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jp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jp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jp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jp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jp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jp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jp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jp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jp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jp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jp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jp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jp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jp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jp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jp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jp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jp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jp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jp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jp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jp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jp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jp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jp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jp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jp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jp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jp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jp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jp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jp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jp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jp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jp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jp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jp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jp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jp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jp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jp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jp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jp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jp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jp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jp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jp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jp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jp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jp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jp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jp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jp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jp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jp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jp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jp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jp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jp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jp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jp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jp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jp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jp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jp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jp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jp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jp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jp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jp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5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5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5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5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6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6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6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6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6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7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7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7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7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7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7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7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8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8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8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8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8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8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8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8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9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9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9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9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9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9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09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5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5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5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5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6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6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6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6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6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7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7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7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7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7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7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7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8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8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8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8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8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8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8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8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9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9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9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9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9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9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19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5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5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5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5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6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6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6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6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6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7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7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7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7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7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7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7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1-28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059" y="0"/>
            <a:ext cx="9713881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 Performance Merics - presentation</dc:title>
  <dc:subject>Converted from 10 Performance Merics - presentation.pdf; 280 pages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