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  <p:sldId id="311" r:id="rId62"/>
    <p:sldId id="312" r:id="rId63"/>
    <p:sldId id="313" r:id="rId64"/>
    <p:sldId id="314" r:id="rId65"/>
    <p:sldId id="315" r:id="rId66"/>
    <p:sldId id="316" r:id="rId67"/>
    <p:sldId id="317" r:id="rId68"/>
    <p:sldId id="318" r:id="rId69"/>
    <p:sldId id="319" r:id="rId70"/>
    <p:sldId id="320" r:id="rId71"/>
    <p:sldId id="321" r:id="rId72"/>
    <p:sldId id="322" r:id="rId73"/>
    <p:sldId id="323" r:id="rId74"/>
    <p:sldId id="324" r:id="rId75"/>
    <p:sldId id="325" r:id="rId76"/>
    <p:sldId id="326" r:id="rId77"/>
    <p:sldId id="327" r:id="rId78"/>
    <p:sldId id="328" r:id="rId79"/>
    <p:sldId id="329" r:id="rId80"/>
    <p:sldId id="330" r:id="rId81"/>
    <p:sldId id="331" r:id="rId82"/>
    <p:sldId id="332" r:id="rId83"/>
    <p:sldId id="333" r:id="rId84"/>
    <p:sldId id="334" r:id="rId85"/>
    <p:sldId id="335" r:id="rId86"/>
    <p:sldId id="336" r:id="rId87"/>
    <p:sldId id="337" r:id="rId88"/>
    <p:sldId id="338" r:id="rId89"/>
    <p:sldId id="339" r:id="rId90"/>
    <p:sldId id="340" r:id="rId91"/>
    <p:sldId id="341" r:id="rId92"/>
    <p:sldId id="342" r:id="rId93"/>
    <p:sldId id="343" r:id="rId94"/>
    <p:sldId id="344" r:id="rId95"/>
    <p:sldId id="345" r:id="rId96"/>
    <p:sldId id="346" r:id="rId97"/>
    <p:sldId id="347" r:id="rId98"/>
    <p:sldId id="348" r:id="rId99"/>
    <p:sldId id="349" r:id="rId100"/>
    <p:sldId id="350" r:id="rId101"/>
    <p:sldId id="351" r:id="rId102"/>
    <p:sldId id="352" r:id="rId103"/>
    <p:sldId id="353" r:id="rId104"/>
    <p:sldId id="354" r:id="rId105"/>
    <p:sldId id="355" r:id="rId106"/>
    <p:sldId id="356" r:id="rId107"/>
    <p:sldId id="357" r:id="rId108"/>
    <p:sldId id="358" r:id="rId109"/>
    <p:sldId id="359" r:id="rId110"/>
    <p:sldId id="360" r:id="rId111"/>
    <p:sldId id="361" r:id="rId112"/>
    <p:sldId id="362" r:id="rId113"/>
    <p:sldId id="363" r:id="rId114"/>
    <p:sldId id="364" r:id="rId115"/>
    <p:sldId id="365" r:id="rId116"/>
    <p:sldId id="366" r:id="rId117"/>
    <p:sldId id="367" r:id="rId118"/>
    <p:sldId id="368" r:id="rId119"/>
    <p:sldId id="369" r:id="rId120"/>
    <p:sldId id="370" r:id="rId121"/>
    <p:sldId id="371" r:id="rId122"/>
    <p:sldId id="372" r:id="rId123"/>
    <p:sldId id="373" r:id="rId124"/>
    <p:sldId id="374" r:id="rId125"/>
    <p:sldId id="375" r:id="rId126"/>
    <p:sldId id="376" r:id="rId127"/>
    <p:sldId id="377" r:id="rId128"/>
    <p:sldId id="378" r:id="rId129"/>
    <p:sldId id="379" r:id="rId130"/>
    <p:sldId id="380" r:id="rId131"/>
    <p:sldId id="381" r:id="rId132"/>
    <p:sldId id="382" r:id="rId133"/>
    <p:sldId id="383" r:id="rId134"/>
    <p:sldId id="384" r:id="rId135"/>
    <p:sldId id="385" r:id="rId136"/>
    <p:sldId id="386" r:id="rId137"/>
    <p:sldId id="387" r:id="rId138"/>
    <p:sldId id="388" r:id="rId139"/>
    <p:sldId id="389" r:id="rId140"/>
    <p:sldId id="390" r:id="rId141"/>
    <p:sldId id="391" r:id="rId142"/>
    <p:sldId id="392" r:id="rId143"/>
    <p:sldId id="393" r:id="rId144"/>
    <p:sldId id="394" r:id="rId145"/>
    <p:sldId id="395" r:id="rId146"/>
    <p:sldId id="396" r:id="rId147"/>
    <p:sldId id="397" r:id="rId148"/>
    <p:sldId id="398" r:id="rId149"/>
    <p:sldId id="399" r:id="rId150"/>
    <p:sldId id="400" r:id="rId151"/>
    <p:sldId id="401" r:id="rId152"/>
    <p:sldId id="402" r:id="rId153"/>
    <p:sldId id="403" r:id="rId154"/>
    <p:sldId id="404" r:id="rId155"/>
    <p:sldId id="405" r:id="rId156"/>
    <p:sldId id="406" r:id="rId157"/>
    <p:sldId id="407" r:id="rId158"/>
    <p:sldId id="408" r:id="rId159"/>
    <p:sldId id="409" r:id="rId160"/>
    <p:sldId id="410" r:id="rId161"/>
    <p:sldId id="411" r:id="rId162"/>
    <p:sldId id="412" r:id="rId163"/>
    <p:sldId id="413" r:id="rId164"/>
    <p:sldId id="414" r:id="rId165"/>
    <p:sldId id="415" r:id="rId166"/>
    <p:sldId id="416" r:id="rId167"/>
    <p:sldId id="417" r:id="rId168"/>
    <p:sldId id="418" r:id="rId169"/>
    <p:sldId id="419" r:id="rId170"/>
    <p:sldId id="420" r:id="rId171"/>
    <p:sldId id="421" r:id="rId172"/>
    <p:sldId id="422" r:id="rId173"/>
    <p:sldId id="423" r:id="rId174"/>
    <p:sldId id="424" r:id="rId175"/>
    <p:sldId id="425" r:id="rId176"/>
    <p:sldId id="426" r:id="rId177"/>
    <p:sldId id="427" r:id="rId178"/>
    <p:sldId id="428" r:id="rId179"/>
    <p:sldId id="429" r:id="rId180"/>
    <p:sldId id="430" r:id="rId181"/>
    <p:sldId id="431" r:id="rId182"/>
    <p:sldId id="432" r:id="rId183"/>
    <p:sldId id="433" r:id="rId184"/>
    <p:sldId id="434" r:id="rId185"/>
    <p:sldId id="435" r:id="rId186"/>
    <p:sldId id="436" r:id="rId187"/>
    <p:sldId id="437" r:id="rId188"/>
    <p:sldId id="438" r:id="rId189"/>
    <p:sldId id="439" r:id="rId190"/>
    <p:sldId id="440" r:id="rId191"/>
    <p:sldId id="441" r:id="rId192"/>
    <p:sldId id="442" r:id="rId193"/>
    <p:sldId id="443" r:id="rId194"/>
    <p:sldId id="444" r:id="rId195"/>
    <p:sldId id="445" r:id="rId196"/>
    <p:sldId id="446" r:id="rId197"/>
    <p:sldId id="447" r:id="rId198"/>
    <p:sldId id="448" r:id="rId199"/>
    <p:sldId id="449" r:id="rId200"/>
    <p:sldId id="450" r:id="rId201"/>
    <p:sldId id="451" r:id="rId202"/>
    <p:sldId id="452" r:id="rId203"/>
    <p:sldId id="453" r:id="rId204"/>
    <p:sldId id="454" r:id="rId205"/>
    <p:sldId id="455" r:id="rId206"/>
    <p:sldId id="456" r:id="rId207"/>
    <p:sldId id="457" r:id="rId208"/>
    <p:sldId id="458" r:id="rId209"/>
    <p:sldId id="459" r:id="rId210"/>
    <p:sldId id="460" r:id="rId211"/>
    <p:sldId id="461" r:id="rId212"/>
    <p:sldId id="462" r:id="rId213"/>
    <p:sldId id="463" r:id="rId214"/>
    <p:sldId id="464" r:id="rId215"/>
    <p:sldId id="465" r:id="rId216"/>
    <p:sldId id="466" r:id="rId217"/>
    <p:sldId id="467" r:id="rId218"/>
    <p:sldId id="468" r:id="rId219"/>
    <p:sldId id="469" r:id="rId220"/>
    <p:sldId id="470" r:id="rId221"/>
    <p:sldId id="471" r:id="rId222"/>
    <p:sldId id="472" r:id="rId223"/>
    <p:sldId id="473" r:id="rId224"/>
    <p:sldId id="474" r:id="rId225"/>
    <p:sldId id="475" r:id="rId226"/>
    <p:sldId id="476" r:id="rId227"/>
    <p:sldId id="477" r:id="rId228"/>
    <p:sldId id="478" r:id="rId229"/>
    <p:sldId id="479" r:id="rId230"/>
    <p:sldId id="480" r:id="rId231"/>
    <p:sldId id="481" r:id="rId232"/>
    <p:sldId id="482" r:id="rId233"/>
    <p:sldId id="483" r:id="rId234"/>
    <p:sldId id="484" r:id="rId235"/>
    <p:sldId id="485" r:id="rId236"/>
    <p:sldId id="486" r:id="rId237"/>
    <p:sldId id="487" r:id="rId238"/>
    <p:sldId id="488" r:id="rId239"/>
    <p:sldId id="489" r:id="rId240"/>
    <p:sldId id="490" r:id="rId241"/>
    <p:sldId id="491" r:id="rId242"/>
    <p:sldId id="492" r:id="rId243"/>
    <p:sldId id="493" r:id="rId244"/>
    <p:sldId id="494" r:id="rId245"/>
    <p:sldId id="495" r:id="rId246"/>
    <p:sldId id="496" r:id="rId247"/>
    <p:sldId id="497" r:id="rId248"/>
    <p:sldId id="498" r:id="rId249"/>
    <p:sldId id="499" r:id="rId250"/>
    <p:sldId id="500" r:id="rId251"/>
    <p:sldId id="501" r:id="rId252"/>
    <p:sldId id="502" r:id="rId253"/>
    <p:sldId id="503" r:id="rId254"/>
    <p:sldId id="504" r:id="rId255"/>
    <p:sldId id="505" r:id="rId256"/>
    <p:sldId id="506" r:id="rId257"/>
    <p:sldId id="507" r:id="rId258"/>
    <p:sldId id="508" r:id="rId259"/>
    <p:sldId id="509" r:id="rId260"/>
    <p:sldId id="510" r:id="rId261"/>
    <p:sldId id="511" r:id="rId262"/>
    <p:sldId id="512" r:id="rId263"/>
    <p:sldId id="513" r:id="rId264"/>
    <p:sldId id="514" r:id="rId265"/>
    <p:sldId id="515" r:id="rId266"/>
    <p:sldId id="516" r:id="rId267"/>
    <p:sldId id="517" r:id="rId268"/>
    <p:sldId id="518" r:id="rId269"/>
    <p:sldId id="519" r:id="rId270"/>
    <p:sldId id="520" r:id="rId271"/>
    <p:sldId id="521" r:id="rId272"/>
    <p:sldId id="522" r:id="rId273"/>
    <p:sldId id="523" r:id="rId274"/>
    <p:sldId id="524" r:id="rId275"/>
    <p:sldId id="525" r:id="rId276"/>
    <p:sldId id="526" r:id="rId277"/>
    <p:sldId id="527" r:id="rId278"/>
    <p:sldId id="528" r:id="rId279"/>
    <p:sldId id="529" r:id="rId280"/>
    <p:sldId id="530" r:id="rId281"/>
    <p:sldId id="531" r:id="rId282"/>
    <p:sldId id="532" r:id="rId283"/>
    <p:sldId id="533" r:id="rId284"/>
    <p:sldId id="534" r:id="rId285"/>
    <p:sldId id="535" r:id="rId286"/>
  </p:sldIdLst>
  <p:sldSz cx="5759996" cy="3239998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slide" Target="slides/slide5.xml"/><Relationship Id="rId12" Type="http://schemas.openxmlformats.org/officeDocument/2006/relationships/slide" Target="slides/slide6.xml"/><Relationship Id="rId13" Type="http://schemas.openxmlformats.org/officeDocument/2006/relationships/slide" Target="slides/slide7.xml"/><Relationship Id="rId14" Type="http://schemas.openxmlformats.org/officeDocument/2006/relationships/slide" Target="slides/slide8.xml"/><Relationship Id="rId15" Type="http://schemas.openxmlformats.org/officeDocument/2006/relationships/slide" Target="slides/slide9.xml"/><Relationship Id="rId16" Type="http://schemas.openxmlformats.org/officeDocument/2006/relationships/slide" Target="slides/slide10.xml"/><Relationship Id="rId17" Type="http://schemas.openxmlformats.org/officeDocument/2006/relationships/slide" Target="slides/slide11.xml"/><Relationship Id="rId18" Type="http://schemas.openxmlformats.org/officeDocument/2006/relationships/slide" Target="slides/slide12.xml"/><Relationship Id="rId19" Type="http://schemas.openxmlformats.org/officeDocument/2006/relationships/slide" Target="slides/slide13.xml"/><Relationship Id="rId20" Type="http://schemas.openxmlformats.org/officeDocument/2006/relationships/slide" Target="slides/slide14.xml"/><Relationship Id="rId21" Type="http://schemas.openxmlformats.org/officeDocument/2006/relationships/slide" Target="slides/slide15.xml"/><Relationship Id="rId22" Type="http://schemas.openxmlformats.org/officeDocument/2006/relationships/slide" Target="slides/slide16.xml"/><Relationship Id="rId23" Type="http://schemas.openxmlformats.org/officeDocument/2006/relationships/slide" Target="slides/slide17.xml"/><Relationship Id="rId24" Type="http://schemas.openxmlformats.org/officeDocument/2006/relationships/slide" Target="slides/slide18.xml"/><Relationship Id="rId25" Type="http://schemas.openxmlformats.org/officeDocument/2006/relationships/slide" Target="slides/slide19.xml"/><Relationship Id="rId26" Type="http://schemas.openxmlformats.org/officeDocument/2006/relationships/slide" Target="slides/slide20.xml"/><Relationship Id="rId27" Type="http://schemas.openxmlformats.org/officeDocument/2006/relationships/slide" Target="slides/slide21.xml"/><Relationship Id="rId28" Type="http://schemas.openxmlformats.org/officeDocument/2006/relationships/slide" Target="slides/slide22.xml"/><Relationship Id="rId29" Type="http://schemas.openxmlformats.org/officeDocument/2006/relationships/slide" Target="slides/slide23.xml"/><Relationship Id="rId30" Type="http://schemas.openxmlformats.org/officeDocument/2006/relationships/slide" Target="slides/slide24.xml"/><Relationship Id="rId31" Type="http://schemas.openxmlformats.org/officeDocument/2006/relationships/slide" Target="slides/slide25.xml"/><Relationship Id="rId32" Type="http://schemas.openxmlformats.org/officeDocument/2006/relationships/slide" Target="slides/slide26.xml"/><Relationship Id="rId33" Type="http://schemas.openxmlformats.org/officeDocument/2006/relationships/slide" Target="slides/slide27.xml"/><Relationship Id="rId34" Type="http://schemas.openxmlformats.org/officeDocument/2006/relationships/slide" Target="slides/slide28.xml"/><Relationship Id="rId35" Type="http://schemas.openxmlformats.org/officeDocument/2006/relationships/slide" Target="slides/slide29.xml"/><Relationship Id="rId36" Type="http://schemas.openxmlformats.org/officeDocument/2006/relationships/slide" Target="slides/slide30.xml"/><Relationship Id="rId37" Type="http://schemas.openxmlformats.org/officeDocument/2006/relationships/slide" Target="slides/slide31.xml"/><Relationship Id="rId38" Type="http://schemas.openxmlformats.org/officeDocument/2006/relationships/slide" Target="slides/slide32.xml"/><Relationship Id="rId39" Type="http://schemas.openxmlformats.org/officeDocument/2006/relationships/slide" Target="slides/slide33.xml"/><Relationship Id="rId40" Type="http://schemas.openxmlformats.org/officeDocument/2006/relationships/slide" Target="slides/slide34.xml"/><Relationship Id="rId41" Type="http://schemas.openxmlformats.org/officeDocument/2006/relationships/slide" Target="slides/slide35.xml"/><Relationship Id="rId42" Type="http://schemas.openxmlformats.org/officeDocument/2006/relationships/slide" Target="slides/slide36.xml"/><Relationship Id="rId43" Type="http://schemas.openxmlformats.org/officeDocument/2006/relationships/slide" Target="slides/slide37.xml"/><Relationship Id="rId44" Type="http://schemas.openxmlformats.org/officeDocument/2006/relationships/slide" Target="slides/slide38.xml"/><Relationship Id="rId45" Type="http://schemas.openxmlformats.org/officeDocument/2006/relationships/slide" Target="slides/slide39.xml"/><Relationship Id="rId46" Type="http://schemas.openxmlformats.org/officeDocument/2006/relationships/slide" Target="slides/slide40.xml"/><Relationship Id="rId47" Type="http://schemas.openxmlformats.org/officeDocument/2006/relationships/slide" Target="slides/slide41.xml"/><Relationship Id="rId48" Type="http://schemas.openxmlformats.org/officeDocument/2006/relationships/slide" Target="slides/slide42.xml"/><Relationship Id="rId49" Type="http://schemas.openxmlformats.org/officeDocument/2006/relationships/slide" Target="slides/slide43.xml"/><Relationship Id="rId50" Type="http://schemas.openxmlformats.org/officeDocument/2006/relationships/slide" Target="slides/slide44.xml"/><Relationship Id="rId51" Type="http://schemas.openxmlformats.org/officeDocument/2006/relationships/slide" Target="slides/slide45.xml"/><Relationship Id="rId52" Type="http://schemas.openxmlformats.org/officeDocument/2006/relationships/slide" Target="slides/slide46.xml"/><Relationship Id="rId53" Type="http://schemas.openxmlformats.org/officeDocument/2006/relationships/slide" Target="slides/slide47.xml"/><Relationship Id="rId54" Type="http://schemas.openxmlformats.org/officeDocument/2006/relationships/slide" Target="slides/slide48.xml"/><Relationship Id="rId55" Type="http://schemas.openxmlformats.org/officeDocument/2006/relationships/slide" Target="slides/slide49.xml"/><Relationship Id="rId56" Type="http://schemas.openxmlformats.org/officeDocument/2006/relationships/slide" Target="slides/slide50.xml"/><Relationship Id="rId57" Type="http://schemas.openxmlformats.org/officeDocument/2006/relationships/slide" Target="slides/slide51.xml"/><Relationship Id="rId58" Type="http://schemas.openxmlformats.org/officeDocument/2006/relationships/slide" Target="slides/slide52.xml"/><Relationship Id="rId59" Type="http://schemas.openxmlformats.org/officeDocument/2006/relationships/slide" Target="slides/slide53.xml"/><Relationship Id="rId60" Type="http://schemas.openxmlformats.org/officeDocument/2006/relationships/slide" Target="slides/slide54.xml"/><Relationship Id="rId61" Type="http://schemas.openxmlformats.org/officeDocument/2006/relationships/slide" Target="slides/slide55.xml"/><Relationship Id="rId62" Type="http://schemas.openxmlformats.org/officeDocument/2006/relationships/slide" Target="slides/slide56.xml"/><Relationship Id="rId63" Type="http://schemas.openxmlformats.org/officeDocument/2006/relationships/slide" Target="slides/slide57.xml"/><Relationship Id="rId64" Type="http://schemas.openxmlformats.org/officeDocument/2006/relationships/slide" Target="slides/slide58.xml"/><Relationship Id="rId65" Type="http://schemas.openxmlformats.org/officeDocument/2006/relationships/slide" Target="slides/slide59.xml"/><Relationship Id="rId66" Type="http://schemas.openxmlformats.org/officeDocument/2006/relationships/slide" Target="slides/slide60.xml"/><Relationship Id="rId67" Type="http://schemas.openxmlformats.org/officeDocument/2006/relationships/slide" Target="slides/slide61.xml"/><Relationship Id="rId68" Type="http://schemas.openxmlformats.org/officeDocument/2006/relationships/slide" Target="slides/slide62.xml"/><Relationship Id="rId69" Type="http://schemas.openxmlformats.org/officeDocument/2006/relationships/slide" Target="slides/slide63.xml"/><Relationship Id="rId70" Type="http://schemas.openxmlformats.org/officeDocument/2006/relationships/slide" Target="slides/slide64.xml"/><Relationship Id="rId71" Type="http://schemas.openxmlformats.org/officeDocument/2006/relationships/slide" Target="slides/slide65.xml"/><Relationship Id="rId72" Type="http://schemas.openxmlformats.org/officeDocument/2006/relationships/slide" Target="slides/slide66.xml"/><Relationship Id="rId73" Type="http://schemas.openxmlformats.org/officeDocument/2006/relationships/slide" Target="slides/slide67.xml"/><Relationship Id="rId74" Type="http://schemas.openxmlformats.org/officeDocument/2006/relationships/slide" Target="slides/slide68.xml"/><Relationship Id="rId75" Type="http://schemas.openxmlformats.org/officeDocument/2006/relationships/slide" Target="slides/slide69.xml"/><Relationship Id="rId76" Type="http://schemas.openxmlformats.org/officeDocument/2006/relationships/slide" Target="slides/slide70.xml"/><Relationship Id="rId77" Type="http://schemas.openxmlformats.org/officeDocument/2006/relationships/slide" Target="slides/slide71.xml"/><Relationship Id="rId78" Type="http://schemas.openxmlformats.org/officeDocument/2006/relationships/slide" Target="slides/slide72.xml"/><Relationship Id="rId79" Type="http://schemas.openxmlformats.org/officeDocument/2006/relationships/slide" Target="slides/slide73.xml"/><Relationship Id="rId80" Type="http://schemas.openxmlformats.org/officeDocument/2006/relationships/slide" Target="slides/slide74.xml"/><Relationship Id="rId81" Type="http://schemas.openxmlformats.org/officeDocument/2006/relationships/slide" Target="slides/slide75.xml"/><Relationship Id="rId82" Type="http://schemas.openxmlformats.org/officeDocument/2006/relationships/slide" Target="slides/slide76.xml"/><Relationship Id="rId83" Type="http://schemas.openxmlformats.org/officeDocument/2006/relationships/slide" Target="slides/slide77.xml"/><Relationship Id="rId84" Type="http://schemas.openxmlformats.org/officeDocument/2006/relationships/slide" Target="slides/slide78.xml"/><Relationship Id="rId85" Type="http://schemas.openxmlformats.org/officeDocument/2006/relationships/slide" Target="slides/slide79.xml"/><Relationship Id="rId86" Type="http://schemas.openxmlformats.org/officeDocument/2006/relationships/slide" Target="slides/slide80.xml"/><Relationship Id="rId87" Type="http://schemas.openxmlformats.org/officeDocument/2006/relationships/slide" Target="slides/slide81.xml"/><Relationship Id="rId88" Type="http://schemas.openxmlformats.org/officeDocument/2006/relationships/slide" Target="slides/slide82.xml"/><Relationship Id="rId89" Type="http://schemas.openxmlformats.org/officeDocument/2006/relationships/slide" Target="slides/slide83.xml"/><Relationship Id="rId90" Type="http://schemas.openxmlformats.org/officeDocument/2006/relationships/slide" Target="slides/slide84.xml"/><Relationship Id="rId91" Type="http://schemas.openxmlformats.org/officeDocument/2006/relationships/slide" Target="slides/slide85.xml"/><Relationship Id="rId92" Type="http://schemas.openxmlformats.org/officeDocument/2006/relationships/slide" Target="slides/slide86.xml"/><Relationship Id="rId93" Type="http://schemas.openxmlformats.org/officeDocument/2006/relationships/slide" Target="slides/slide87.xml"/><Relationship Id="rId94" Type="http://schemas.openxmlformats.org/officeDocument/2006/relationships/slide" Target="slides/slide88.xml"/><Relationship Id="rId95" Type="http://schemas.openxmlformats.org/officeDocument/2006/relationships/slide" Target="slides/slide89.xml"/><Relationship Id="rId96" Type="http://schemas.openxmlformats.org/officeDocument/2006/relationships/slide" Target="slides/slide90.xml"/><Relationship Id="rId97" Type="http://schemas.openxmlformats.org/officeDocument/2006/relationships/slide" Target="slides/slide91.xml"/><Relationship Id="rId98" Type="http://schemas.openxmlformats.org/officeDocument/2006/relationships/slide" Target="slides/slide92.xml"/><Relationship Id="rId99" Type="http://schemas.openxmlformats.org/officeDocument/2006/relationships/slide" Target="slides/slide93.xml"/><Relationship Id="rId100" Type="http://schemas.openxmlformats.org/officeDocument/2006/relationships/slide" Target="slides/slide94.xml"/><Relationship Id="rId101" Type="http://schemas.openxmlformats.org/officeDocument/2006/relationships/slide" Target="slides/slide95.xml"/><Relationship Id="rId102" Type="http://schemas.openxmlformats.org/officeDocument/2006/relationships/slide" Target="slides/slide96.xml"/><Relationship Id="rId103" Type="http://schemas.openxmlformats.org/officeDocument/2006/relationships/slide" Target="slides/slide97.xml"/><Relationship Id="rId104" Type="http://schemas.openxmlformats.org/officeDocument/2006/relationships/slide" Target="slides/slide98.xml"/><Relationship Id="rId105" Type="http://schemas.openxmlformats.org/officeDocument/2006/relationships/slide" Target="slides/slide99.xml"/><Relationship Id="rId106" Type="http://schemas.openxmlformats.org/officeDocument/2006/relationships/slide" Target="slides/slide100.xml"/><Relationship Id="rId107" Type="http://schemas.openxmlformats.org/officeDocument/2006/relationships/slide" Target="slides/slide101.xml"/><Relationship Id="rId108" Type="http://schemas.openxmlformats.org/officeDocument/2006/relationships/slide" Target="slides/slide102.xml"/><Relationship Id="rId109" Type="http://schemas.openxmlformats.org/officeDocument/2006/relationships/slide" Target="slides/slide103.xml"/><Relationship Id="rId110" Type="http://schemas.openxmlformats.org/officeDocument/2006/relationships/slide" Target="slides/slide104.xml"/><Relationship Id="rId111" Type="http://schemas.openxmlformats.org/officeDocument/2006/relationships/slide" Target="slides/slide105.xml"/><Relationship Id="rId112" Type="http://schemas.openxmlformats.org/officeDocument/2006/relationships/slide" Target="slides/slide106.xml"/><Relationship Id="rId113" Type="http://schemas.openxmlformats.org/officeDocument/2006/relationships/slide" Target="slides/slide107.xml"/><Relationship Id="rId114" Type="http://schemas.openxmlformats.org/officeDocument/2006/relationships/slide" Target="slides/slide108.xml"/><Relationship Id="rId115" Type="http://schemas.openxmlformats.org/officeDocument/2006/relationships/slide" Target="slides/slide109.xml"/><Relationship Id="rId116" Type="http://schemas.openxmlformats.org/officeDocument/2006/relationships/slide" Target="slides/slide110.xml"/><Relationship Id="rId117" Type="http://schemas.openxmlformats.org/officeDocument/2006/relationships/slide" Target="slides/slide111.xml"/><Relationship Id="rId118" Type="http://schemas.openxmlformats.org/officeDocument/2006/relationships/slide" Target="slides/slide112.xml"/><Relationship Id="rId119" Type="http://schemas.openxmlformats.org/officeDocument/2006/relationships/slide" Target="slides/slide113.xml"/><Relationship Id="rId120" Type="http://schemas.openxmlformats.org/officeDocument/2006/relationships/slide" Target="slides/slide114.xml"/><Relationship Id="rId121" Type="http://schemas.openxmlformats.org/officeDocument/2006/relationships/slide" Target="slides/slide115.xml"/><Relationship Id="rId122" Type="http://schemas.openxmlformats.org/officeDocument/2006/relationships/slide" Target="slides/slide116.xml"/><Relationship Id="rId123" Type="http://schemas.openxmlformats.org/officeDocument/2006/relationships/slide" Target="slides/slide117.xml"/><Relationship Id="rId124" Type="http://schemas.openxmlformats.org/officeDocument/2006/relationships/slide" Target="slides/slide118.xml"/><Relationship Id="rId125" Type="http://schemas.openxmlformats.org/officeDocument/2006/relationships/slide" Target="slides/slide119.xml"/><Relationship Id="rId126" Type="http://schemas.openxmlformats.org/officeDocument/2006/relationships/slide" Target="slides/slide120.xml"/><Relationship Id="rId127" Type="http://schemas.openxmlformats.org/officeDocument/2006/relationships/slide" Target="slides/slide121.xml"/><Relationship Id="rId128" Type="http://schemas.openxmlformats.org/officeDocument/2006/relationships/slide" Target="slides/slide122.xml"/><Relationship Id="rId129" Type="http://schemas.openxmlformats.org/officeDocument/2006/relationships/slide" Target="slides/slide123.xml"/><Relationship Id="rId130" Type="http://schemas.openxmlformats.org/officeDocument/2006/relationships/slide" Target="slides/slide124.xml"/><Relationship Id="rId131" Type="http://schemas.openxmlformats.org/officeDocument/2006/relationships/slide" Target="slides/slide125.xml"/><Relationship Id="rId132" Type="http://schemas.openxmlformats.org/officeDocument/2006/relationships/slide" Target="slides/slide126.xml"/><Relationship Id="rId133" Type="http://schemas.openxmlformats.org/officeDocument/2006/relationships/slide" Target="slides/slide127.xml"/><Relationship Id="rId134" Type="http://schemas.openxmlformats.org/officeDocument/2006/relationships/slide" Target="slides/slide128.xml"/><Relationship Id="rId135" Type="http://schemas.openxmlformats.org/officeDocument/2006/relationships/slide" Target="slides/slide129.xml"/><Relationship Id="rId136" Type="http://schemas.openxmlformats.org/officeDocument/2006/relationships/slide" Target="slides/slide130.xml"/><Relationship Id="rId137" Type="http://schemas.openxmlformats.org/officeDocument/2006/relationships/slide" Target="slides/slide131.xml"/><Relationship Id="rId138" Type="http://schemas.openxmlformats.org/officeDocument/2006/relationships/slide" Target="slides/slide132.xml"/><Relationship Id="rId139" Type="http://schemas.openxmlformats.org/officeDocument/2006/relationships/slide" Target="slides/slide133.xml"/><Relationship Id="rId140" Type="http://schemas.openxmlformats.org/officeDocument/2006/relationships/slide" Target="slides/slide134.xml"/><Relationship Id="rId141" Type="http://schemas.openxmlformats.org/officeDocument/2006/relationships/slide" Target="slides/slide135.xml"/><Relationship Id="rId142" Type="http://schemas.openxmlformats.org/officeDocument/2006/relationships/slide" Target="slides/slide136.xml"/><Relationship Id="rId143" Type="http://schemas.openxmlformats.org/officeDocument/2006/relationships/slide" Target="slides/slide137.xml"/><Relationship Id="rId144" Type="http://schemas.openxmlformats.org/officeDocument/2006/relationships/slide" Target="slides/slide138.xml"/><Relationship Id="rId145" Type="http://schemas.openxmlformats.org/officeDocument/2006/relationships/slide" Target="slides/slide139.xml"/><Relationship Id="rId146" Type="http://schemas.openxmlformats.org/officeDocument/2006/relationships/slide" Target="slides/slide140.xml"/><Relationship Id="rId147" Type="http://schemas.openxmlformats.org/officeDocument/2006/relationships/slide" Target="slides/slide141.xml"/><Relationship Id="rId148" Type="http://schemas.openxmlformats.org/officeDocument/2006/relationships/slide" Target="slides/slide142.xml"/><Relationship Id="rId149" Type="http://schemas.openxmlformats.org/officeDocument/2006/relationships/slide" Target="slides/slide143.xml"/><Relationship Id="rId150" Type="http://schemas.openxmlformats.org/officeDocument/2006/relationships/slide" Target="slides/slide144.xml"/><Relationship Id="rId151" Type="http://schemas.openxmlformats.org/officeDocument/2006/relationships/slide" Target="slides/slide145.xml"/><Relationship Id="rId152" Type="http://schemas.openxmlformats.org/officeDocument/2006/relationships/slide" Target="slides/slide146.xml"/><Relationship Id="rId153" Type="http://schemas.openxmlformats.org/officeDocument/2006/relationships/slide" Target="slides/slide147.xml"/><Relationship Id="rId154" Type="http://schemas.openxmlformats.org/officeDocument/2006/relationships/slide" Target="slides/slide148.xml"/><Relationship Id="rId155" Type="http://schemas.openxmlformats.org/officeDocument/2006/relationships/slide" Target="slides/slide149.xml"/><Relationship Id="rId156" Type="http://schemas.openxmlformats.org/officeDocument/2006/relationships/slide" Target="slides/slide150.xml"/><Relationship Id="rId157" Type="http://schemas.openxmlformats.org/officeDocument/2006/relationships/slide" Target="slides/slide151.xml"/><Relationship Id="rId158" Type="http://schemas.openxmlformats.org/officeDocument/2006/relationships/slide" Target="slides/slide152.xml"/><Relationship Id="rId159" Type="http://schemas.openxmlformats.org/officeDocument/2006/relationships/slide" Target="slides/slide153.xml"/><Relationship Id="rId160" Type="http://schemas.openxmlformats.org/officeDocument/2006/relationships/slide" Target="slides/slide154.xml"/><Relationship Id="rId161" Type="http://schemas.openxmlformats.org/officeDocument/2006/relationships/slide" Target="slides/slide155.xml"/><Relationship Id="rId162" Type="http://schemas.openxmlformats.org/officeDocument/2006/relationships/slide" Target="slides/slide156.xml"/><Relationship Id="rId163" Type="http://schemas.openxmlformats.org/officeDocument/2006/relationships/slide" Target="slides/slide157.xml"/><Relationship Id="rId164" Type="http://schemas.openxmlformats.org/officeDocument/2006/relationships/slide" Target="slides/slide158.xml"/><Relationship Id="rId165" Type="http://schemas.openxmlformats.org/officeDocument/2006/relationships/slide" Target="slides/slide159.xml"/><Relationship Id="rId166" Type="http://schemas.openxmlformats.org/officeDocument/2006/relationships/slide" Target="slides/slide160.xml"/><Relationship Id="rId167" Type="http://schemas.openxmlformats.org/officeDocument/2006/relationships/slide" Target="slides/slide161.xml"/><Relationship Id="rId168" Type="http://schemas.openxmlformats.org/officeDocument/2006/relationships/slide" Target="slides/slide162.xml"/><Relationship Id="rId169" Type="http://schemas.openxmlformats.org/officeDocument/2006/relationships/slide" Target="slides/slide163.xml"/><Relationship Id="rId170" Type="http://schemas.openxmlformats.org/officeDocument/2006/relationships/slide" Target="slides/slide164.xml"/><Relationship Id="rId171" Type="http://schemas.openxmlformats.org/officeDocument/2006/relationships/slide" Target="slides/slide165.xml"/><Relationship Id="rId172" Type="http://schemas.openxmlformats.org/officeDocument/2006/relationships/slide" Target="slides/slide166.xml"/><Relationship Id="rId173" Type="http://schemas.openxmlformats.org/officeDocument/2006/relationships/slide" Target="slides/slide167.xml"/><Relationship Id="rId174" Type="http://schemas.openxmlformats.org/officeDocument/2006/relationships/slide" Target="slides/slide168.xml"/><Relationship Id="rId175" Type="http://schemas.openxmlformats.org/officeDocument/2006/relationships/slide" Target="slides/slide169.xml"/><Relationship Id="rId176" Type="http://schemas.openxmlformats.org/officeDocument/2006/relationships/slide" Target="slides/slide170.xml"/><Relationship Id="rId177" Type="http://schemas.openxmlformats.org/officeDocument/2006/relationships/slide" Target="slides/slide171.xml"/><Relationship Id="rId178" Type="http://schemas.openxmlformats.org/officeDocument/2006/relationships/slide" Target="slides/slide172.xml"/><Relationship Id="rId179" Type="http://schemas.openxmlformats.org/officeDocument/2006/relationships/slide" Target="slides/slide173.xml"/><Relationship Id="rId180" Type="http://schemas.openxmlformats.org/officeDocument/2006/relationships/slide" Target="slides/slide174.xml"/><Relationship Id="rId181" Type="http://schemas.openxmlformats.org/officeDocument/2006/relationships/slide" Target="slides/slide175.xml"/><Relationship Id="rId182" Type="http://schemas.openxmlformats.org/officeDocument/2006/relationships/slide" Target="slides/slide176.xml"/><Relationship Id="rId183" Type="http://schemas.openxmlformats.org/officeDocument/2006/relationships/slide" Target="slides/slide177.xml"/><Relationship Id="rId184" Type="http://schemas.openxmlformats.org/officeDocument/2006/relationships/slide" Target="slides/slide178.xml"/><Relationship Id="rId185" Type="http://schemas.openxmlformats.org/officeDocument/2006/relationships/slide" Target="slides/slide179.xml"/><Relationship Id="rId186" Type="http://schemas.openxmlformats.org/officeDocument/2006/relationships/slide" Target="slides/slide180.xml"/><Relationship Id="rId187" Type="http://schemas.openxmlformats.org/officeDocument/2006/relationships/slide" Target="slides/slide181.xml"/><Relationship Id="rId188" Type="http://schemas.openxmlformats.org/officeDocument/2006/relationships/slide" Target="slides/slide182.xml"/><Relationship Id="rId189" Type="http://schemas.openxmlformats.org/officeDocument/2006/relationships/slide" Target="slides/slide183.xml"/><Relationship Id="rId190" Type="http://schemas.openxmlformats.org/officeDocument/2006/relationships/slide" Target="slides/slide184.xml"/><Relationship Id="rId191" Type="http://schemas.openxmlformats.org/officeDocument/2006/relationships/slide" Target="slides/slide185.xml"/><Relationship Id="rId192" Type="http://schemas.openxmlformats.org/officeDocument/2006/relationships/slide" Target="slides/slide186.xml"/><Relationship Id="rId193" Type="http://schemas.openxmlformats.org/officeDocument/2006/relationships/slide" Target="slides/slide187.xml"/><Relationship Id="rId194" Type="http://schemas.openxmlformats.org/officeDocument/2006/relationships/slide" Target="slides/slide188.xml"/><Relationship Id="rId195" Type="http://schemas.openxmlformats.org/officeDocument/2006/relationships/slide" Target="slides/slide189.xml"/><Relationship Id="rId196" Type="http://schemas.openxmlformats.org/officeDocument/2006/relationships/slide" Target="slides/slide190.xml"/><Relationship Id="rId197" Type="http://schemas.openxmlformats.org/officeDocument/2006/relationships/slide" Target="slides/slide191.xml"/><Relationship Id="rId198" Type="http://schemas.openxmlformats.org/officeDocument/2006/relationships/slide" Target="slides/slide192.xml"/><Relationship Id="rId199" Type="http://schemas.openxmlformats.org/officeDocument/2006/relationships/slide" Target="slides/slide193.xml"/><Relationship Id="rId200" Type="http://schemas.openxmlformats.org/officeDocument/2006/relationships/slide" Target="slides/slide194.xml"/><Relationship Id="rId201" Type="http://schemas.openxmlformats.org/officeDocument/2006/relationships/slide" Target="slides/slide195.xml"/><Relationship Id="rId202" Type="http://schemas.openxmlformats.org/officeDocument/2006/relationships/slide" Target="slides/slide196.xml"/><Relationship Id="rId203" Type="http://schemas.openxmlformats.org/officeDocument/2006/relationships/slide" Target="slides/slide197.xml"/><Relationship Id="rId204" Type="http://schemas.openxmlformats.org/officeDocument/2006/relationships/slide" Target="slides/slide198.xml"/><Relationship Id="rId205" Type="http://schemas.openxmlformats.org/officeDocument/2006/relationships/slide" Target="slides/slide199.xml"/><Relationship Id="rId206" Type="http://schemas.openxmlformats.org/officeDocument/2006/relationships/slide" Target="slides/slide200.xml"/><Relationship Id="rId207" Type="http://schemas.openxmlformats.org/officeDocument/2006/relationships/slide" Target="slides/slide201.xml"/><Relationship Id="rId208" Type="http://schemas.openxmlformats.org/officeDocument/2006/relationships/slide" Target="slides/slide202.xml"/><Relationship Id="rId209" Type="http://schemas.openxmlformats.org/officeDocument/2006/relationships/slide" Target="slides/slide203.xml"/><Relationship Id="rId210" Type="http://schemas.openxmlformats.org/officeDocument/2006/relationships/slide" Target="slides/slide204.xml"/><Relationship Id="rId211" Type="http://schemas.openxmlformats.org/officeDocument/2006/relationships/slide" Target="slides/slide205.xml"/><Relationship Id="rId212" Type="http://schemas.openxmlformats.org/officeDocument/2006/relationships/slide" Target="slides/slide206.xml"/><Relationship Id="rId213" Type="http://schemas.openxmlformats.org/officeDocument/2006/relationships/slide" Target="slides/slide207.xml"/><Relationship Id="rId214" Type="http://schemas.openxmlformats.org/officeDocument/2006/relationships/slide" Target="slides/slide208.xml"/><Relationship Id="rId215" Type="http://schemas.openxmlformats.org/officeDocument/2006/relationships/slide" Target="slides/slide209.xml"/><Relationship Id="rId216" Type="http://schemas.openxmlformats.org/officeDocument/2006/relationships/slide" Target="slides/slide210.xml"/><Relationship Id="rId217" Type="http://schemas.openxmlformats.org/officeDocument/2006/relationships/slide" Target="slides/slide211.xml"/><Relationship Id="rId218" Type="http://schemas.openxmlformats.org/officeDocument/2006/relationships/slide" Target="slides/slide212.xml"/><Relationship Id="rId219" Type="http://schemas.openxmlformats.org/officeDocument/2006/relationships/slide" Target="slides/slide213.xml"/><Relationship Id="rId220" Type="http://schemas.openxmlformats.org/officeDocument/2006/relationships/slide" Target="slides/slide214.xml"/><Relationship Id="rId221" Type="http://schemas.openxmlformats.org/officeDocument/2006/relationships/slide" Target="slides/slide215.xml"/><Relationship Id="rId222" Type="http://schemas.openxmlformats.org/officeDocument/2006/relationships/slide" Target="slides/slide216.xml"/><Relationship Id="rId223" Type="http://schemas.openxmlformats.org/officeDocument/2006/relationships/slide" Target="slides/slide217.xml"/><Relationship Id="rId224" Type="http://schemas.openxmlformats.org/officeDocument/2006/relationships/slide" Target="slides/slide218.xml"/><Relationship Id="rId225" Type="http://schemas.openxmlformats.org/officeDocument/2006/relationships/slide" Target="slides/slide219.xml"/><Relationship Id="rId226" Type="http://schemas.openxmlformats.org/officeDocument/2006/relationships/slide" Target="slides/slide220.xml"/><Relationship Id="rId227" Type="http://schemas.openxmlformats.org/officeDocument/2006/relationships/slide" Target="slides/slide221.xml"/><Relationship Id="rId228" Type="http://schemas.openxmlformats.org/officeDocument/2006/relationships/slide" Target="slides/slide222.xml"/><Relationship Id="rId229" Type="http://schemas.openxmlformats.org/officeDocument/2006/relationships/slide" Target="slides/slide223.xml"/><Relationship Id="rId230" Type="http://schemas.openxmlformats.org/officeDocument/2006/relationships/slide" Target="slides/slide224.xml"/><Relationship Id="rId231" Type="http://schemas.openxmlformats.org/officeDocument/2006/relationships/slide" Target="slides/slide225.xml"/><Relationship Id="rId232" Type="http://schemas.openxmlformats.org/officeDocument/2006/relationships/slide" Target="slides/slide226.xml"/><Relationship Id="rId233" Type="http://schemas.openxmlformats.org/officeDocument/2006/relationships/slide" Target="slides/slide227.xml"/><Relationship Id="rId234" Type="http://schemas.openxmlformats.org/officeDocument/2006/relationships/slide" Target="slides/slide228.xml"/><Relationship Id="rId235" Type="http://schemas.openxmlformats.org/officeDocument/2006/relationships/slide" Target="slides/slide229.xml"/><Relationship Id="rId236" Type="http://schemas.openxmlformats.org/officeDocument/2006/relationships/slide" Target="slides/slide230.xml"/><Relationship Id="rId237" Type="http://schemas.openxmlformats.org/officeDocument/2006/relationships/slide" Target="slides/slide231.xml"/><Relationship Id="rId238" Type="http://schemas.openxmlformats.org/officeDocument/2006/relationships/slide" Target="slides/slide232.xml"/><Relationship Id="rId239" Type="http://schemas.openxmlformats.org/officeDocument/2006/relationships/slide" Target="slides/slide233.xml"/><Relationship Id="rId240" Type="http://schemas.openxmlformats.org/officeDocument/2006/relationships/slide" Target="slides/slide234.xml"/><Relationship Id="rId241" Type="http://schemas.openxmlformats.org/officeDocument/2006/relationships/slide" Target="slides/slide235.xml"/><Relationship Id="rId242" Type="http://schemas.openxmlformats.org/officeDocument/2006/relationships/slide" Target="slides/slide236.xml"/><Relationship Id="rId243" Type="http://schemas.openxmlformats.org/officeDocument/2006/relationships/slide" Target="slides/slide237.xml"/><Relationship Id="rId244" Type="http://schemas.openxmlformats.org/officeDocument/2006/relationships/slide" Target="slides/slide238.xml"/><Relationship Id="rId245" Type="http://schemas.openxmlformats.org/officeDocument/2006/relationships/slide" Target="slides/slide239.xml"/><Relationship Id="rId246" Type="http://schemas.openxmlformats.org/officeDocument/2006/relationships/slide" Target="slides/slide240.xml"/><Relationship Id="rId247" Type="http://schemas.openxmlformats.org/officeDocument/2006/relationships/slide" Target="slides/slide241.xml"/><Relationship Id="rId248" Type="http://schemas.openxmlformats.org/officeDocument/2006/relationships/slide" Target="slides/slide242.xml"/><Relationship Id="rId249" Type="http://schemas.openxmlformats.org/officeDocument/2006/relationships/slide" Target="slides/slide243.xml"/><Relationship Id="rId250" Type="http://schemas.openxmlformats.org/officeDocument/2006/relationships/slide" Target="slides/slide244.xml"/><Relationship Id="rId251" Type="http://schemas.openxmlformats.org/officeDocument/2006/relationships/slide" Target="slides/slide245.xml"/><Relationship Id="rId252" Type="http://schemas.openxmlformats.org/officeDocument/2006/relationships/slide" Target="slides/slide246.xml"/><Relationship Id="rId253" Type="http://schemas.openxmlformats.org/officeDocument/2006/relationships/slide" Target="slides/slide247.xml"/><Relationship Id="rId254" Type="http://schemas.openxmlformats.org/officeDocument/2006/relationships/slide" Target="slides/slide248.xml"/><Relationship Id="rId255" Type="http://schemas.openxmlformats.org/officeDocument/2006/relationships/slide" Target="slides/slide249.xml"/><Relationship Id="rId256" Type="http://schemas.openxmlformats.org/officeDocument/2006/relationships/slide" Target="slides/slide250.xml"/><Relationship Id="rId257" Type="http://schemas.openxmlformats.org/officeDocument/2006/relationships/slide" Target="slides/slide251.xml"/><Relationship Id="rId258" Type="http://schemas.openxmlformats.org/officeDocument/2006/relationships/slide" Target="slides/slide252.xml"/><Relationship Id="rId259" Type="http://schemas.openxmlformats.org/officeDocument/2006/relationships/slide" Target="slides/slide253.xml"/><Relationship Id="rId260" Type="http://schemas.openxmlformats.org/officeDocument/2006/relationships/slide" Target="slides/slide254.xml"/><Relationship Id="rId261" Type="http://schemas.openxmlformats.org/officeDocument/2006/relationships/slide" Target="slides/slide255.xml"/><Relationship Id="rId262" Type="http://schemas.openxmlformats.org/officeDocument/2006/relationships/slide" Target="slides/slide256.xml"/><Relationship Id="rId263" Type="http://schemas.openxmlformats.org/officeDocument/2006/relationships/slide" Target="slides/slide257.xml"/><Relationship Id="rId264" Type="http://schemas.openxmlformats.org/officeDocument/2006/relationships/slide" Target="slides/slide258.xml"/><Relationship Id="rId265" Type="http://schemas.openxmlformats.org/officeDocument/2006/relationships/slide" Target="slides/slide259.xml"/><Relationship Id="rId266" Type="http://schemas.openxmlformats.org/officeDocument/2006/relationships/slide" Target="slides/slide260.xml"/><Relationship Id="rId267" Type="http://schemas.openxmlformats.org/officeDocument/2006/relationships/slide" Target="slides/slide261.xml"/><Relationship Id="rId268" Type="http://schemas.openxmlformats.org/officeDocument/2006/relationships/slide" Target="slides/slide262.xml"/><Relationship Id="rId269" Type="http://schemas.openxmlformats.org/officeDocument/2006/relationships/slide" Target="slides/slide263.xml"/><Relationship Id="rId270" Type="http://schemas.openxmlformats.org/officeDocument/2006/relationships/slide" Target="slides/slide264.xml"/><Relationship Id="rId271" Type="http://schemas.openxmlformats.org/officeDocument/2006/relationships/slide" Target="slides/slide265.xml"/><Relationship Id="rId272" Type="http://schemas.openxmlformats.org/officeDocument/2006/relationships/slide" Target="slides/slide266.xml"/><Relationship Id="rId273" Type="http://schemas.openxmlformats.org/officeDocument/2006/relationships/slide" Target="slides/slide267.xml"/><Relationship Id="rId274" Type="http://schemas.openxmlformats.org/officeDocument/2006/relationships/slide" Target="slides/slide268.xml"/><Relationship Id="rId275" Type="http://schemas.openxmlformats.org/officeDocument/2006/relationships/slide" Target="slides/slide269.xml"/><Relationship Id="rId276" Type="http://schemas.openxmlformats.org/officeDocument/2006/relationships/slide" Target="slides/slide270.xml"/><Relationship Id="rId277" Type="http://schemas.openxmlformats.org/officeDocument/2006/relationships/slide" Target="slides/slide271.xml"/><Relationship Id="rId278" Type="http://schemas.openxmlformats.org/officeDocument/2006/relationships/slide" Target="slides/slide272.xml"/><Relationship Id="rId279" Type="http://schemas.openxmlformats.org/officeDocument/2006/relationships/slide" Target="slides/slide273.xml"/><Relationship Id="rId280" Type="http://schemas.openxmlformats.org/officeDocument/2006/relationships/slide" Target="slides/slide274.xml"/><Relationship Id="rId281" Type="http://schemas.openxmlformats.org/officeDocument/2006/relationships/slide" Target="slides/slide275.xml"/><Relationship Id="rId282" Type="http://schemas.openxmlformats.org/officeDocument/2006/relationships/slide" Target="slides/slide276.xml"/><Relationship Id="rId283" Type="http://schemas.openxmlformats.org/officeDocument/2006/relationships/slide" Target="slides/slide277.xml"/><Relationship Id="rId284" Type="http://schemas.openxmlformats.org/officeDocument/2006/relationships/slide" Target="slides/slide278.xml"/><Relationship Id="rId285" Type="http://schemas.openxmlformats.org/officeDocument/2006/relationships/slide" Target="slides/slide279.xml"/><Relationship Id="rId286" Type="http://schemas.openxmlformats.org/officeDocument/2006/relationships/slide" Target="slides/slide280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g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60073" cy="324004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2880004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35862" y="1681580"/>
            <a:ext cx="1587500" cy="243587"/>
          </a:xfrm>
          <a:prstGeom prst="rect">
            <a:avLst/>
          </a:prstGeom>
          <a:solidFill>
            <a:srgbClr val="E8F2F8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35862" y="1681581"/>
            <a:ext cx="1587500" cy="257175"/>
          </a:xfrm>
          <a:prstGeom prst="rect">
            <a:avLst/>
          </a:prstGeom>
          <a:solidFill>
            <a:srgbClr val="E8F2F8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Rectangle 6"/>
          <p:cNvSpPr/>
          <p:nvPr/>
        </p:nvSpPr>
        <p:spPr>
          <a:xfrm>
            <a:off x="435862" y="1681582"/>
            <a:ext cx="1587500" cy="270762"/>
          </a:xfrm>
          <a:prstGeom prst="rect">
            <a:avLst/>
          </a:prstGeom>
          <a:solidFill>
            <a:srgbClr val="E8F2F8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435862" y="1681584"/>
            <a:ext cx="1587500" cy="284350"/>
          </a:xfrm>
          <a:prstGeom prst="rect">
            <a:avLst/>
          </a:prstGeom>
          <a:solidFill>
            <a:srgbClr val="E8F2F8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9" name="Picture 8" descr="image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5759988" cy="3239998"/>
          </a:xfrm>
          <a:prstGeom prst="rect">
            <a:avLst/>
          </a:prstGeom>
        </p:spPr>
      </p:pic>
      <p:pic>
        <p:nvPicPr>
          <p:cNvPr id="10" name="Picture 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90872" y="63277"/>
            <a:ext cx="575962" cy="231502"/>
          </a:xfrm>
          <a:prstGeom prst="rect">
            <a:avLst/>
          </a:prstGeom>
        </p:spPr>
      </p:pic>
      <p:pic>
        <p:nvPicPr>
          <p:cNvPr id="11" name="Picture 10" descr="image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5158" y="88661"/>
            <a:ext cx="575974" cy="206117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461225" y="918848"/>
            <a:ext cx="5324170" cy="40674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2066" b="1">
                <a:solidFill>
                  <a:srgbClr val="003373"/>
                </a:solidFill>
                <a:latin typeface="Josefin Sans"/>
              </a:rPr>
              <a:t>Performance</a:t>
            </a:r>
            <a:r>
              <a:rPr sz="2066" b="1">
                <a:solidFill>
                  <a:srgbClr val="003373"/>
                </a:solidFill>
                <a:latin typeface="Josefin Sans"/>
              </a:rPr>
              <a:t> </a:t>
            </a:r>
            <a:r>
              <a:rPr sz="2066" b="1">
                <a:solidFill>
                  <a:srgbClr val="003373"/>
                </a:solidFill>
                <a:latin typeface="Josefin Sans"/>
              </a:rPr>
              <a:t>Metrics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61225" y="1255046"/>
            <a:ext cx="532417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5A7D"/>
                </a:solidFill>
                <a:latin typeface="Josefin Sans"/>
              </a:rPr>
              <a:t>CSC3034</a:t>
            </a:r>
            <a:r>
              <a:rPr sz="1090" b="1">
                <a:solidFill>
                  <a:srgbClr val="005A7D"/>
                </a:solidFill>
                <a:latin typeface="Josefin Sans"/>
              </a:rPr>
              <a:t> </a:t>
            </a:r>
            <a:r>
              <a:rPr sz="1090" b="1">
                <a:solidFill>
                  <a:srgbClr val="005A7D"/>
                </a:solidFill>
                <a:latin typeface="Josefin Sans"/>
              </a:rPr>
              <a:t>Computational</a:t>
            </a:r>
            <a:r>
              <a:rPr sz="1090" b="1">
                <a:solidFill>
                  <a:srgbClr val="005A7D"/>
                </a:solidFill>
                <a:latin typeface="Josefin Sans"/>
              </a:rPr>
              <a:t> </a:t>
            </a:r>
            <a:r>
              <a:rPr sz="1090" b="1">
                <a:solidFill>
                  <a:srgbClr val="005A7D"/>
                </a:solidFill>
                <a:latin typeface="Josefin Sans"/>
              </a:rPr>
              <a:t>Intelligence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61225" y="1740493"/>
            <a:ext cx="532417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Dr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Richard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Wong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904536" y="3150917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78690" y="3150564"/>
            <a:ext cx="10670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61262" y="1750542"/>
            <a:ext cx="5324133" cy="196850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00" b="0">
                <a:solidFill>
                  <a:srgbClr val="0D3361"/>
                </a:solidFill>
                <a:latin typeface="Arial"/>
              </a:rPr>
              <a:t>Dr Tang Tiong Yew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61262" y="1764131"/>
            <a:ext cx="5324133" cy="196850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00" b="0">
                <a:solidFill>
                  <a:srgbClr val="0D3361"/>
                </a:solidFill>
                <a:latin typeface="Arial"/>
              </a:rPr>
              <a:t>Dr Tang Tiong Yew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461262" y="1777720"/>
            <a:ext cx="5324133" cy="196850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00" b="0">
                <a:solidFill>
                  <a:srgbClr val="0D3361"/>
                </a:solidFill>
                <a:latin typeface="Arial"/>
              </a:rPr>
              <a:t>Dr Tang Tiong Yew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461262" y="1791309"/>
            <a:ext cx="5324133" cy="196850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00" b="0">
                <a:solidFill>
                  <a:srgbClr val="0D3361"/>
                </a:solidFill>
                <a:latin typeface="Arial"/>
              </a:rPr>
              <a:t>Dr Tang Tiong Yew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U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64123" y="3150565"/>
            <a:ext cx="12127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Introduction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1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topic,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19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63134" y="3150564"/>
            <a:ext cx="122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Introduction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1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topic,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19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8075" y="14016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63134" y="3150564"/>
            <a:ext cx="122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Introduction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1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topic,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19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8075" y="14016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08075" y="1573732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7" y="3150915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63134" y="3150561"/>
            <a:ext cx="122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Introduction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1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topic,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19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8075" y="14016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08075" y="1573732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08075" y="1745803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85100" y="1961396"/>
            <a:ext cx="5100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effectiveness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7" y="3150915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63134" y="3150561"/>
            <a:ext cx="122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Introduction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1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topic,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19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8075" y="14016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08075" y="1573732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08075" y="1745803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85100" y="1961396"/>
            <a:ext cx="5100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effectiveness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08075" y="20899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04534" y="3150915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663131" y="3150561"/>
            <a:ext cx="1222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Introduction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1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topic,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19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8075" y="14016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08075" y="1573732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08075" y="1745803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85100" y="1961396"/>
            <a:ext cx="5100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effectiveness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08075" y="20899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184065" y="1487687"/>
            <a:ext cx="26013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contingency/confusion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63131" y="3150564"/>
            <a:ext cx="1222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Introduction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1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topic,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19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8075" y="14016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08075" y="1573732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08075" y="1745803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85100" y="1961396"/>
            <a:ext cx="5100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effectiveness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08075" y="20899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184065" y="1487687"/>
            <a:ext cx="26013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contingency/confusion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184065" y="1659760"/>
            <a:ext cx="26013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61090" y="1875366"/>
            <a:ext cx="24243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663131" y="3150564"/>
            <a:ext cx="1222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Introduction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1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topic,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19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8075" y="14016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08075" y="1573732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08075" y="1745803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85100" y="1961396"/>
            <a:ext cx="5100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effectiveness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08075" y="2089947"/>
            <a:ext cx="52773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184065" y="1487687"/>
            <a:ext cx="26013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contingency/confusion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184065" y="1659760"/>
            <a:ext cx="26013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61090" y="1875366"/>
            <a:ext cx="24243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184065" y="2003918"/>
            <a:ext cx="26013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63131" y="3150564"/>
            <a:ext cx="1222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Gold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standard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103415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‘right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answer’.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63284" y="3150564"/>
            <a:ext cx="1221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Gold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standard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103415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‘right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answer’.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29227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supervised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trainings,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data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provided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4" y="1507867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data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679939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63284" y="3150563"/>
            <a:ext cx="1221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Gold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standard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103415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‘right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answer’.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29227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supervised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trainings,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data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provided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4" y="1507867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data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679939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6" y="1894533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7094" y="211012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63284" y="3150564"/>
            <a:ext cx="1221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U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62598" y="3150565"/>
            <a:ext cx="12279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4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42183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answers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judged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59390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according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6" y="3150917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62447" y="3150564"/>
            <a:ext cx="12294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83312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limitation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through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9" y="3150920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66475" y="3150566"/>
            <a:ext cx="11892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83312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limitation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through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1" y="1176272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group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100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stocks.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tool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328101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whether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5" y="3150920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66472" y="3150566"/>
            <a:ext cx="11892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3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0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83312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limitation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through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1" y="1176272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group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100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stocks.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tool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328101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whether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0" y="1613802"/>
            <a:ext cx="54254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Last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90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accurately,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60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0" y="1765630"/>
            <a:ext cx="54254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correctly.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2" y="315092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66469" y="3150566"/>
            <a:ext cx="1189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3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0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83312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limitation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through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1" y="1176272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group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100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stocks.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tool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328101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whether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0" y="1613802"/>
            <a:ext cx="54254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Last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90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accurately,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60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0" y="1765630"/>
            <a:ext cx="54254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correctly.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88" y="2051330"/>
            <a:ext cx="542540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85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accurately,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55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59988" y="2203158"/>
            <a:ext cx="542540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correctly.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04532" y="315092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666469" y="3150566"/>
            <a:ext cx="1189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6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79997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83312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limitation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through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1" y="1176272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group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100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stocks.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tool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328101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whether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0" y="1613802"/>
            <a:ext cx="54254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Last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90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accurately,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60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0" y="1765630"/>
            <a:ext cx="54254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correctly.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88" y="2051330"/>
            <a:ext cx="542540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85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accurately,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55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59988" y="2203158"/>
            <a:ext cx="542540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were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correctly.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88" y="2488845"/>
            <a:ext cx="542540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decreased,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however,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ability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could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improved.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904529" y="3150920"/>
            <a:ext cx="88086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66466" y="3150566"/>
            <a:ext cx="11892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00805" y="-24097840"/>
            <a:ext cx="10403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137544" y="-23251334"/>
            <a:ext cx="11668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664729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How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possible?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63589" y="3150565"/>
            <a:ext cx="1218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8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00802" y="-24097837"/>
            <a:ext cx="10403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137541" y="-23251332"/>
            <a:ext cx="11668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3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80000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664729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How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possible?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902602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half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last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average,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2" y="315092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63586" y="3150566"/>
            <a:ext cx="1218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8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00474" y="1302488"/>
            <a:ext cx="10403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137541" y="-23251332"/>
            <a:ext cx="11668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3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80000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664729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How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possible?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902602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half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last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average,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510383" y="1147990"/>
            <a:ext cx="42750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9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50 + 0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6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50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225747" y="1322019"/>
            <a:ext cx="255964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100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891125" y="1235228"/>
            <a:ext cx="189427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04532" y="315092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663586" y="3150566"/>
            <a:ext cx="1218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8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00474" y="1302488"/>
            <a:ext cx="10403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137541" y="-23251332"/>
            <a:ext cx="11668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3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80000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664729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How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possible?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902602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half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last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average,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510383" y="1147990"/>
            <a:ext cx="42750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9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50 + 0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6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50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225747" y="1322019"/>
            <a:ext cx="255964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100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891125" y="1235228"/>
            <a:ext cx="189427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1" y="1749121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70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average,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904532" y="315092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63586" y="3150566"/>
            <a:ext cx="1218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8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00474" y="1302488"/>
            <a:ext cx="10403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737215" y="2148994"/>
            <a:ext cx="11668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0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80003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664729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How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possible?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902602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half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last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average,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510383" y="1147990"/>
            <a:ext cx="42750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9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50 + 0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6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50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225747" y="1322019"/>
            <a:ext cx="255964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100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891125" y="1235228"/>
            <a:ext cx="189427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1" y="1749121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70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average,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447124" y="1994509"/>
            <a:ext cx="433827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70 + 0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55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30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225746" y="2168538"/>
            <a:ext cx="2559649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100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54383" y="2081746"/>
            <a:ext cx="18310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04535" y="3150920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63589" y="3150566"/>
            <a:ext cx="1218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8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00474" y="1302488"/>
            <a:ext cx="10403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737215" y="2148994"/>
            <a:ext cx="11668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0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80003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664729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How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possible?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902602"/>
            <a:ext cx="542540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Suppose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half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last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average,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510383" y="1147990"/>
            <a:ext cx="42750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9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50 + 0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6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50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225747" y="1322019"/>
            <a:ext cx="255964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100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891125" y="1235228"/>
            <a:ext cx="189427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1" y="1749121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70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stocks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month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outperformed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Dow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Jones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average,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447124" y="1994509"/>
            <a:ext cx="433827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70 + 0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55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×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30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225746" y="2168538"/>
            <a:ext cx="2559649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100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54383" y="2081746"/>
            <a:ext cx="18310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1" y="2595627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predictive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accuracy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increased,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even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though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predictive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accuracy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1" y="2747456"/>
            <a:ext cx="542540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individual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metrics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decreased.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20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63589" y="3150566"/>
            <a:ext cx="1218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8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14651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62445" y="3150564"/>
            <a:ext cx="1229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9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14651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5" y="1361096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misleading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evaluating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3" y="1576702"/>
            <a:ext cx="51483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performace,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4" y="3150916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62445" y="3150562"/>
            <a:ext cx="1229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9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14651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5" y="1361096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misleading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evaluating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3" y="1576702"/>
            <a:ext cx="51483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performace,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0055" y="1791282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metric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7093" y="2006888"/>
            <a:ext cx="51483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62445" y="3150564"/>
            <a:ext cx="1229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9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496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implementations,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often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establish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ranges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704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answers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31700" y="3150564"/>
            <a:ext cx="1536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10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496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implementations,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often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establish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ranges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704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answers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4" y="1175040"/>
            <a:ext cx="54254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vary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want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define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4" y="1314219"/>
            <a:ext cx="54254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range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283929" y="1531910"/>
            <a:ext cx="350146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0.8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267026" y="1671089"/>
            <a:ext cx="351836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0.2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31700" y="3150564"/>
            <a:ext cx="1536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10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496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implementations,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often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establish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ranges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704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answers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4" y="1175040"/>
            <a:ext cx="54254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vary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want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define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4" y="1314219"/>
            <a:ext cx="54254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range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283929" y="1531910"/>
            <a:ext cx="350146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0.8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267026" y="1671089"/>
            <a:ext cx="351836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0.2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59993" y="1939757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extreme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could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have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264180" y="2149650"/>
            <a:ext cx="352121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0.5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246870" y="2288830"/>
            <a:ext cx="353852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0.5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31700" y="3150564"/>
            <a:ext cx="1536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10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Percent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correct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496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implementations,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often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establish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ranges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704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answers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4" y="1175040"/>
            <a:ext cx="54254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vary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want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define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4" y="1314219"/>
            <a:ext cx="54254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range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283929" y="1531910"/>
            <a:ext cx="350146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0.8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267026" y="1671089"/>
            <a:ext cx="351836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0.2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59993" y="1939757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extreme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could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have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264180" y="2149650"/>
            <a:ext cx="352121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0.5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246870" y="2288830"/>
            <a:ext cx="353852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0.0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0.5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considered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2559937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manipulation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metric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introduces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subjectivity,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but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improve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its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usefulness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practical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59993" y="2699116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sense.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31700" y="3150564"/>
            <a:ext cx="1536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10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U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54775" y="3150565"/>
            <a:ext cx="13062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11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7874475" y="-24017347"/>
            <a:ext cx="262700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Freeform 36"/>
          <p:cNvSpPr/>
          <p:nvPr/>
        </p:nvSpPr>
        <p:spPr>
          <a:xfrm>
            <a:off x="28117800" y="-240411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0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27874475" y="-24017347"/>
            <a:ext cx="263454" cy="65864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Freeform 38"/>
          <p:cNvSpPr/>
          <p:nvPr/>
        </p:nvSpPr>
        <p:spPr>
          <a:xfrm>
            <a:off x="28117800" y="-239776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3"/>
                </a:moveTo>
                <a:lnTo>
                  <a:pt x="1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0" name="Connector 39"/>
          <p:cNvCxnSpPr/>
          <p:nvPr/>
        </p:nvCxnSpPr>
        <p:spPr>
          <a:xfrm flipV="1">
            <a:off x="27874475" y="-24083212"/>
            <a:ext cx="263454" cy="65865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Freeform 40"/>
          <p:cNvSpPr/>
          <p:nvPr/>
        </p:nvSpPr>
        <p:spPr>
          <a:xfrm>
            <a:off x="28117800" y="-24104600"/>
            <a:ext cx="50800" cy="50800"/>
          </a:xfrm>
          <a:custGeom>
            <a:avLst/>
            <a:gdLst/>
            <a:ahLst/>
            <a:cxnLst/>
            <a:rect l="l" t="t" r="r" b="b"/>
            <a:pathLst>
              <a:path w="4" h="4">
                <a:moveTo>
                  <a:pt x="4" y="1"/>
                </a:moveTo>
                <a:lnTo>
                  <a:pt x="0" y="0"/>
                </a:lnTo>
                <a:lnTo>
                  <a:pt x="2" y="2"/>
                </a:lnTo>
                <a:lnTo>
                  <a:pt x="1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2" name="Connector 41"/>
          <p:cNvCxnSpPr/>
          <p:nvPr/>
        </p:nvCxnSpPr>
        <p:spPr>
          <a:xfrm>
            <a:off x="28306479" y="-24017347"/>
            <a:ext cx="262701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Freeform 42"/>
          <p:cNvSpPr/>
          <p:nvPr/>
        </p:nvSpPr>
        <p:spPr>
          <a:xfrm>
            <a:off x="28549600" y="-240411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0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 flipV="1">
            <a:off x="28306479" y="-24011211"/>
            <a:ext cx="263454" cy="65864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Freeform 44"/>
          <p:cNvSpPr/>
          <p:nvPr/>
        </p:nvSpPr>
        <p:spPr>
          <a:xfrm>
            <a:off x="28549600" y="-240284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1"/>
                </a:moveTo>
                <a:lnTo>
                  <a:pt x="0" y="0"/>
                </a:lnTo>
                <a:lnTo>
                  <a:pt x="2" y="1"/>
                </a:lnTo>
                <a:lnTo>
                  <a:pt x="1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6" name="Connector 45"/>
          <p:cNvCxnSpPr/>
          <p:nvPr/>
        </p:nvCxnSpPr>
        <p:spPr>
          <a:xfrm>
            <a:off x="28306479" y="-24089348"/>
            <a:ext cx="263454" cy="65864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Freeform 46"/>
          <p:cNvSpPr/>
          <p:nvPr/>
        </p:nvSpPr>
        <p:spPr>
          <a:xfrm>
            <a:off x="28549600" y="-240411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1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8" name="Connector 47"/>
          <p:cNvCxnSpPr/>
          <p:nvPr/>
        </p:nvCxnSpPr>
        <p:spPr>
          <a:xfrm>
            <a:off x="27231181" y="-24017347"/>
            <a:ext cx="334699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27546300" y="-240411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0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>
            <a:off x="28899947" y="-24017347"/>
            <a:ext cx="334699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9222700" y="-24041100"/>
            <a:ext cx="38100" cy="38100"/>
          </a:xfrm>
          <a:custGeom>
            <a:avLst/>
            <a:gdLst/>
            <a:ahLst/>
            <a:cxnLst/>
            <a:rect l="l" t="t" r="r" b="b"/>
            <a:pathLst>
              <a:path w="3" h="3">
                <a:moveTo>
                  <a:pt x="3" y="2"/>
                </a:moveTo>
                <a:lnTo>
                  <a:pt x="0" y="0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29156883" y="-23070689"/>
            <a:ext cx="147433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9993" y="5482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often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9993" y="72035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terminated.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4904534" y="3150931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5640207" y="3150578"/>
            <a:ext cx="14518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12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474148" y="1382979"/>
            <a:ext cx="262700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Freeform 36"/>
          <p:cNvSpPr/>
          <p:nvPr/>
        </p:nvSpPr>
        <p:spPr>
          <a:xfrm>
            <a:off x="2717800" y="1358900"/>
            <a:ext cx="38100" cy="38100"/>
          </a:xfrm>
          <a:custGeom>
            <a:avLst/>
            <a:gdLst/>
            <a:ahLst/>
            <a:cxnLst/>
            <a:rect l="l" t="t" r="r" b="b"/>
            <a:pathLst>
              <a:path w="3" h="3">
                <a:moveTo>
                  <a:pt x="3" y="2"/>
                </a:moveTo>
                <a:lnTo>
                  <a:pt x="0" y="0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2474148" y="1382979"/>
            <a:ext cx="263456" cy="65863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Freeform 38"/>
          <p:cNvSpPr/>
          <p:nvPr/>
        </p:nvSpPr>
        <p:spPr>
          <a:xfrm>
            <a:off x="2717800" y="1422400"/>
            <a:ext cx="38100" cy="38100"/>
          </a:xfrm>
          <a:custGeom>
            <a:avLst/>
            <a:gdLst/>
            <a:ahLst/>
            <a:cxnLst/>
            <a:rect l="l" t="t" r="r" b="b"/>
            <a:pathLst>
              <a:path w="3" h="3">
                <a:moveTo>
                  <a:pt x="3" y="3"/>
                </a:moveTo>
                <a:lnTo>
                  <a:pt x="1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0" name="Connector 39"/>
          <p:cNvCxnSpPr/>
          <p:nvPr/>
        </p:nvCxnSpPr>
        <p:spPr>
          <a:xfrm flipV="1">
            <a:off x="2474148" y="1317115"/>
            <a:ext cx="263456" cy="65864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Freeform 40"/>
          <p:cNvSpPr/>
          <p:nvPr/>
        </p:nvSpPr>
        <p:spPr>
          <a:xfrm>
            <a:off x="2717800" y="1295400"/>
            <a:ext cx="38100" cy="50800"/>
          </a:xfrm>
          <a:custGeom>
            <a:avLst/>
            <a:gdLst/>
            <a:ahLst/>
            <a:cxnLst/>
            <a:rect l="l" t="t" r="r" b="b"/>
            <a:pathLst>
              <a:path w="3" h="4">
                <a:moveTo>
                  <a:pt x="3" y="1"/>
                </a:moveTo>
                <a:lnTo>
                  <a:pt x="0" y="0"/>
                </a:lnTo>
                <a:lnTo>
                  <a:pt x="2" y="2"/>
                </a:lnTo>
                <a:lnTo>
                  <a:pt x="1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2" name="Connector 41"/>
          <p:cNvCxnSpPr/>
          <p:nvPr/>
        </p:nvCxnSpPr>
        <p:spPr>
          <a:xfrm>
            <a:off x="2906153" y="1382979"/>
            <a:ext cx="262699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Freeform 42"/>
          <p:cNvSpPr/>
          <p:nvPr/>
        </p:nvSpPr>
        <p:spPr>
          <a:xfrm>
            <a:off x="3149600" y="13589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0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 flipV="1">
            <a:off x="2906153" y="1389115"/>
            <a:ext cx="263455" cy="65863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Freeform 44"/>
          <p:cNvSpPr/>
          <p:nvPr/>
        </p:nvSpPr>
        <p:spPr>
          <a:xfrm>
            <a:off x="3149600" y="13716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1"/>
                </a:moveTo>
                <a:lnTo>
                  <a:pt x="0" y="0"/>
                </a:lnTo>
                <a:lnTo>
                  <a:pt x="2" y="1"/>
                </a:lnTo>
                <a:lnTo>
                  <a:pt x="1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6" name="Connector 45"/>
          <p:cNvCxnSpPr/>
          <p:nvPr/>
        </p:nvCxnSpPr>
        <p:spPr>
          <a:xfrm>
            <a:off x="2906153" y="1310979"/>
            <a:ext cx="263455" cy="65864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Freeform 46"/>
          <p:cNvSpPr/>
          <p:nvPr/>
        </p:nvSpPr>
        <p:spPr>
          <a:xfrm>
            <a:off x="3149600" y="13589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1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8" name="Connector 47"/>
          <p:cNvCxnSpPr/>
          <p:nvPr/>
        </p:nvCxnSpPr>
        <p:spPr>
          <a:xfrm>
            <a:off x="1830853" y="1382979"/>
            <a:ext cx="334700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2146300" y="13589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0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>
            <a:off x="3499622" y="1382979"/>
            <a:ext cx="334699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3822700" y="1358900"/>
            <a:ext cx="38100" cy="38100"/>
          </a:xfrm>
          <a:custGeom>
            <a:avLst/>
            <a:gdLst/>
            <a:ahLst/>
            <a:cxnLst/>
            <a:rect l="l" t="t" r="r" b="b"/>
            <a:pathLst>
              <a:path w="3" h="3">
                <a:moveTo>
                  <a:pt x="3" y="2"/>
                </a:moveTo>
                <a:lnTo>
                  <a:pt x="0" y="0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29156883" y="-23070689"/>
            <a:ext cx="147433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9993" y="5482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often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9993" y="72035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terminated.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59992" y="978467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k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269450" y="1294132"/>
            <a:ext cx="351594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77474" y="1284289"/>
            <a:ext cx="250792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669400" y="1309105"/>
            <a:ext cx="41159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908321" y="1283400"/>
            <a:ext cx="187707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04534" y="3150931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640207" y="3150578"/>
            <a:ext cx="14518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12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474148" y="1382979"/>
            <a:ext cx="262700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Freeform 36"/>
          <p:cNvSpPr/>
          <p:nvPr/>
        </p:nvSpPr>
        <p:spPr>
          <a:xfrm>
            <a:off x="2717800" y="1358900"/>
            <a:ext cx="38100" cy="38100"/>
          </a:xfrm>
          <a:custGeom>
            <a:avLst/>
            <a:gdLst/>
            <a:ahLst/>
            <a:cxnLst/>
            <a:rect l="l" t="t" r="r" b="b"/>
            <a:pathLst>
              <a:path w="3" h="3">
                <a:moveTo>
                  <a:pt x="3" y="2"/>
                </a:moveTo>
                <a:lnTo>
                  <a:pt x="0" y="0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2474148" y="1382979"/>
            <a:ext cx="263456" cy="65863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Freeform 38"/>
          <p:cNvSpPr/>
          <p:nvPr/>
        </p:nvSpPr>
        <p:spPr>
          <a:xfrm>
            <a:off x="2717800" y="1422400"/>
            <a:ext cx="38100" cy="38100"/>
          </a:xfrm>
          <a:custGeom>
            <a:avLst/>
            <a:gdLst/>
            <a:ahLst/>
            <a:cxnLst/>
            <a:rect l="l" t="t" r="r" b="b"/>
            <a:pathLst>
              <a:path w="3" h="3">
                <a:moveTo>
                  <a:pt x="3" y="3"/>
                </a:moveTo>
                <a:lnTo>
                  <a:pt x="1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0" name="Connector 39"/>
          <p:cNvCxnSpPr/>
          <p:nvPr/>
        </p:nvCxnSpPr>
        <p:spPr>
          <a:xfrm flipV="1">
            <a:off x="2474148" y="1317115"/>
            <a:ext cx="263456" cy="65864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Freeform 40"/>
          <p:cNvSpPr/>
          <p:nvPr/>
        </p:nvSpPr>
        <p:spPr>
          <a:xfrm>
            <a:off x="2717800" y="1295400"/>
            <a:ext cx="38100" cy="50800"/>
          </a:xfrm>
          <a:custGeom>
            <a:avLst/>
            <a:gdLst/>
            <a:ahLst/>
            <a:cxnLst/>
            <a:rect l="l" t="t" r="r" b="b"/>
            <a:pathLst>
              <a:path w="3" h="4">
                <a:moveTo>
                  <a:pt x="3" y="1"/>
                </a:moveTo>
                <a:lnTo>
                  <a:pt x="0" y="0"/>
                </a:lnTo>
                <a:lnTo>
                  <a:pt x="2" y="2"/>
                </a:lnTo>
                <a:lnTo>
                  <a:pt x="1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2" name="Connector 41"/>
          <p:cNvCxnSpPr/>
          <p:nvPr/>
        </p:nvCxnSpPr>
        <p:spPr>
          <a:xfrm>
            <a:off x="2906153" y="1382979"/>
            <a:ext cx="262699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Freeform 42"/>
          <p:cNvSpPr/>
          <p:nvPr/>
        </p:nvSpPr>
        <p:spPr>
          <a:xfrm>
            <a:off x="3149600" y="13589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0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 flipV="1">
            <a:off x="2906153" y="1389115"/>
            <a:ext cx="263455" cy="65863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Freeform 44"/>
          <p:cNvSpPr/>
          <p:nvPr/>
        </p:nvSpPr>
        <p:spPr>
          <a:xfrm>
            <a:off x="3149600" y="13716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1"/>
                </a:moveTo>
                <a:lnTo>
                  <a:pt x="0" y="0"/>
                </a:lnTo>
                <a:lnTo>
                  <a:pt x="2" y="1"/>
                </a:lnTo>
                <a:lnTo>
                  <a:pt x="1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6" name="Connector 45"/>
          <p:cNvCxnSpPr/>
          <p:nvPr/>
        </p:nvCxnSpPr>
        <p:spPr>
          <a:xfrm>
            <a:off x="2906153" y="1310979"/>
            <a:ext cx="263455" cy="65864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Freeform 46"/>
          <p:cNvSpPr/>
          <p:nvPr/>
        </p:nvSpPr>
        <p:spPr>
          <a:xfrm>
            <a:off x="3149600" y="13589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1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8" name="Connector 47"/>
          <p:cNvCxnSpPr/>
          <p:nvPr/>
        </p:nvCxnSpPr>
        <p:spPr>
          <a:xfrm>
            <a:off x="1830853" y="1382979"/>
            <a:ext cx="334700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2146300" y="1358900"/>
            <a:ext cx="50800" cy="38100"/>
          </a:xfrm>
          <a:custGeom>
            <a:avLst/>
            <a:gdLst/>
            <a:ahLst/>
            <a:cxnLst/>
            <a:rect l="l" t="t" r="r" b="b"/>
            <a:pathLst>
              <a:path w="4" h="3">
                <a:moveTo>
                  <a:pt x="4" y="2"/>
                </a:moveTo>
                <a:lnTo>
                  <a:pt x="0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>
            <a:off x="3499622" y="1382979"/>
            <a:ext cx="334699" cy="0"/>
          </a:xfrm>
          <a:prstGeom prst="line">
            <a:avLst/>
          </a:prstGeom>
          <a:ln w="5060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3822700" y="1358900"/>
            <a:ext cx="38100" cy="38100"/>
          </a:xfrm>
          <a:custGeom>
            <a:avLst/>
            <a:gdLst/>
            <a:ahLst/>
            <a:cxnLst/>
            <a:rect l="l" t="t" r="r" b="b"/>
            <a:pathLst>
              <a:path w="3" h="3">
                <a:moveTo>
                  <a:pt x="3" y="2"/>
                </a:moveTo>
                <a:lnTo>
                  <a:pt x="0" y="0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3756556" y="2329637"/>
            <a:ext cx="147434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9993" y="5482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often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9993" y="72035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terminated.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59992" y="978467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k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269450" y="1294132"/>
            <a:ext cx="351594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77474" y="1284289"/>
            <a:ext cx="250792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669400" y="1309105"/>
            <a:ext cx="41159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908321" y="1283400"/>
            <a:ext cx="187707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712605" y="1814686"/>
            <a:ext cx="40727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960190" y="1673239"/>
            <a:ext cx="282520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907688" y="1785241"/>
            <a:ext cx="287770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909695" y="2015999"/>
            <a:ext cx="2875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205135" y="1665860"/>
            <a:ext cx="25802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130903" y="1785241"/>
            <a:ext cx="26544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3137583" y="2012621"/>
            <a:ext cx="264781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354118" y="1782573"/>
            <a:ext cx="243127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840812" y="2162266"/>
            <a:ext cx="394458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=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769459" y="2351039"/>
            <a:ext cx="201593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542387" y="2706798"/>
            <a:ext cx="424300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28099" y="2878870"/>
            <a:ext cx="385729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q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904534" y="3150930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640207" y="3150576"/>
            <a:ext cx="14518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12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2607" y="1052598"/>
            <a:ext cx="40727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960191" y="911150"/>
            <a:ext cx="28252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907689" y="1023165"/>
            <a:ext cx="287770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09696" y="1253923"/>
            <a:ext cx="287569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205136" y="903784"/>
            <a:ext cx="258025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130905" y="1023165"/>
            <a:ext cx="26544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137585" y="1250545"/>
            <a:ext cx="26478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54120" y="1020497"/>
            <a:ext cx="243127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145385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original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definition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Rumelhart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McClelland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(1986)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includes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16259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multiplier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0.5,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‘neat’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differentiation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simplifies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elsewhere.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639219" y="3150565"/>
            <a:ext cx="14617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13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2607" y="1052598"/>
            <a:ext cx="40727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960191" y="911150"/>
            <a:ext cx="28252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907689" y="1023165"/>
            <a:ext cx="287770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09696" y="1253923"/>
            <a:ext cx="287569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205136" y="903784"/>
            <a:ext cx="258025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130905" y="1023165"/>
            <a:ext cx="26544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137585" y="1250545"/>
            <a:ext cx="26478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54120" y="1020497"/>
            <a:ext cx="243127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145385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original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definition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Rumelhart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McClelland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(1986)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includes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16259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multiplier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0.5,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‘neat’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differentiation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simplifies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elsewhere.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59991" y="198877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Many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implementations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ignore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factor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reduce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time.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39216" y="3150565"/>
            <a:ext cx="1461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13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5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79999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2607" y="1052598"/>
            <a:ext cx="40727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960191" y="911150"/>
            <a:ext cx="28252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907689" y="1023165"/>
            <a:ext cx="287770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09696" y="1253923"/>
            <a:ext cx="287569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205136" y="903784"/>
            <a:ext cx="258025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130905" y="1023165"/>
            <a:ext cx="26544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137585" y="1250545"/>
            <a:ext cx="26478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54120" y="1020497"/>
            <a:ext cx="243127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145385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original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definition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Rumelhart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McClelland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(1986)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includes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16259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multiplier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0.5,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‘neat’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differentiation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simplifies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elsewhere.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59991" y="198877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Many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implementations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ignore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factor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reduce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time.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0" y="2351630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important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aware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you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0" y="2523702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1" y="3150919"/>
            <a:ext cx="8808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39213" y="3150565"/>
            <a:ext cx="14618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13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096077" y="-23080274"/>
            <a:ext cx="1715833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-2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2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79854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97061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4" y="3150921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39369" y="3150567"/>
            <a:ext cx="1460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14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096077" y="-23080274"/>
            <a:ext cx="1715833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-2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2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79854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97061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3334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150554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misleading.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4" y="3150921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39369" y="3150567"/>
            <a:ext cx="1460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14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096077" y="-23080276"/>
            <a:ext cx="1715833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-2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2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79854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97061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3334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150554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misleading.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93" y="18683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compute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39369" y="3150566"/>
            <a:ext cx="1460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14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695751" y="2320051"/>
            <a:ext cx="1715833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Average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sum-squared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79854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97061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3334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150554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misleading.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93" y="18683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compute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333232" y="2150122"/>
            <a:ext cx="445216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=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26879" y="2338882"/>
            <a:ext cx="305851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904535" y="3150921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39370" y="3150567"/>
            <a:ext cx="1460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14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U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38684" y="3150565"/>
            <a:ext cx="1467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15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7872940" y="-24004494"/>
            <a:ext cx="188469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Absolute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70399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intuitive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human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38531" y="3150564"/>
            <a:ext cx="1468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16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472611" y="1395831"/>
            <a:ext cx="188468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-2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2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Absolute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70399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intuitive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human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067492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11842" y="1322186"/>
            <a:ext cx="377355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ma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532199" y="1228460"/>
            <a:ext cx="325319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472611" y="1417220"/>
            <a:ext cx="331278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mq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51846" y="1178180"/>
            <a:ext cx="30335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99344" y="1290182"/>
            <a:ext cx="308605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01351" y="1520940"/>
            <a:ext cx="30840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996791" y="1170814"/>
            <a:ext cx="27886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922559" y="1290182"/>
            <a:ext cx="286283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929240" y="1517562"/>
            <a:ext cx="28561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145762" y="1320391"/>
            <a:ext cx="263963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|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|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35912" y="1734714"/>
            <a:ext cx="534948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21624" y="1906787"/>
            <a:ext cx="496377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q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904534" y="3150916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5638531" y="3150562"/>
            <a:ext cx="1468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16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472611" y="1395831"/>
            <a:ext cx="188468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Absolute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70399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intuitive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human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067492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11842" y="1322186"/>
            <a:ext cx="377355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ma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532199" y="1228460"/>
            <a:ext cx="325319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472611" y="1417220"/>
            <a:ext cx="331278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mq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51846" y="1178180"/>
            <a:ext cx="30335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99344" y="1290182"/>
            <a:ext cx="308605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01351" y="1520940"/>
            <a:ext cx="30840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996791" y="1170814"/>
            <a:ext cx="27886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922559" y="1290182"/>
            <a:ext cx="286283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929240" y="1517562"/>
            <a:ext cx="28561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145762" y="1320391"/>
            <a:ext cx="263963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|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|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35912" y="1734714"/>
            <a:ext cx="534948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21624" y="1906787"/>
            <a:ext cx="496377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q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59991" y="2271172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Maximum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191598" y="2445170"/>
            <a:ext cx="359379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max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max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745051" y="2443375"/>
            <a:ext cx="304034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k,j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|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|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5638531" y="3150564"/>
            <a:ext cx="1468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16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U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42558" y="3150565"/>
            <a:ext cx="14283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17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49491" y="-23126366"/>
            <a:ext cx="121639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800431" y="-22646978"/>
            <a:ext cx="345960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5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79999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5476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takes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1" y="3150918"/>
            <a:ext cx="8808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39670" y="3150564"/>
            <a:ext cx="1457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18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49491" y="-23126366"/>
            <a:ext cx="121639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800431" y="-22646978"/>
            <a:ext cx="345960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5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79999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5476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takes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7197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doing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becomes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independent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1" y="3150918"/>
            <a:ext cx="8808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39670" y="3150564"/>
            <a:ext cx="1457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18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49491" y="-23126366"/>
            <a:ext cx="121639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800431" y="-22646978"/>
            <a:ext cx="345960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5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79999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5476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takes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7197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doing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becomes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independent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839021" y="1228455"/>
            <a:ext cx="39463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086606" y="1087007"/>
            <a:ext cx="26987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034105" y="1199010"/>
            <a:ext cx="2751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036111" y="1429768"/>
            <a:ext cx="27492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331564" y="1079641"/>
            <a:ext cx="245383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257320" y="1199010"/>
            <a:ext cx="2528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64013" y="1426390"/>
            <a:ext cx="2521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480535" y="1196342"/>
            <a:ext cx="23048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904531" y="3150918"/>
            <a:ext cx="8808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639670" y="3150564"/>
            <a:ext cx="1457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18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49491" y="-23126366"/>
            <a:ext cx="121639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800431" y="-22646978"/>
            <a:ext cx="345960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5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79999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5476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takes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7197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doing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becomes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independent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839021" y="1228455"/>
            <a:ext cx="39463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086606" y="1087007"/>
            <a:ext cx="26987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034105" y="1199010"/>
            <a:ext cx="2751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036111" y="1429768"/>
            <a:ext cx="27492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331564" y="1079641"/>
            <a:ext cx="245383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257320" y="1199010"/>
            <a:ext cx="2528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64013" y="1426390"/>
            <a:ext cx="2521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480535" y="1196342"/>
            <a:ext cx="23048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586190" y="1716796"/>
            <a:ext cx="419920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086606" y="1575335"/>
            <a:ext cx="26987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034105" y="1687350"/>
            <a:ext cx="2751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36111" y="1918108"/>
            <a:ext cx="27492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31564" y="1567969"/>
            <a:ext cx="245383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257320" y="1687350"/>
            <a:ext cx="2528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264013" y="1914730"/>
            <a:ext cx="2521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480535" y="1684682"/>
            <a:ext cx="23048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904531" y="3150918"/>
            <a:ext cx="8808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39670" y="3150564"/>
            <a:ext cx="1457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18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9167" y="2273960"/>
            <a:ext cx="121641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8800434" y="-22646978"/>
            <a:ext cx="345960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5476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takes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7197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doing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becomes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independent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839021" y="1228455"/>
            <a:ext cx="39463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086606" y="1087007"/>
            <a:ext cx="26987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034105" y="1199010"/>
            <a:ext cx="2751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036111" y="1429768"/>
            <a:ext cx="27492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331564" y="1079641"/>
            <a:ext cx="245383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257320" y="1199010"/>
            <a:ext cx="2528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64013" y="1426390"/>
            <a:ext cx="2521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480535" y="1196342"/>
            <a:ext cx="23048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586190" y="1716796"/>
            <a:ext cx="419920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086606" y="1575335"/>
            <a:ext cx="26987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034105" y="1687350"/>
            <a:ext cx="2751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36111" y="1918108"/>
            <a:ext cx="27492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31564" y="1567969"/>
            <a:ext cx="245383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257320" y="1687350"/>
            <a:ext cx="2528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264013" y="1914730"/>
            <a:ext cx="2521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480535" y="1684682"/>
            <a:ext cx="23048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124417" y="2106602"/>
            <a:ext cx="366097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849167" y="2295362"/>
            <a:ext cx="29362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061587" y="2056309"/>
            <a:ext cx="272380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009085" y="2168324"/>
            <a:ext cx="277631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011092" y="2399082"/>
            <a:ext cx="277430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232301" y="2200328"/>
            <a:ext cx="255309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39673" y="3150564"/>
            <a:ext cx="1457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18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9167" y="2273960"/>
            <a:ext cx="121641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3400105" y="2753347"/>
            <a:ext cx="345960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1" name="Picture 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5476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takes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7197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doing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becomes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independent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variance.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839021" y="1228455"/>
            <a:ext cx="39463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086606" y="1087007"/>
            <a:ext cx="26987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034105" y="1199010"/>
            <a:ext cx="2751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036111" y="1429768"/>
            <a:ext cx="27492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331564" y="1079641"/>
            <a:ext cx="245383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257320" y="1199010"/>
            <a:ext cx="2528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64013" y="1426390"/>
            <a:ext cx="2521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480535" y="1196342"/>
            <a:ext cx="23048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y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586190" y="1716796"/>
            <a:ext cx="419920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086606" y="1575335"/>
            <a:ext cx="26987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034105" y="1687350"/>
            <a:ext cx="2751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36111" y="1918108"/>
            <a:ext cx="27492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31564" y="1567969"/>
            <a:ext cx="245383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257320" y="1687350"/>
            <a:ext cx="2528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264013" y="1914730"/>
            <a:ext cx="2521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480535" y="1684682"/>
            <a:ext cx="23048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124417" y="2106602"/>
            <a:ext cx="366097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849167" y="2295362"/>
            <a:ext cx="29362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061587" y="2056309"/>
            <a:ext cx="272380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009085" y="2168324"/>
            <a:ext cx="277631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011092" y="2399082"/>
            <a:ext cx="277430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232301" y="2200328"/>
            <a:ext cx="255309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98749" y="2677144"/>
            <a:ext cx="378664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99368" y="2585977"/>
            <a:ext cx="228602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t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400105" y="2774749"/>
            <a:ext cx="2385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39673" y="3150564"/>
            <a:ext cx="1457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18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0786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reflects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proportion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37993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variance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architecture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itself.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38534" y="3150564"/>
            <a:ext cx="146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19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0786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look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reflects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proportion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37993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variance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architecture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itself.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5" y="1742793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Overall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believed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useful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5" y="1914865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back-propagation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implementations.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38534" y="3150564"/>
            <a:ext cx="146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19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302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issue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happens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50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7134" y="3150565"/>
            <a:ext cx="168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20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302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issue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happens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50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always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7134" y="3150565"/>
            <a:ext cx="168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20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302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issue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happens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50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always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07755" y="1301162"/>
            <a:ext cx="41776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108171" y="1159715"/>
            <a:ext cx="26772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55682" y="1271717"/>
            <a:ext cx="272971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057689" y="1502475"/>
            <a:ext cx="27277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53129" y="1152349"/>
            <a:ext cx="24322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78897" y="1271717"/>
            <a:ext cx="250649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285578" y="1499097"/>
            <a:ext cx="24998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02100" y="1269049"/>
            <a:ext cx="2283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617134" y="3150565"/>
            <a:ext cx="168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20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302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issue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happens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50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always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07755" y="1301162"/>
            <a:ext cx="41776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108171" y="1159715"/>
            <a:ext cx="26772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55682" y="1271717"/>
            <a:ext cx="272971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057689" y="1502475"/>
            <a:ext cx="27277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53129" y="1152349"/>
            <a:ext cx="24322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78897" y="1271717"/>
            <a:ext cx="250649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285578" y="1499097"/>
            <a:ext cx="24998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02100" y="1269049"/>
            <a:ext cx="2283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02538" y="1759353"/>
            <a:ext cx="538285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becomes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decreases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7134" y="3150565"/>
            <a:ext cx="168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20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302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issue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happens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50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always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07755" y="1301162"/>
            <a:ext cx="41776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108171" y="1159715"/>
            <a:ext cx="26772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55682" y="1271717"/>
            <a:ext cx="272971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057689" y="1502475"/>
            <a:ext cx="27277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53129" y="1152349"/>
            <a:ext cx="24322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78897" y="1271717"/>
            <a:ext cx="250649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285578" y="1499097"/>
            <a:ext cx="24998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02100" y="1269049"/>
            <a:ext cx="2283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02538" y="1759353"/>
            <a:ext cx="538285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becomes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decreases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5" y="2122204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cause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‘artificially’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larger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617134" y="3150563"/>
            <a:ext cx="168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20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Normalised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error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1302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issue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happens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850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always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07755" y="1301162"/>
            <a:ext cx="41776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108171" y="1159715"/>
            <a:ext cx="26772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m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55682" y="1271717"/>
            <a:ext cx="272971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057689" y="1502475"/>
            <a:ext cx="27277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k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53129" y="1152349"/>
            <a:ext cx="24322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q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78897" y="1271717"/>
            <a:ext cx="250649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285578" y="1499097"/>
            <a:ext cx="24998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02100" y="1269049"/>
            <a:ext cx="228329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02538" y="1759353"/>
            <a:ext cx="538285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b</a:t>
            </a:r>
            <a:r>
              <a:rPr sz="797" b="0">
                <a:solidFill>
                  <a:srgbClr val="000000"/>
                </a:solidFill>
                <a:latin typeface="Cambria Math"/>
              </a:rPr>
              <a:t>kj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µ</a:t>
            </a:r>
            <a:r>
              <a:rPr sz="797" b="0">
                <a:solidFill>
                  <a:srgbClr val="000000"/>
                </a:solidFill>
                <a:latin typeface="Cambria Math"/>
              </a:rPr>
              <a:t>j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becomes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decreases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5" y="2122204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cause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‘artificially’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larger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5" y="2485055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overcome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situation,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suggested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remove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whose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59995" y="2657127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7134" y="3150563"/>
            <a:ext cx="1682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20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U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40208" y="3150565"/>
            <a:ext cx="14518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21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96532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Mann-Whitney-Wilcoxon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rank-sum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5631" y="3150563"/>
            <a:ext cx="1597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22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96532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Mann-Whitney-Wilcoxon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rank-sum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22343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analyse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5631" y="3150563"/>
            <a:ext cx="1597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22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96532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Mann-Whitney-Wilcoxon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rank-sum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22343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analyse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148155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data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69714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testing.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7" y="3150915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5631" y="3150561"/>
            <a:ext cx="1597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22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96532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Mann-Whitney-Wilcoxon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rank-sum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22343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analyse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148155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data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69714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testing.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6" y="191174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7" y="3150915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5631" y="3150561"/>
            <a:ext cx="1597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22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1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96532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Mann-Whitney-Wilcoxon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Wilcoxon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rank-sum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22343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analyse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148155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data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69714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testing.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6" y="191174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60056" y="216985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4" y="3150915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25627" y="3150561"/>
            <a:ext cx="1597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22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841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steps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4640" y="3150565"/>
            <a:ext cx="1607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23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841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steps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20" y="1542284"/>
            <a:ext cx="5284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identify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4640" y="3150565"/>
            <a:ext cx="1607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23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841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steps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20" y="1542284"/>
            <a:ext cx="5284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identify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74714" y="1800399"/>
            <a:ext cx="531068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2.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4640" y="3150564"/>
            <a:ext cx="1607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23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4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1035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Calculation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83703" y="1573208"/>
            <a:ext cx="49016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83703" y="1936060"/>
            <a:ext cx="49016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6" y="3150917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5934" y="3150564"/>
            <a:ext cx="1594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24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5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9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42" y="3150917"/>
            <a:ext cx="88085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4111" y="3150564"/>
            <a:ext cx="16128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25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5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9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726336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minimisation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problem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optimum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(lower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941929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better)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42" y="3150916"/>
            <a:ext cx="88085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4111" y="3150562"/>
            <a:ext cx="16128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25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726336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minimisation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problem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optimum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(lower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941929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better)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0058" y="1156523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7096" y="137211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“baseline”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9" y="3150916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4108" y="3150562"/>
            <a:ext cx="16128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25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726336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minimisation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problem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optimum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(lower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941929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better)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0058" y="1156523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7096" y="137211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“baseline”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95" y="1630231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740078" y="1888117"/>
            <a:ext cx="404531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223464" y="1888117"/>
            <a:ext cx="35619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13223" y="1888117"/>
            <a:ext cx="307217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197439" y="1888117"/>
            <a:ext cx="25879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81379" y="1888117"/>
            <a:ext cx="210401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24105" y="3150562"/>
            <a:ext cx="16129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25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726336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minimisation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problem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optimum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(lower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941929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better)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0058" y="1156523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7096" y="137211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“baseline”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95" y="1630231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740078" y="1888117"/>
            <a:ext cx="404531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223464" y="1888117"/>
            <a:ext cx="35619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13223" y="1888117"/>
            <a:ext cx="307217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197439" y="1888117"/>
            <a:ext cx="25879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81379" y="1888117"/>
            <a:ext cx="210401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14646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4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987714" y="2404346"/>
            <a:ext cx="379768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447824" y="2404346"/>
            <a:ext cx="333757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940630" y="2404346"/>
            <a:ext cx="284476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432883" y="2404346"/>
            <a:ext cx="235251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904535" y="3150914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5624105" y="3150561"/>
            <a:ext cx="16129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25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726336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minimisation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problem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optimum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(lower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941929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better)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0058" y="1156523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evolutionary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7096" y="137211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“baseline”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95" y="1630231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740078" y="1888117"/>
            <a:ext cx="404531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223464" y="1888117"/>
            <a:ext cx="35619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13223" y="1888117"/>
            <a:ext cx="307217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197439" y="1888117"/>
            <a:ext cx="25879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81379" y="1888117"/>
            <a:ext cx="210401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14646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4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987714" y="2404346"/>
            <a:ext cx="379768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447824" y="2404346"/>
            <a:ext cx="333757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940630" y="2404346"/>
            <a:ext cx="284476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432883" y="2404346"/>
            <a:ext cx="235251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59993" y="266267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respectively.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386532" y="2870311"/>
            <a:ext cx="339886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MSAM10"/>
              </a:rPr>
              <a:t>∴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, 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4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5624105" y="3150562"/>
            <a:ext cx="16129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25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6441040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6840557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7245434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7651034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8054792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60799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8860505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259627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9663894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045998" y="-24500595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6441040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6840557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27245434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7651034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8054792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28460799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28860505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9259627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9663894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30045998" y="-24324726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6438513" y="-24503135"/>
            <a:ext cx="40458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6838030" y="-24503135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7242907" y="-24503135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7648495" y="-24503135"/>
            <a:ext cx="40882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8052266" y="-24503135"/>
            <a:ext cx="41106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28458259" y="-24503135"/>
            <a:ext cx="40477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28857978" y="-24503135"/>
            <a:ext cx="40417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29257088" y="-24503135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29661367" y="-24503135"/>
            <a:ext cx="3871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26438513" y="-24327265"/>
            <a:ext cx="40458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26838030" y="-24327265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27242907" y="-24327265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7648495" y="-24327265"/>
            <a:ext cx="40882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8052266" y="-24327265"/>
            <a:ext cx="41106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28458259" y="-24327265"/>
            <a:ext cx="40477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28857978" y="-24327265"/>
            <a:ext cx="40417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29257088" y="-24327265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29661367" y="-24327265"/>
            <a:ext cx="3871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26438513" y="-24151395"/>
            <a:ext cx="40458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26838030" y="-24151395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27242907" y="-24151395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7648495" y="-24151395"/>
            <a:ext cx="40882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8052266" y="-24151395"/>
            <a:ext cx="41106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28458259" y="-24151395"/>
            <a:ext cx="40477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28857978" y="-24151395"/>
            <a:ext cx="40417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29257088" y="-24151395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29661367" y="-24151395"/>
            <a:ext cx="3871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751236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89739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476609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850673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9220650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6806140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7751223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089727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8476596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8850660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220638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7748693" y="-23626774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8087200" y="-23626774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28474069" y="-23626774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28848121" y="-23626774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26803598" y="-23442534"/>
            <a:ext cx="950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7748693" y="-23442534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8087200" y="-23442534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28474069" y="-23442534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28848121" y="-23442534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26803598" y="-23266666"/>
            <a:ext cx="950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7748693" y="-2326666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8087200" y="-23266666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28474069" y="-2326666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28848121" y="-2326666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42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696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298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098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21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61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8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87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8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8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14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2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06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48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2" y="-23074349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2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87" y="-23074349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58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06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48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2" y="-22890109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2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87" y="-22890109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58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06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48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2" y="-22714241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2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87" y="-22714241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2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1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904514" y="3150929"/>
            <a:ext cx="8808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5623931" y="3150576"/>
            <a:ext cx="1614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751236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89739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476609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850673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9220650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6806140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7751223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089727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8476596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8850660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220638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7748693" y="-23626774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8087200" y="-23626774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28474069" y="-23626774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28848121" y="-23626774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26803598" y="-23442534"/>
            <a:ext cx="950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7748693" y="-23442534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8087200" y="-23442534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28474069" y="-23442534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28848121" y="-23442534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26803598" y="-23266666"/>
            <a:ext cx="950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7748693" y="-2326666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8087200" y="-23266666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28474069" y="-2326666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28848121" y="-2326666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42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696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298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098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21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61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8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87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8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8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14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2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06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48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2" y="-23074349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2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87" y="-23074349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58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06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48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2" y="-22890109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2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87" y="-22890109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58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06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48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2" y="-22714241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2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87" y="-22714241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2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1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4904514" y="3150929"/>
            <a:ext cx="8808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623931" y="3150576"/>
            <a:ext cx="1614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751236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89739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476609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850673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9220650" y="-2362422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6806140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7751223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089727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8476596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8850660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220638" y="-23439995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7748693" y="-23626774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8087200" y="-23626774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28474069" y="-23626774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28848121" y="-23626774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26803598" y="-23442534"/>
            <a:ext cx="950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7748693" y="-23442534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8087200" y="-23442534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28474069" y="-23442534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28848121" y="-23442534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26803598" y="-23266666"/>
            <a:ext cx="950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7748693" y="-2326666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8087200" y="-23266666"/>
            <a:ext cx="39192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28474069" y="-2326666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28848121" y="-2326666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42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696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298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098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21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61" y="-23071822"/>
            <a:ext cx="0" cy="18423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8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87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8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8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14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2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06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48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2" y="-23074349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2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87" y="-23074349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58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06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48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2" y="-22890109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2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87" y="-22890109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58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06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48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2" y="-22714241"/>
            <a:ext cx="39086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2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87" y="-22714241"/>
            <a:ext cx="3876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2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1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904514" y="3150929"/>
            <a:ext cx="8808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623931" y="3150576"/>
            <a:ext cx="1614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51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706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308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107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3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7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9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9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2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8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12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54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8" y="-2307434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8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94" y="-2307434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64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12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54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8" y="-2289010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8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94" y="-2289010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64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12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54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8" y="-22714241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8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94" y="-22714241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16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8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904520" y="3150929"/>
            <a:ext cx="8808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5623937" y="3150576"/>
            <a:ext cx="1614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51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706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308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107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3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7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9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9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2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8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12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54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8" y="-2307434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8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94" y="-2307434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64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12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54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8" y="-2289010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8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94" y="-2289010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64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12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54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8" y="-22714241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8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94" y="-22714241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16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8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904520" y="3150929"/>
            <a:ext cx="8808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23937" y="3150576"/>
            <a:ext cx="1614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51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706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308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107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3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7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9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9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2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8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12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54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8" y="-2307434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8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94" y="-2307434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64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12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54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8" y="-2289010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8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94" y="-2289010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64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12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54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8" y="-22714241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8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94" y="-22714241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16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8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4904520" y="3150929"/>
            <a:ext cx="8808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5623937" y="3150576"/>
            <a:ext cx="1614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51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706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308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107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3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7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9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9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2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8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12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54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8" y="-2307434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8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94" y="-2307434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64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12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54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8" y="-2289010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8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94" y="-2289010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64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12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54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8" y="-22714241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8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94" y="-22714241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16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8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4904520" y="3150929"/>
            <a:ext cx="8808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5623937" y="3150576"/>
            <a:ext cx="1614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51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706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308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107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3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7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9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9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2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8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12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54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8" y="-2307434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8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94" y="-2307434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64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12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54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8" y="-2289010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8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94" y="-2289010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64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12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54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8" y="-22714241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8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94" y="-22714241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16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8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4904520" y="3150929"/>
            <a:ext cx="8808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623937" y="3150576"/>
            <a:ext cx="1614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525451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875706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274308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660107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904183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424470" y="-23071818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659209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525439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875693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2742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660095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9041821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9424458" y="-22887582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7522912" y="-2307434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7873154" y="-2307434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271768" y="-2307434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28657568" y="-2307434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29039294" y="-2307434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26589564" y="-22890109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7522912" y="-22890109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7873154" y="-22890109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271768" y="-22890109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28657568" y="-22890109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29039294" y="-22890109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26589564" y="-22714241"/>
            <a:ext cx="93841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7522912" y="-2271424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7873154" y="-22714241"/>
            <a:ext cx="4036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271768" y="-22714241"/>
            <a:ext cx="3908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28657568" y="-2271424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9039294" y="-22714241"/>
            <a:ext cx="38769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16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79988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04520" y="3150929"/>
            <a:ext cx="8808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5623937" y="3150576"/>
            <a:ext cx="1614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2268926" y="2541220"/>
            <a:ext cx="35164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2268926" y="2541220"/>
            <a:ext cx="35164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649011" y="2541220"/>
            <a:ext cx="31363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2268926" y="2541220"/>
            <a:ext cx="35164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649011" y="2541220"/>
            <a:ext cx="31363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040566" y="2541220"/>
            <a:ext cx="27448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2268926" y="2541220"/>
            <a:ext cx="35164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649011" y="2541220"/>
            <a:ext cx="31363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040566" y="2541220"/>
            <a:ext cx="27448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424322" y="2541220"/>
            <a:ext cx="236107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2268926" y="2541220"/>
            <a:ext cx="35164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649011" y="2541220"/>
            <a:ext cx="31363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040566" y="2541220"/>
            <a:ext cx="27448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424322" y="2541220"/>
            <a:ext cx="236107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3806504" y="2541220"/>
            <a:ext cx="197889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2268926" y="2541220"/>
            <a:ext cx="35164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649011" y="2541220"/>
            <a:ext cx="31363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040566" y="2541220"/>
            <a:ext cx="27448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424322" y="2541220"/>
            <a:ext cx="236107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3806504" y="2541220"/>
            <a:ext cx="197889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02591" y="2541220"/>
            <a:ext cx="16828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2268926" y="2541220"/>
            <a:ext cx="35164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649011" y="2541220"/>
            <a:ext cx="31363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040566" y="2541220"/>
            <a:ext cx="27448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424322" y="2541220"/>
            <a:ext cx="236107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3806504" y="2541220"/>
            <a:ext cx="197889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02591" y="2541220"/>
            <a:ext cx="16828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489809" y="2746630"/>
            <a:ext cx="529558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3.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smaller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9.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40713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4023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45105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5070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54464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6047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60177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59300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63566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45671" y="89973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40713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4023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45105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5070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54464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6047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60177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59300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63566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45671" y="1075601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38186" y="89719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37702" y="89719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42579" y="89719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48165" y="89719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51936" y="89719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7930" y="89719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57650" y="89719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56760" y="89719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61039" y="89719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38186" y="107306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37702" y="107306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42579" y="107306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48165" y="107306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51936" y="107306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57930" y="107306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57650" y="107306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56760" y="107306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61039" y="107306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38186" y="1248931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37702" y="1248931"/>
            <a:ext cx="4099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42579" y="1248931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48165" y="1248931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51936" y="1248931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57930" y="1248931"/>
            <a:ext cx="40477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57650" y="1248931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56760" y="1248931"/>
            <a:ext cx="40933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61039" y="1248931"/>
            <a:ext cx="3871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50907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689413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3076280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3450346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3820322" y="1776096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1405821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5090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68941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3076278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3450344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820320" y="1960336"/>
            <a:ext cx="0" cy="17586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348377" y="1773557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686883" y="1773557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073750" y="1773557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447803" y="1773557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>
            <a:off x="1403281" y="1957796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>
            <a:off x="2348377" y="1957796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>
            <a:off x="2686883" y="1957796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>
            <a:off x="3073750" y="1957796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>
            <a:off x="3447803" y="1957796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>
            <a:off x="1403281" y="2133665"/>
            <a:ext cx="950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>
            <a:off x="2348377" y="2133665"/>
            <a:ext cx="34357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>
            <a:off x="2686883" y="2133665"/>
            <a:ext cx="39192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>
            <a:off x="3073750" y="2133665"/>
            <a:ext cx="37912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>
            <a:off x="3447803" y="2133665"/>
            <a:ext cx="37504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12512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475377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739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59779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641503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4024141" y="2328509"/>
            <a:ext cx="0" cy="18423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1191776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12512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475378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73980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3259781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3641505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4024143" y="251274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>
            <a:off x="2122597" y="2325982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>
            <a:off x="2472838" y="2325982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>
            <a:off x="2871453" y="2325982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>
            <a:off x="3257253" y="2325982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>
            <a:off x="3638977" y="2325982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>
            <a:off x="1189249" y="2510221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>
            <a:off x="2122597" y="2510221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>
            <a:off x="2472838" y="2510221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>
            <a:off x="2871453" y="2510221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>
            <a:off x="3257253" y="2510221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>
            <a:off x="3638977" y="2510221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>
            <a:off x="1189249" y="2686090"/>
            <a:ext cx="93841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>
            <a:off x="2122597" y="2686090"/>
            <a:ext cx="35530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>
            <a:off x="2472838" y="2686090"/>
            <a:ext cx="40367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>
            <a:off x="2871453" y="2686090"/>
            <a:ext cx="39086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>
            <a:off x="3257253" y="2686090"/>
            <a:ext cx="38679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638977" y="2686090"/>
            <a:ext cx="38769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-3" y="3146746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2880000" y="3146746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40" name="Picture 13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41" name="Picture 14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59993" y="5117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arrange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59993" y="6838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left.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119161" y="928191"/>
            <a:ext cx="46662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518677" y="928191"/>
            <a:ext cx="42667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23558" y="928191"/>
            <a:ext cx="3861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329148" y="928191"/>
            <a:ext cx="345624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32915" y="928191"/>
            <a:ext cx="30524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138910" y="928191"/>
            <a:ext cx="26464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538628" y="928191"/>
            <a:ext cx="22467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937741" y="928191"/>
            <a:ext cx="184765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342015" y="928191"/>
            <a:ext cx="144338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4746" y="1104061"/>
            <a:ext cx="45806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612765" y="1104061"/>
            <a:ext cx="41726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8051" y="1104061"/>
            <a:ext cx="37673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416859" y="1104061"/>
            <a:ext cx="33685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827611" y="1104061"/>
            <a:ext cx="29577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24597" y="1104061"/>
            <a:ext cx="256079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624012" y="1104061"/>
            <a:ext cx="21613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4025654" y="1104061"/>
            <a:ext cx="175974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4424766" y="1104061"/>
            <a:ext cx="13606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359991" y="134801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1: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quick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direct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13153" y="1641792"/>
            <a:ext cx="527224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429355" y="1777213"/>
            <a:ext cx="33560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767861" y="1777213"/>
            <a:ext cx="30175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154728" y="1777213"/>
            <a:ext cx="263066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528781" y="1777213"/>
            <a:ext cx="22566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484259" y="1988795"/>
            <a:ext cx="430113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504220" y="1988795"/>
            <a:ext cx="32811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66908" y="1988795"/>
            <a:ext cx="29184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237645" y="1988795"/>
            <a:ext cx="25477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608661" y="1988795"/>
            <a:ext cx="21767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98768" y="1988795"/>
            <a:ext cx="188662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91294" y="2194205"/>
            <a:ext cx="52941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count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are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entries.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203571" y="2329625"/>
            <a:ext cx="35818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  <a:r>
              <a:rPr sz="597" b="0">
                <a:solidFill>
                  <a:srgbClr val="000000"/>
                </a:solidFill>
                <a:latin typeface="Josefin Sans"/>
              </a:rPr>
              <a:t>st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553818" y="2329625"/>
            <a:ext cx="3231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  <a:r>
              <a:rPr sz="597" b="0">
                <a:solidFill>
                  <a:srgbClr val="000000"/>
                </a:solidFill>
                <a:latin typeface="Josefin Sans"/>
              </a:rPr>
              <a:t>nd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952421" y="2329625"/>
            <a:ext cx="2832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  <a:r>
              <a:rPr sz="597" b="0">
                <a:solidFill>
                  <a:srgbClr val="000000"/>
                </a:solidFill>
                <a:latin typeface="Josefin Sans"/>
              </a:rPr>
              <a:t>rd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338221" y="2329625"/>
            <a:ext cx="24471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3719945" y="2329625"/>
            <a:ext cx="206545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  <a:r>
              <a:rPr sz="597" b="0">
                <a:solidFill>
                  <a:srgbClr val="000000"/>
                </a:solidFill>
                <a:latin typeface="Josefin Sans"/>
              </a:rPr>
              <a:t>th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1270223" y="2541220"/>
            <a:ext cx="4515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#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of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than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2268926" y="2541220"/>
            <a:ext cx="35164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649011" y="2541220"/>
            <a:ext cx="31363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040566" y="2541220"/>
            <a:ext cx="27448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424322" y="2541220"/>
            <a:ext cx="236107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3806504" y="2541220"/>
            <a:ext cx="197889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02591" y="2541220"/>
            <a:ext cx="16828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=</a:t>
            </a:r>
            <a:r>
              <a:rPr sz="797" b="0">
                <a:solidFill>
                  <a:srgbClr val="000000"/>
                </a:solidFill>
                <a:latin typeface="Josefin Sans"/>
              </a:rPr>
              <a:t> </a:t>
            </a: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489809" y="2746630"/>
            <a:ext cx="529558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3.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smaller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9.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29662" y="2934629"/>
            <a:ext cx="5255733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*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Note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two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add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up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4904532" y="3150934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5623949" y="3150580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26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53101968" y="-48838628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54368346" y="-48838628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53075073" y="-48094344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54341452" y="-48094344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-17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7998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904518" y="3150919"/>
            <a:ext cx="8808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627961" y="3150565"/>
            <a:ext cx="15743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53101968" y="-48838628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54368346" y="-48838628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53075073" y="-48094344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54341452" y="-48094344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-17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7998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904518" y="3150919"/>
            <a:ext cx="8808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5627961" y="3150565"/>
            <a:ext cx="15743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53101968" y="-48838628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54368346" y="-48838628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53075073" y="-48094344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54341452" y="-48094344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-17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7998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04518" y="3150919"/>
            <a:ext cx="8808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5627961" y="3150565"/>
            <a:ext cx="15743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7701633" y="-23438302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28968011" y="-23438302"/>
            <a:ext cx="376414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53075073" y="-48094344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54341452" y="-48094344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-17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7998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04518" y="3150919"/>
            <a:ext cx="8808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627961" y="3150565"/>
            <a:ext cx="15743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7701639" y="-23438302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28968017" y="-23438302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53075079" y="-48094344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54341458" y="-48094344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-11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7999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641612" y="1675158"/>
            <a:ext cx="4143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1 + 4 + 6 + 7 + 8 = 26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904525" y="3150919"/>
            <a:ext cx="88087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27968" y="3150565"/>
            <a:ext cx="15742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301315" y="1962023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28968020" y="-23438304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53075079" y="-48094344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54341458" y="-48094344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-11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7999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641612" y="1675158"/>
            <a:ext cx="4143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1 + 4 + 6 + 7 + 8 = 26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649857" y="1837742"/>
            <a:ext cx="413553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526829" y="1984046"/>
            <a:ext cx="32585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845205" y="1906915"/>
            <a:ext cx="29401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904525" y="3150919"/>
            <a:ext cx="88087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5627968" y="3150565"/>
            <a:ext cx="15742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301315" y="1962023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3567695" y="1962023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53075079" y="-48094344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54341458" y="-48094344"/>
            <a:ext cx="376417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-11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7999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641612" y="1675158"/>
            <a:ext cx="4143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1 + 4 + 6 + 7 + 8 = 26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649857" y="1837742"/>
            <a:ext cx="413553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526829" y="1984046"/>
            <a:ext cx="32585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845205" y="1837742"/>
            <a:ext cx="29401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5(4)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5(5 + 1)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29023" y="1984046"/>
            <a:ext cx="20563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983201" y="1906915"/>
            <a:ext cx="18021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26 = 9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904525" y="3150919"/>
            <a:ext cx="88087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5627968" y="3150565"/>
            <a:ext cx="15742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301315" y="1962023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3567695" y="1962023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7674757" y="-22694017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28941138" y="-22694017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641612" y="1675158"/>
            <a:ext cx="4143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1 + 4 + 6 + 7 + 8 = 26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649857" y="1837742"/>
            <a:ext cx="413553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526829" y="1984046"/>
            <a:ext cx="32585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845205" y="1837742"/>
            <a:ext cx="29401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5(4)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5(5 + 1)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29023" y="1984046"/>
            <a:ext cx="20563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983201" y="1906915"/>
            <a:ext cx="18021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26 = 9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89812" y="2197073"/>
            <a:ext cx="5295583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3.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5627980" y="3150565"/>
            <a:ext cx="1574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301315" y="1962023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3567695" y="1962023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7674757" y="-22694017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28941138" y="-22694017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641612" y="1675158"/>
            <a:ext cx="4143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1 + 4 + 6 + 7 + 8 = 26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649857" y="1837742"/>
            <a:ext cx="413553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526829" y="1984046"/>
            <a:ext cx="32585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845205" y="1837742"/>
            <a:ext cx="29401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5(4)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5(5 + 1)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29023" y="1984046"/>
            <a:ext cx="20563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983201" y="1906915"/>
            <a:ext cx="18021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26 = 9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89812" y="2197073"/>
            <a:ext cx="5295583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3.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614727" y="2419427"/>
            <a:ext cx="41706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2 + 3 + 5 + 9 = 19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5627980" y="3150565"/>
            <a:ext cx="1574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301315" y="1962023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3567695" y="1962023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274429" y="2706307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28941138" y="-22694019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641612" y="1675158"/>
            <a:ext cx="4143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1 + 4 + 6 + 7 + 8 = 26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649857" y="1837742"/>
            <a:ext cx="413553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526829" y="1984046"/>
            <a:ext cx="32585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845205" y="1837742"/>
            <a:ext cx="29401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5(4)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5(5 + 1)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29023" y="1984046"/>
            <a:ext cx="20563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983201" y="1906915"/>
            <a:ext cx="18021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26 = 9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89812" y="2197073"/>
            <a:ext cx="5295583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3.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614727" y="2419427"/>
            <a:ext cx="41706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2 + 3 + 5 + 9 = 19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622972" y="2582013"/>
            <a:ext cx="416242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499943" y="2728330"/>
            <a:ext cx="328545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18320" y="2651186"/>
            <a:ext cx="29670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627980" y="3150563"/>
            <a:ext cx="1574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301315" y="1962023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3567695" y="1962023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274429" y="2706307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3540810" y="2706307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641612" y="1675158"/>
            <a:ext cx="4143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1 + 4 + 6 + 7 + 8 = 26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649857" y="1837742"/>
            <a:ext cx="413553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526829" y="1984046"/>
            <a:ext cx="32585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845205" y="1837742"/>
            <a:ext cx="29401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5(4)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5(5 + 1)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29023" y="1984046"/>
            <a:ext cx="20563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983201" y="1906915"/>
            <a:ext cx="18021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26 = 9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89812" y="2197073"/>
            <a:ext cx="5295583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3.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614727" y="2419427"/>
            <a:ext cx="41706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2 + 3 + 5 + 9 = 19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622972" y="2582013"/>
            <a:ext cx="416242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499943" y="2728330"/>
            <a:ext cx="328545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18320" y="2582013"/>
            <a:ext cx="29670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5(4)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4(4 + 1)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02138" y="2728330"/>
            <a:ext cx="208325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956316" y="2651186"/>
            <a:ext cx="182907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19 = 11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5627980" y="3150563"/>
            <a:ext cx="1574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061986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1461502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1866378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271965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75737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8173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48145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880560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4284839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666944" y="52059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1061986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1461502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1866378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271965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675737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 flipV="1">
            <a:off x="308173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 flipV="1">
            <a:off x="348145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3880560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4284839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4666944" y="696468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1059445" y="51805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458962" y="51805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1863851" y="51805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69438" y="51805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673209" y="51805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79203" y="51805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478922" y="51805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878033" y="51805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4282312" y="51805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1059445" y="693928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1458962" y="693928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>
            <a:off x="1863851" y="693928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>
            <a:off x="2269438" y="693928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>
            <a:off x="2673209" y="693928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>
            <a:off x="3079203" y="693928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>
            <a:off x="3478922" y="693928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3878033" y="693928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4282312" y="693928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1059445" y="869797"/>
            <a:ext cx="40458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1458962" y="869797"/>
            <a:ext cx="40994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1863851" y="869797"/>
            <a:ext cx="41065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2269438" y="869797"/>
            <a:ext cx="40882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673209" y="869797"/>
            <a:ext cx="41106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3079203" y="869797"/>
            <a:ext cx="40477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3478922" y="869797"/>
            <a:ext cx="40417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3878033" y="869797"/>
            <a:ext cx="40933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4282312" y="869797"/>
            <a:ext cx="38717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301315" y="1962023"/>
            <a:ext cx="504812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3567695" y="1962023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274429" y="2706307"/>
            <a:ext cx="504813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3540810" y="2706307"/>
            <a:ext cx="376415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89" name="Picture 8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90" name="Picture 8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40421" y="549058"/>
            <a:ext cx="464497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0.047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539937" y="549058"/>
            <a:ext cx="42454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0.049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944818" y="549058"/>
            <a:ext cx="38405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0.055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350408" y="549058"/>
            <a:ext cx="343498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754175" y="549058"/>
            <a:ext cx="30312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0.069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160169" y="549058"/>
            <a:ext cx="26252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0.073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559888" y="549058"/>
            <a:ext cx="222550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0.079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59000" y="549058"/>
            <a:ext cx="18263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0.085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363274" y="549058"/>
            <a:ext cx="14221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0.102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226006" y="724928"/>
            <a:ext cx="45593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634126" y="724928"/>
            <a:ext cx="4151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39311" y="724928"/>
            <a:ext cx="374608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38119" y="724928"/>
            <a:ext cx="33472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2848871" y="724928"/>
            <a:ext cx="29365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245856" y="724928"/>
            <a:ext cx="25395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645272" y="724928"/>
            <a:ext cx="214012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046914" y="724928"/>
            <a:ext cx="173848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46025" y="724928"/>
            <a:ext cx="133937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9993" y="9688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Method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2: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formula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513155" y="1263726"/>
            <a:ext cx="52722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1.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label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going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91298" y="1452803"/>
            <a:ext cx="529409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2.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641612" y="1675158"/>
            <a:ext cx="4143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1 + 4 + 6 + 7 + 8 = 26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649857" y="1837742"/>
            <a:ext cx="413553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526829" y="1984046"/>
            <a:ext cx="32585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845205" y="1837742"/>
            <a:ext cx="29401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5(4)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5(5 + 1)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29023" y="1984046"/>
            <a:ext cx="20563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983201" y="1906915"/>
            <a:ext cx="18021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26 = 9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89812" y="2197073"/>
            <a:ext cx="5295583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3.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sum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ranks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B’s,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614727" y="2419427"/>
            <a:ext cx="41706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2 + 3 + 5 + 9 = 19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622972" y="2582013"/>
            <a:ext cx="416242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+ 1)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499943" y="2728330"/>
            <a:ext cx="328545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18320" y="2582013"/>
            <a:ext cx="29670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R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 5(4) +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4(4 + 1)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02138" y="2728330"/>
            <a:ext cx="208325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956316" y="2651186"/>
            <a:ext cx="182907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19 = 11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90041" y="2941356"/>
            <a:ext cx="5295354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Josefin Sans"/>
              </a:rPr>
              <a:t>4.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smaller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U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9.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627977" y="3150563"/>
            <a:ext cx="1574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27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841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mentioned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steps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5095" y="3150565"/>
            <a:ext cx="16030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28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841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mentioned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steps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17" y="1542284"/>
            <a:ext cx="528407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identify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5095" y="3150565"/>
            <a:ext cx="16030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28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841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mentioned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steps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17" y="1542284"/>
            <a:ext cx="528407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identify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74711" y="1800399"/>
            <a:ext cx="531068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2.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5095" y="3150564"/>
            <a:ext cx="16030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28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210112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405108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7638204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7833187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8066283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261279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8494363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8689358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8922454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9117438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350534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7207585" y="-23857100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402581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7635665" y="-23857100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7830660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8063756" y="-23857100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258740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8491836" y="-23857100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8686831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919915" y="-23857100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114911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207585" y="-23629351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7402581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7635665" y="-23629351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7830660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28063756" y="-23629351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28258740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28491836" y="-23629351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28686831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28919915" y="-23629351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29114911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7210115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7405111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7600107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7795091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7990086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8185082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8418166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8651262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8884357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9117438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9350534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7207588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27402584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27597568" y="-2269178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27792564" y="-2269178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27987556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8182540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28415636" y="-22691788"/>
            <a:ext cx="238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8648731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28881815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>
            <a:off x="29114911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>
            <a:off x="27207588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>
            <a:off x="27402584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>
            <a:off x="27597568" y="-2246403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>
            <a:off x="27792564" y="-2246403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>
            <a:off x="27987556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>
            <a:off x="28182540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8415636" y="-22464038"/>
            <a:ext cx="238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8648731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28881815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29114911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-2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2880002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00" name="Picture 9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01" name="Picture 10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9993" y="6166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904534" y="3150915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5623951" y="3150562"/>
            <a:ext cx="1614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29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210112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405108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7638204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7833187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8066283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261279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8494363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8689358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8922454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9117438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350534" y="-2385457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7207585" y="-23857100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402581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7635665" y="-23857100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7830660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8063756" y="-23857100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258740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8491836" y="-23857100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8686831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919915" y="-23857100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114911" y="-23857100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207585" y="-23629351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7402581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7635665" y="-23629351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7830660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28063756" y="-23629351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28258740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28491836" y="-23629351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28686831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28919915" y="-23629351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29114911" y="-23629351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7210115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7405111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7600107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7795091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7990086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8185082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8418166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8651262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8884357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9117438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9350534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7207588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27402584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27597568" y="-2269178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27792564" y="-2269178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27987556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8182540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28415636" y="-22691788"/>
            <a:ext cx="238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8648731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28881815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>
            <a:off x="29114911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>
            <a:off x="27207588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>
            <a:off x="27402584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>
            <a:off x="27597568" y="-2246403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>
            <a:off x="27792564" y="-2246403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>
            <a:off x="27987556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>
            <a:off x="28182540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8415636" y="-22464038"/>
            <a:ext cx="238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8648731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28881815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29114911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-2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2880002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00" name="Picture 9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01" name="Picture 10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9993" y="6166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59993" y="8747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 the medians of the two samples are equal, the two samples will be evenly distributed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59993" y="10468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across the rank of fitness.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 be similar and at a maximum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904534" y="3150915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5623951" y="3150562"/>
            <a:ext cx="1614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29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80978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004781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237877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432860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6595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60952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094035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289031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352212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717109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950205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1807258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002254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235337" y="1543226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430333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663428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58412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091507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3286503" y="154322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519586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714582" y="154322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807258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002254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35337" y="1770976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430333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2663428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2858412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091507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3286503" y="177097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3519586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3714582" y="177097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7210115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7405111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7600107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7795091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7990086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8185082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8418166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8651262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8884357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9117438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9350534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7207588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27402584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27597568" y="-2269178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27792564" y="-2269178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27987556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8182540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28415636" y="-22691788"/>
            <a:ext cx="238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8648731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28881815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>
            <a:off x="29114911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>
            <a:off x="27207588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>
            <a:off x="27402584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>
            <a:off x="27597568" y="-2246403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>
            <a:off x="27792564" y="-2246403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>
            <a:off x="27987556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>
            <a:off x="28182540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8415636" y="-22464038"/>
            <a:ext cx="238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8648731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28881815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29114911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-2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2880002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00" name="Picture 9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01" name="Picture 10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9993" y="6166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59993" y="8747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 the medians of the two samples are equal, the two samples will be evenly distributed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59993" y="10468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across the rank of fitness.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 be similar and at a maximum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9991" y="1304920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888233" y="1580675"/>
            <a:ext cx="389716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83167" y="1580675"/>
            <a:ext cx="37022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316339" y="1580675"/>
            <a:ext cx="34690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2511273" y="1580675"/>
            <a:ext cx="32741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744445" y="1580675"/>
            <a:ext cx="304095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939379" y="1580675"/>
            <a:ext cx="284601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172551" y="1580675"/>
            <a:ext cx="261284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367484" y="1580675"/>
            <a:ext cx="241791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600518" y="1580675"/>
            <a:ext cx="218487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3795590" y="1580675"/>
            <a:ext cx="19898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904534" y="3150915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5623951" y="3150562"/>
            <a:ext cx="1614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29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80978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004781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237877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432860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6595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60952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094035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289031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352212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717109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950205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1807258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002254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235337" y="1543226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430333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663428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58412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091507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3286503" y="154322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519586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714582" y="154322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807258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002254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35337" y="1770976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430333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2663428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2858412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091507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3286503" y="177097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3519586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3714582" y="177097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7210115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7405111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7600107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7795091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7990086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8185082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8418166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8651262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8884357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9117438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9350534" y="-2268926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27207588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27402584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27597568" y="-2269178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27792564" y="-2269178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27987556" y="-226917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8182540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28415636" y="-22691788"/>
            <a:ext cx="238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28648731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28881815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>
            <a:off x="29114911" y="-226917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>
            <a:off x="27207588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>
            <a:off x="27402584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>
            <a:off x="27597568" y="-2246403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>
            <a:off x="27792564" y="-22464038"/>
            <a:ext cx="2000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>
            <a:off x="27987556" y="-2246403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>
            <a:off x="28182540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28415636" y="-22464038"/>
            <a:ext cx="23814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28648731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28881815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29114911" y="-2246403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-2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2880002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00" name="Picture 9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01" name="Picture 10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9993" y="6166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59993" y="8747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 the medians of the two samples are equal, the two samples will be evenly distributed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59993" y="10468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across the rank of fitness.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 be similar and at a maximum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9991" y="1304920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888233" y="1580675"/>
            <a:ext cx="389716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83167" y="1580675"/>
            <a:ext cx="37022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316339" y="1580675"/>
            <a:ext cx="34690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2511273" y="1580675"/>
            <a:ext cx="32741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744445" y="1580675"/>
            <a:ext cx="304095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939379" y="1580675"/>
            <a:ext cx="284601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172551" y="1580675"/>
            <a:ext cx="261284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367484" y="1580675"/>
            <a:ext cx="241791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600518" y="1580675"/>
            <a:ext cx="218487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3795590" y="1580675"/>
            <a:ext cx="19898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9991" y="186797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separated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9991" y="2040046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clearly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very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(the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59991" y="221211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smaller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4904534" y="3150915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5623951" y="3150562"/>
            <a:ext cx="1614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29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180978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004781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237877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432860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66595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60952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094035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289031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3522126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717109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950205" y="154575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1807258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002254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235337" y="1543226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430333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663428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58412" y="154322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091507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3286503" y="154322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519586" y="154322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714582" y="154322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1807258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002254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235337" y="1770976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430333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2663428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2858412" y="1770976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>
            <a:off x="3091507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>
            <a:off x="3286503" y="177097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>
            <a:off x="3519586" y="1770976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>
            <a:off x="3714582" y="1770976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1809787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004783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199778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394761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589757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784753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3017836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3250932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3484028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3717111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3950207" y="271106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1807260" y="2708539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2002256" y="2708539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2197239" y="2708539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2392234" y="2708539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>
            <a:off x="2587230" y="2708539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>
            <a:off x="2782213" y="2708539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>
            <a:off x="3015309" y="2708539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>
            <a:off x="3248405" y="2708539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>
            <a:off x="3481488" y="2708539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>
            <a:off x="3714584" y="2708539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>
            <a:off x="1807260" y="29362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>
            <a:off x="2002256" y="29362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>
            <a:off x="2197239" y="29362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>
            <a:off x="2392234" y="2936288"/>
            <a:ext cx="2000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>
            <a:off x="2587230" y="2936288"/>
            <a:ext cx="2000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>
            <a:off x="2782213" y="2936288"/>
            <a:ext cx="23815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>
            <a:off x="3015309" y="29362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>
            <a:off x="3248405" y="29362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>
            <a:off x="3481488" y="29362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>
            <a:off x="3714584" y="2936288"/>
            <a:ext cx="23815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-2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2880002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00" name="Picture 9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01" name="Picture 10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9993" y="6166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59993" y="8747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 the medians of the two samples are equal, the two samples will be evenly distributed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59993" y="104680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across the rank of fitness.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 be similar and at a maximum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9991" y="1304920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888233" y="1580675"/>
            <a:ext cx="389716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83167" y="1580675"/>
            <a:ext cx="37022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316339" y="1580675"/>
            <a:ext cx="34690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2511273" y="1580675"/>
            <a:ext cx="32741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744445" y="1580675"/>
            <a:ext cx="304095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939379" y="1580675"/>
            <a:ext cx="284601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172551" y="1580675"/>
            <a:ext cx="261284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367484" y="1580675"/>
            <a:ext cx="241791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600518" y="1580675"/>
            <a:ext cx="218487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3795590" y="1580675"/>
            <a:ext cx="19898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9991" y="186797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separated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9991" y="2040046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clearly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rank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very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(the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59991" y="221211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smaller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59993" y="24702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888235" y="2745988"/>
            <a:ext cx="38971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083168" y="2745988"/>
            <a:ext cx="370222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278241" y="2745988"/>
            <a:ext cx="350715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2473174" y="2745988"/>
            <a:ext cx="331222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668246" y="2745988"/>
            <a:ext cx="311714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2863180" y="2745988"/>
            <a:ext cx="292221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096352" y="2745988"/>
            <a:ext cx="268904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329386" y="2745988"/>
            <a:ext cx="245600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562419" y="2745988"/>
            <a:ext cx="222297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795591" y="2745988"/>
            <a:ext cx="19898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904534" y="3150915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5623951" y="3150562"/>
            <a:ext cx="1614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29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72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Thus,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79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4" y="3150920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6140" y="3150567"/>
            <a:ext cx="1692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30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72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Thus,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79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597645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question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‘small’?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4" y="3150920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16140" y="3150567"/>
            <a:ext cx="1692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30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5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5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6272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Thus,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3479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597645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question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‘small’?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1" y="1960497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below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1" y="2132582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4" y="3150920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6140" y="3150567"/>
            <a:ext cx="1692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30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153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39218" y="3150562"/>
            <a:ext cx="1461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31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153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20" y="1473449"/>
            <a:ext cx="5284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identify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39218" y="3150562"/>
            <a:ext cx="1461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31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153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20" y="1473449"/>
            <a:ext cx="5284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identify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74714" y="1731564"/>
            <a:ext cx="531068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2.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else,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6" y="190363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39218" y="3150564"/>
            <a:ext cx="1461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31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751141" y="1053325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751141" y="1224140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751141" y="139999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751141" y="1570812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751141" y="174162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751141" y="1912429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751141" y="2083244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751141" y="225404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751141" y="2424861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751141" y="2595664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478802" y="1397482"/>
            <a:ext cx="27486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748614" y="1397482"/>
            <a:ext cx="21954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968159" y="1397482"/>
            <a:ext cx="21449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182649" y="1397482"/>
            <a:ext cx="2155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398244" y="1397482"/>
            <a:ext cx="24636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1644611" y="1397482"/>
            <a:ext cx="23705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1881670" y="1397482"/>
            <a:ext cx="2658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147481" y="1397482"/>
            <a:ext cx="2540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01544" y="1397482"/>
            <a:ext cx="2658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0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2880005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7" name="Picture 56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8" name="Picture 57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59993" y="731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59993" y="90358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table: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651520" y="1083667"/>
            <a:ext cx="41338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554723" y="1254469"/>
            <a:ext cx="52306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834402" y="1253071"/>
            <a:ext cx="495099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048078" y="1253071"/>
            <a:ext cx="47373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263981" y="1253071"/>
            <a:ext cx="45214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493650" y="1253071"/>
            <a:ext cx="429174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738198" y="1253071"/>
            <a:ext cx="404719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88010" y="1253071"/>
            <a:ext cx="37973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247235" y="1253071"/>
            <a:ext cx="35381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86013" y="1253071"/>
            <a:ext cx="3299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87184" y="1428954"/>
            <a:ext cx="519821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29589" y="1428482"/>
            <a:ext cx="49558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044075" y="1428482"/>
            <a:ext cx="47413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274452" y="1428482"/>
            <a:ext cx="45109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495720" y="1428482"/>
            <a:ext cx="42896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737434" y="1428482"/>
            <a:ext cx="404796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88258" y="1428482"/>
            <a:ext cx="37971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248292" y="1428482"/>
            <a:ext cx="353710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508226" y="1428482"/>
            <a:ext cx="32771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86435" y="1599756"/>
            <a:ext cx="51989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29589" y="1599284"/>
            <a:ext cx="49558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59460" y="1599284"/>
            <a:ext cx="472593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264735" y="1599284"/>
            <a:ext cx="45206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495112" y="1599284"/>
            <a:ext cx="42902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736927" y="1599284"/>
            <a:ext cx="40484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87852" y="1599284"/>
            <a:ext cx="37975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247685" y="1599284"/>
            <a:ext cx="35377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510352" y="1599284"/>
            <a:ext cx="32750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87286" y="1770571"/>
            <a:ext cx="51981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44969" y="1770099"/>
            <a:ext cx="49404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049737" y="1770099"/>
            <a:ext cx="473565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264223" y="1770099"/>
            <a:ext cx="45211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494803" y="1770099"/>
            <a:ext cx="429059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1736416" y="1770099"/>
            <a:ext cx="404897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988555" y="1770099"/>
            <a:ext cx="37968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247781" y="1770099"/>
            <a:ext cx="353761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502552" y="1770099"/>
            <a:ext cx="32828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85977" y="1941373"/>
            <a:ext cx="51994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35253" y="1940901"/>
            <a:ext cx="49501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049131" y="1940901"/>
            <a:ext cx="473626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263820" y="1940901"/>
            <a:ext cx="45215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1497335" y="1940901"/>
            <a:ext cx="42880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737126" y="1940901"/>
            <a:ext cx="4048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1967301" y="1940901"/>
            <a:ext cx="38180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232902" y="1940901"/>
            <a:ext cx="355249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12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492330" y="1940901"/>
            <a:ext cx="329306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14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588810" y="2112188"/>
            <a:ext cx="519658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835253" y="2111717"/>
            <a:ext cx="49501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49233" y="2111717"/>
            <a:ext cx="473616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263718" y="2111717"/>
            <a:ext cx="45216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495412" y="2111717"/>
            <a:ext cx="42899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731255" y="2111717"/>
            <a:ext cx="40541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972362" y="2111717"/>
            <a:ext cx="381303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231890" y="2111717"/>
            <a:ext cx="355350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494456" y="2111717"/>
            <a:ext cx="32909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17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587146" y="2282991"/>
            <a:ext cx="51982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34593" y="2282519"/>
            <a:ext cx="495080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48775" y="2282519"/>
            <a:ext cx="47366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264475" y="2282519"/>
            <a:ext cx="45209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474204" y="2282519"/>
            <a:ext cx="431119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720878" y="2282519"/>
            <a:ext cx="40645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972005" y="2282519"/>
            <a:ext cx="38133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2232546" y="2282519"/>
            <a:ext cx="35528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18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477499" y="2282519"/>
            <a:ext cx="330789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20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86435" y="2453806"/>
            <a:ext cx="51989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34694" y="2453334"/>
            <a:ext cx="4950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1048674" y="2453334"/>
            <a:ext cx="47367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263666" y="2453334"/>
            <a:ext cx="45217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479872" y="2453334"/>
            <a:ext cx="430552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12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20574" y="2453334"/>
            <a:ext cx="40648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1972612" y="2453334"/>
            <a:ext cx="3812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18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2232951" y="2453334"/>
            <a:ext cx="35524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21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2483370" y="2453334"/>
            <a:ext cx="33020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24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65327" y="2624608"/>
            <a:ext cx="52200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834694" y="2624136"/>
            <a:ext cx="4950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051306" y="2624136"/>
            <a:ext cx="47340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258605" y="2624136"/>
            <a:ext cx="45267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479265" y="2624136"/>
            <a:ext cx="43061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14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723105" y="2624136"/>
            <a:ext cx="40622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17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957632" y="2624136"/>
            <a:ext cx="382776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2223436" y="2624136"/>
            <a:ext cx="356195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24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2484686" y="2624136"/>
            <a:ext cx="33007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27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625021" y="3150566"/>
            <a:ext cx="16037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32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751141" y="1053325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751141" y="1224140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751141" y="139999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751141" y="1570812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Rectangle 39"/>
          <p:cNvSpPr/>
          <p:nvPr/>
        </p:nvSpPr>
        <p:spPr>
          <a:xfrm>
            <a:off x="968159" y="1741627"/>
            <a:ext cx="214490" cy="170814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1" name="Connector 40"/>
          <p:cNvCxnSpPr/>
          <p:nvPr/>
        </p:nvCxnSpPr>
        <p:spPr>
          <a:xfrm flipV="1">
            <a:off x="751141" y="174162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751141" y="1912429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751141" y="2083244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751141" y="225404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751141" y="2424861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751141" y="2595664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78802" y="1397482"/>
            <a:ext cx="27486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748614" y="1397482"/>
            <a:ext cx="21954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968159" y="1397482"/>
            <a:ext cx="21449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182649" y="1397482"/>
            <a:ext cx="2155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1398244" y="1397482"/>
            <a:ext cx="24636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1644611" y="1397482"/>
            <a:ext cx="23705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1881670" y="1397482"/>
            <a:ext cx="2658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147481" y="1397482"/>
            <a:ext cx="2540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401544" y="1397482"/>
            <a:ext cx="2658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Rectangle 55"/>
          <p:cNvSpPr/>
          <p:nvPr/>
        </p:nvSpPr>
        <p:spPr>
          <a:xfrm>
            <a:off x="0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2880005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8" name="Picture 5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9" name="Picture 5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59993" y="731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59993" y="90358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table: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651520" y="1083667"/>
            <a:ext cx="41338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554723" y="1254469"/>
            <a:ext cx="52306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34402" y="1253071"/>
            <a:ext cx="495099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048078" y="1253071"/>
            <a:ext cx="47373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263981" y="1253071"/>
            <a:ext cx="45214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493650" y="1253071"/>
            <a:ext cx="429174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738198" y="1253071"/>
            <a:ext cx="404719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88010" y="1253071"/>
            <a:ext cx="37973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247235" y="1253071"/>
            <a:ext cx="35381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6013" y="1253071"/>
            <a:ext cx="3299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87184" y="1428954"/>
            <a:ext cx="519821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29589" y="1428482"/>
            <a:ext cx="49558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044075" y="1428482"/>
            <a:ext cx="47413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274452" y="1428482"/>
            <a:ext cx="45109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495720" y="1428482"/>
            <a:ext cx="42896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737434" y="1428482"/>
            <a:ext cx="404796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88258" y="1428482"/>
            <a:ext cx="37971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248292" y="1428482"/>
            <a:ext cx="353710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08226" y="1428482"/>
            <a:ext cx="32771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586435" y="1599756"/>
            <a:ext cx="51989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29589" y="1599284"/>
            <a:ext cx="49558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059460" y="1599284"/>
            <a:ext cx="472593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264735" y="1599284"/>
            <a:ext cx="45206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495112" y="1599284"/>
            <a:ext cx="42902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736927" y="1599284"/>
            <a:ext cx="40484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987852" y="1599284"/>
            <a:ext cx="37975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247685" y="1599284"/>
            <a:ext cx="35377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510352" y="1599284"/>
            <a:ext cx="32750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87286" y="1770571"/>
            <a:ext cx="51981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4969" y="1770099"/>
            <a:ext cx="49404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049743" y="1770099"/>
            <a:ext cx="473565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264229" y="1770099"/>
            <a:ext cx="45211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1494708" y="1770099"/>
            <a:ext cx="42906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736320" y="1770099"/>
            <a:ext cx="40490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988561" y="1770099"/>
            <a:ext cx="37968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247685" y="1770099"/>
            <a:ext cx="35377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502558" y="1770099"/>
            <a:ext cx="3282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585977" y="1941373"/>
            <a:ext cx="51994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35253" y="1940901"/>
            <a:ext cx="49501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49131" y="1940901"/>
            <a:ext cx="473626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1263820" y="1940901"/>
            <a:ext cx="45215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497335" y="1940901"/>
            <a:ext cx="42880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1737126" y="1940901"/>
            <a:ext cx="4048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967301" y="1940901"/>
            <a:ext cx="38180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232902" y="1940901"/>
            <a:ext cx="355249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12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492330" y="1940901"/>
            <a:ext cx="329306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14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588810" y="2112188"/>
            <a:ext cx="519658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835253" y="2111717"/>
            <a:ext cx="49501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049233" y="2111717"/>
            <a:ext cx="473616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263718" y="2111717"/>
            <a:ext cx="45216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495412" y="2111717"/>
            <a:ext cx="42899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731255" y="2111717"/>
            <a:ext cx="40541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972362" y="2111717"/>
            <a:ext cx="381303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13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231890" y="2111717"/>
            <a:ext cx="355350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494456" y="2111717"/>
            <a:ext cx="32909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17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587146" y="2282991"/>
            <a:ext cx="51982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34593" y="2282519"/>
            <a:ext cx="495080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048775" y="2282519"/>
            <a:ext cx="47366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264475" y="2282519"/>
            <a:ext cx="45209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474204" y="2282519"/>
            <a:ext cx="431119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720878" y="2282519"/>
            <a:ext cx="40645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13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972005" y="2282519"/>
            <a:ext cx="38133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232546" y="2282519"/>
            <a:ext cx="35528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18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2477499" y="2282519"/>
            <a:ext cx="330789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20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586435" y="2453806"/>
            <a:ext cx="51989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34694" y="2453334"/>
            <a:ext cx="4950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048674" y="2453334"/>
            <a:ext cx="47367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263666" y="2453334"/>
            <a:ext cx="45217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479872" y="2453334"/>
            <a:ext cx="430552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12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1720574" y="2453334"/>
            <a:ext cx="40648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1972612" y="2453334"/>
            <a:ext cx="3812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2232951" y="2453334"/>
            <a:ext cx="35524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21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2483370" y="2453334"/>
            <a:ext cx="33020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24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565327" y="2624608"/>
            <a:ext cx="52200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34694" y="2624136"/>
            <a:ext cx="4950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051306" y="2624136"/>
            <a:ext cx="47340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258605" y="2624136"/>
            <a:ext cx="45267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479265" y="2624136"/>
            <a:ext cx="43061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14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723105" y="2624136"/>
            <a:ext cx="40622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17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57632" y="2624136"/>
            <a:ext cx="382776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20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2223436" y="2624136"/>
            <a:ext cx="356195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24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2484686" y="2624136"/>
            <a:ext cx="33007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084002" y="1295345"/>
            <a:ext cx="27013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4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084002" y="1467418"/>
            <a:ext cx="27013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625021" y="3150566"/>
            <a:ext cx="16037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32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751141" y="1053325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751141" y="1224140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751141" y="139999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751141" y="1570812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Rectangle 39"/>
          <p:cNvSpPr/>
          <p:nvPr/>
        </p:nvSpPr>
        <p:spPr>
          <a:xfrm>
            <a:off x="968159" y="1741627"/>
            <a:ext cx="214490" cy="170814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1" name="Connector 40"/>
          <p:cNvCxnSpPr/>
          <p:nvPr/>
        </p:nvCxnSpPr>
        <p:spPr>
          <a:xfrm flipV="1">
            <a:off x="751141" y="174162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751141" y="1912429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751141" y="2083244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751141" y="225404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751141" y="2424861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751141" y="2595664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78802" y="1397482"/>
            <a:ext cx="27486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748614" y="1397482"/>
            <a:ext cx="21954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968159" y="1397482"/>
            <a:ext cx="21449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182649" y="1397482"/>
            <a:ext cx="2155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1398244" y="1397482"/>
            <a:ext cx="24636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1644611" y="1397482"/>
            <a:ext cx="23705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1881670" y="1397482"/>
            <a:ext cx="2658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147481" y="1397482"/>
            <a:ext cx="2540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401544" y="1397482"/>
            <a:ext cx="2658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Rectangle 55"/>
          <p:cNvSpPr/>
          <p:nvPr/>
        </p:nvSpPr>
        <p:spPr>
          <a:xfrm>
            <a:off x="-2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2880002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8" name="Picture 5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9" name="Picture 5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59993" y="731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59993" y="90358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table: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651520" y="1083667"/>
            <a:ext cx="41338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554723" y="1254469"/>
            <a:ext cx="52306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34402" y="1253071"/>
            <a:ext cx="495099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048078" y="1253071"/>
            <a:ext cx="47373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263981" y="1253071"/>
            <a:ext cx="45214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493650" y="1253071"/>
            <a:ext cx="429174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738198" y="1253071"/>
            <a:ext cx="404719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88010" y="1253071"/>
            <a:ext cx="37973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247235" y="1253071"/>
            <a:ext cx="35381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6013" y="1253071"/>
            <a:ext cx="3299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87184" y="1428954"/>
            <a:ext cx="519821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29589" y="1428482"/>
            <a:ext cx="49558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044075" y="1428482"/>
            <a:ext cx="47413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274452" y="1428482"/>
            <a:ext cx="45109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495720" y="1428482"/>
            <a:ext cx="42896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737434" y="1428482"/>
            <a:ext cx="404796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88258" y="1428482"/>
            <a:ext cx="37971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248292" y="1428482"/>
            <a:ext cx="353710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08226" y="1428482"/>
            <a:ext cx="32771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586435" y="1599756"/>
            <a:ext cx="51989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29589" y="1599284"/>
            <a:ext cx="49558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059460" y="1599284"/>
            <a:ext cx="472593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264735" y="1599284"/>
            <a:ext cx="45206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495112" y="1599284"/>
            <a:ext cx="42902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736927" y="1599284"/>
            <a:ext cx="40484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987852" y="1599284"/>
            <a:ext cx="37975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247685" y="1599284"/>
            <a:ext cx="35377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510352" y="1599284"/>
            <a:ext cx="32750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87286" y="1770571"/>
            <a:ext cx="51981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4969" y="1770099"/>
            <a:ext cx="49404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049743" y="1770099"/>
            <a:ext cx="473565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264229" y="1770099"/>
            <a:ext cx="45211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1494708" y="1770099"/>
            <a:ext cx="42906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736320" y="1770099"/>
            <a:ext cx="40490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988561" y="1770099"/>
            <a:ext cx="37968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247685" y="1770099"/>
            <a:ext cx="35377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502558" y="1770099"/>
            <a:ext cx="3282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585977" y="1941373"/>
            <a:ext cx="51994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35253" y="1940901"/>
            <a:ext cx="49501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49131" y="1940901"/>
            <a:ext cx="473626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1263820" y="1940901"/>
            <a:ext cx="45215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497335" y="1940901"/>
            <a:ext cx="42880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1737126" y="1940901"/>
            <a:ext cx="4048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967301" y="1940901"/>
            <a:ext cx="38180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232902" y="1940901"/>
            <a:ext cx="355249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12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492330" y="1940901"/>
            <a:ext cx="329306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14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588810" y="2112188"/>
            <a:ext cx="519658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835253" y="2111717"/>
            <a:ext cx="49501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049233" y="2111717"/>
            <a:ext cx="473616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263718" y="2111717"/>
            <a:ext cx="45216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495412" y="2111717"/>
            <a:ext cx="42899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731255" y="2111717"/>
            <a:ext cx="40541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972362" y="2111717"/>
            <a:ext cx="381303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13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231890" y="2111717"/>
            <a:ext cx="355350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494456" y="2111717"/>
            <a:ext cx="32909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17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587146" y="2282991"/>
            <a:ext cx="51982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34593" y="2282519"/>
            <a:ext cx="495080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048775" y="2282519"/>
            <a:ext cx="47366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264475" y="2282519"/>
            <a:ext cx="45209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474204" y="2282519"/>
            <a:ext cx="431119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720878" y="2282519"/>
            <a:ext cx="40645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13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972005" y="2282519"/>
            <a:ext cx="38133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232546" y="2282519"/>
            <a:ext cx="35528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18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2477499" y="2282519"/>
            <a:ext cx="330789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20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586435" y="2453806"/>
            <a:ext cx="51989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34694" y="2453334"/>
            <a:ext cx="4950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048674" y="2453334"/>
            <a:ext cx="47367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263666" y="2453334"/>
            <a:ext cx="45217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479872" y="2453334"/>
            <a:ext cx="430552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12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1720574" y="2453334"/>
            <a:ext cx="40648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1972612" y="2453334"/>
            <a:ext cx="3812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2232951" y="2453334"/>
            <a:ext cx="35524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21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2483370" y="2453334"/>
            <a:ext cx="33020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24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565327" y="2624608"/>
            <a:ext cx="52200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34694" y="2624136"/>
            <a:ext cx="4950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051306" y="2624136"/>
            <a:ext cx="47340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258605" y="2624136"/>
            <a:ext cx="45267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479265" y="2624136"/>
            <a:ext cx="43061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14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723105" y="2624136"/>
            <a:ext cx="40622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17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57632" y="2624136"/>
            <a:ext cx="382776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20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2223436" y="2624136"/>
            <a:ext cx="356195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24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2484686" y="2624136"/>
            <a:ext cx="33007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084002" y="1295345"/>
            <a:ext cx="27013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4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084002" y="1467418"/>
            <a:ext cx="27013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084005" y="1691865"/>
            <a:ext cx="27013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9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&gt;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084005" y="1863937"/>
            <a:ext cx="27013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hypothesis,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5625018" y="3150566"/>
            <a:ext cx="1603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32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751141" y="1053325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751141" y="1224140"/>
            <a:ext cx="0" cy="17587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751141" y="139999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751141" y="1570812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Rectangle 39"/>
          <p:cNvSpPr/>
          <p:nvPr/>
        </p:nvSpPr>
        <p:spPr>
          <a:xfrm>
            <a:off x="968159" y="1741627"/>
            <a:ext cx="214490" cy="170814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1" name="Connector 40"/>
          <p:cNvCxnSpPr/>
          <p:nvPr/>
        </p:nvCxnSpPr>
        <p:spPr>
          <a:xfrm flipV="1">
            <a:off x="751141" y="174162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751141" y="1912429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751141" y="2083244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751141" y="2254047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751141" y="2424861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751141" y="2595664"/>
            <a:ext cx="0" cy="17081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78802" y="1397482"/>
            <a:ext cx="27486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748614" y="1397482"/>
            <a:ext cx="21954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968159" y="1397482"/>
            <a:ext cx="21449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182649" y="1397482"/>
            <a:ext cx="215595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1398244" y="1397482"/>
            <a:ext cx="24636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1644611" y="1397482"/>
            <a:ext cx="237059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1881670" y="1397482"/>
            <a:ext cx="2658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147481" y="1397482"/>
            <a:ext cx="2540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401544" y="1397482"/>
            <a:ext cx="2658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Rectangle 55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8" name="Picture 5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9" name="Picture 5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59993" y="731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59993" y="90358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table: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651520" y="1083667"/>
            <a:ext cx="41338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554723" y="1254469"/>
            <a:ext cx="523067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34402" y="1253071"/>
            <a:ext cx="495099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048078" y="1253071"/>
            <a:ext cx="47373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263981" y="1253071"/>
            <a:ext cx="452141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493650" y="1253071"/>
            <a:ext cx="429174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738198" y="1253071"/>
            <a:ext cx="404719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88010" y="1253071"/>
            <a:ext cx="379738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247235" y="1253071"/>
            <a:ext cx="35381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6013" y="1253071"/>
            <a:ext cx="329938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87184" y="1428954"/>
            <a:ext cx="519821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29589" y="1428482"/>
            <a:ext cx="49558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044075" y="1428482"/>
            <a:ext cx="47413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274452" y="1428482"/>
            <a:ext cx="45109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495720" y="1428482"/>
            <a:ext cx="428967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737434" y="1428482"/>
            <a:ext cx="404796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88258" y="1428482"/>
            <a:ext cx="37971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248292" y="1428482"/>
            <a:ext cx="353710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08226" y="1428482"/>
            <a:ext cx="32771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586435" y="1599756"/>
            <a:ext cx="51989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29589" y="1599284"/>
            <a:ext cx="495580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0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059460" y="1599284"/>
            <a:ext cx="472593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264735" y="1599284"/>
            <a:ext cx="45206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495112" y="1599284"/>
            <a:ext cx="42902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736927" y="1599284"/>
            <a:ext cx="40484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987852" y="1599284"/>
            <a:ext cx="379754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247685" y="1599284"/>
            <a:ext cx="35377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510352" y="1599284"/>
            <a:ext cx="32750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87286" y="1770571"/>
            <a:ext cx="51981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4969" y="1770099"/>
            <a:ext cx="494042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049743" y="1770099"/>
            <a:ext cx="473565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264229" y="1770099"/>
            <a:ext cx="45211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1494708" y="1770099"/>
            <a:ext cx="42906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736320" y="1770099"/>
            <a:ext cx="40490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988561" y="1770099"/>
            <a:ext cx="379683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247685" y="1770099"/>
            <a:ext cx="35377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502558" y="1770099"/>
            <a:ext cx="328283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585977" y="1941373"/>
            <a:ext cx="519941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35253" y="1940901"/>
            <a:ext cx="49501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49131" y="1940901"/>
            <a:ext cx="473626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1263820" y="1940901"/>
            <a:ext cx="452157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497335" y="1940901"/>
            <a:ext cx="42880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1737126" y="1940901"/>
            <a:ext cx="404826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967301" y="1940901"/>
            <a:ext cx="381809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232902" y="1940901"/>
            <a:ext cx="355249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12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492330" y="1940901"/>
            <a:ext cx="329306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14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588810" y="2112188"/>
            <a:ext cx="519658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835253" y="2111717"/>
            <a:ext cx="49501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049233" y="2111717"/>
            <a:ext cx="473616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263718" y="2111717"/>
            <a:ext cx="452167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495412" y="2111717"/>
            <a:ext cx="42899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731255" y="2111717"/>
            <a:ext cx="405414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972362" y="2111717"/>
            <a:ext cx="381303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13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231890" y="2111717"/>
            <a:ext cx="355350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494456" y="2111717"/>
            <a:ext cx="329093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17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587146" y="2282991"/>
            <a:ext cx="51982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34593" y="2282519"/>
            <a:ext cx="495080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048775" y="2282519"/>
            <a:ext cx="47366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264475" y="2282519"/>
            <a:ext cx="452092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474204" y="2282519"/>
            <a:ext cx="431119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720878" y="2282519"/>
            <a:ext cx="406451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13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972005" y="2282519"/>
            <a:ext cx="38133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232546" y="2282519"/>
            <a:ext cx="355284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18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2477499" y="2282519"/>
            <a:ext cx="330789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20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586435" y="2453806"/>
            <a:ext cx="519896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34694" y="2453334"/>
            <a:ext cx="4950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048674" y="2453334"/>
            <a:ext cx="47367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263666" y="2453334"/>
            <a:ext cx="452172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479872" y="2453334"/>
            <a:ext cx="430552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12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1720574" y="2453334"/>
            <a:ext cx="406482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15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1972612" y="2453334"/>
            <a:ext cx="381278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2232951" y="2453334"/>
            <a:ext cx="355244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21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2483370" y="2453334"/>
            <a:ext cx="3302025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24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565327" y="2624608"/>
            <a:ext cx="5220068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1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34694" y="2624136"/>
            <a:ext cx="4950701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051306" y="2624136"/>
            <a:ext cx="473408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258605" y="2624136"/>
            <a:ext cx="45267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11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479265" y="2624136"/>
            <a:ext cx="430613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14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723105" y="2624136"/>
            <a:ext cx="40622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17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57632" y="2624136"/>
            <a:ext cx="382776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20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2223436" y="2624136"/>
            <a:ext cx="356195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24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2484686" y="2624136"/>
            <a:ext cx="33007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27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084002" y="1295345"/>
            <a:ext cx="27013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4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084002" y="1467418"/>
            <a:ext cx="27013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084005" y="1691865"/>
            <a:ext cx="27013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9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&gt;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084005" y="1863937"/>
            <a:ext cx="27013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084004" y="2036022"/>
            <a:ext cx="27013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cannot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084004" y="2208094"/>
            <a:ext cx="27013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084004" y="2380167"/>
            <a:ext cx="27013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significantly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higher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other.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5625018" y="3150564"/>
            <a:ext cx="1603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32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153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another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named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4257" y="3150562"/>
            <a:ext cx="16113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33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3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0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1534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another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named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make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2" y="1387419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0.060,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0.045,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0.043,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0.038,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2" y="1559492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0.034.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2" y="3150916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4254" y="3150562"/>
            <a:ext cx="1611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33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3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0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1534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another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named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make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2" y="1387419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0.060,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0.045,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0.043,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0.038,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2" y="1559492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0.034.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baseline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(B),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0.102,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0.069,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1" y="1731565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0.055,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0.049,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2" y="3150916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4254" y="3150562"/>
            <a:ext cx="1611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33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3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0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1534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Let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another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named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make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runs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2" y="1387419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0.060,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0.045,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0.043,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0.038,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2" y="1559492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0.034.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fitness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baseline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(B),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0.102,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0.069,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1" y="1731564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0.055,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0.049,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value?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statistically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1" y="1903636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baseline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significance?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2" y="3150916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4254" y="3150562"/>
            <a:ext cx="1611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33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253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3814" y="3150564"/>
            <a:ext cx="1615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34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253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43991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previous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partial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3814" y="3150563"/>
            <a:ext cx="1615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34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Mann-Whitney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U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253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43991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previous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partial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1698013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20,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sampling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U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approaches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913619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3814" y="3150564"/>
            <a:ext cx="1615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34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U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23127" y="3150565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35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528031" y="-233094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9162917" y="-233094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0797800" y="-233094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7528031" y="-230816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9162917" y="-230816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797800" y="-230816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525504" y="-23311938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9160375" y="-23311938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7525504" y="-23084189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9160375" y="-23084189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7525504" y="-22856440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9160375" y="-22856440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0" name="Picture 4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1" name="Picture 5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86978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59993" y="104186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classify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classes.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22973" y="3150565"/>
            <a:ext cx="1624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36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528031" y="-233094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9162917" y="-233094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0797800" y="-233094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7528031" y="-230816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9162917" y="-230816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797800" y="-230816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525504" y="-23311938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9160375" y="-23311938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7525504" y="-23084189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9160375" y="-23084189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7525504" y="-22856440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9160375" y="-22856440"/>
            <a:ext cx="1639937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0" name="Picture 4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1" name="Picture 5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86978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59993" y="104186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classify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classes.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9991" y="1404717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illustrated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5622973" y="3150565"/>
            <a:ext cx="1624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36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127705" y="20909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762588" y="20909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5397472" y="20909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127705" y="23186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762588" y="23186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5397472" y="23186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125177" y="2088387"/>
            <a:ext cx="163993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3760048" y="2088387"/>
            <a:ext cx="163993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125177" y="2316136"/>
            <a:ext cx="163993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3760048" y="2316136"/>
            <a:ext cx="163993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125177" y="2543886"/>
            <a:ext cx="163993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3760048" y="2543886"/>
            <a:ext cx="1639938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0" name="Picture 49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1" name="Picture 50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86978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59993" y="104186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classify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classes.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9991" y="1404717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illustrated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251007" y="1675418"/>
            <a:ext cx="25343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04627" y="1898745"/>
            <a:ext cx="308076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288480" y="1898745"/>
            <a:ext cx="149691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35912" y="2153674"/>
            <a:ext cx="534948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592744" y="2325759"/>
            <a:ext cx="519265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7177" y="2126494"/>
            <a:ext cx="426821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434740" y="2125849"/>
            <a:ext cx="33506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(TP)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000720" y="2125849"/>
            <a:ext cx="17846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(FN)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466123" y="2354231"/>
            <a:ext cx="431927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431069" y="2353585"/>
            <a:ext cx="335432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(FP)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020048" y="2353585"/>
            <a:ext cx="17653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(TN)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22973" y="3150565"/>
            <a:ext cx="1624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36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53402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49782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464223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353402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9782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464223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5163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349604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5163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349604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5163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349604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6578098" y="-23572443"/>
            <a:ext cx="100554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6819727" y="-22969166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6834994" y="-22455934"/>
            <a:ext cx="491769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9495731" y="-23572440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9495731" y="-22948794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139713" y="487603"/>
            <a:ext cx="26456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57248" y="643932"/>
            <a:ext cx="3028147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865945" y="643932"/>
            <a:ext cx="1919451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69147" y="822391"/>
            <a:ext cx="461624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278929" y="942842"/>
            <a:ext cx="4506466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26033" y="803356"/>
            <a:ext cx="3859363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568326" y="802904"/>
            <a:ext cx="3217069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(TP)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664513" y="802904"/>
            <a:ext cx="21208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(FN)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90295" y="962781"/>
            <a:ext cx="3895100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565757" y="962329"/>
            <a:ext cx="321963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(FP)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78043" y="962329"/>
            <a:ext cx="210735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(TN)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18872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1">
                <a:solidFill>
                  <a:srgbClr val="000000"/>
                </a:solidFill>
                <a:latin typeface="Josefin Sans"/>
              </a:rPr>
              <a:t>Ratios: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26999" y="3150564"/>
            <a:ext cx="1583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37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53402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49782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464223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353402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9782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464223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5163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349604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5163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349604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5163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349604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77770" y="1827884"/>
            <a:ext cx="100554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6819727" y="-22969166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6834994" y="-22455934"/>
            <a:ext cx="491769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9495731" y="-23572440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9495731" y="-22948794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139713" y="487603"/>
            <a:ext cx="26456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57248" y="643932"/>
            <a:ext cx="3028147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865945" y="643932"/>
            <a:ext cx="1919451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69147" y="822391"/>
            <a:ext cx="461624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278929" y="942842"/>
            <a:ext cx="4506466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26033" y="803356"/>
            <a:ext cx="3859363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568326" y="802904"/>
            <a:ext cx="3217069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(TP)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664513" y="802904"/>
            <a:ext cx="21208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(FN)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90295" y="962781"/>
            <a:ext cx="3895100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565757" y="962329"/>
            <a:ext cx="321963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(FP)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78043" y="962329"/>
            <a:ext cx="210735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(TN)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18872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1">
                <a:solidFill>
                  <a:srgbClr val="000000"/>
                </a:solidFill>
                <a:latin typeface="Josefin Sans"/>
              </a:rPr>
              <a:t>Ratios: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527263" y="1435525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accuracy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464980" y="1691611"/>
            <a:ext cx="432041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177770" y="1842487"/>
            <a:ext cx="460762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26999" y="3150564"/>
            <a:ext cx="1583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37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53402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49782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464223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353402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9782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464223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5163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349604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5163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349604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5163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349604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77770" y="1827884"/>
            <a:ext cx="100554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419400" y="2431160"/>
            <a:ext cx="52228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6834994" y="-22455933"/>
            <a:ext cx="491769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9495731" y="-23572440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9495731" y="-22948793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139713" y="487603"/>
            <a:ext cx="26456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57248" y="643932"/>
            <a:ext cx="3028147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865945" y="643932"/>
            <a:ext cx="1919451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69147" y="822391"/>
            <a:ext cx="461624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278929" y="942842"/>
            <a:ext cx="4506466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26033" y="803356"/>
            <a:ext cx="3859363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568326" y="802904"/>
            <a:ext cx="3217069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(TP)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664513" y="802904"/>
            <a:ext cx="21208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(FN)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90295" y="962781"/>
            <a:ext cx="3895100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565757" y="962329"/>
            <a:ext cx="321963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(FP)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78043" y="962329"/>
            <a:ext cx="210735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(TN)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18872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1">
                <a:solidFill>
                  <a:srgbClr val="000000"/>
                </a:solidFill>
                <a:latin typeface="Josefin Sans"/>
              </a:rPr>
              <a:t>Ratios: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527263" y="1435525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accuracy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464980" y="1691611"/>
            <a:ext cx="432041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177770" y="1842487"/>
            <a:ext cx="460762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7263" y="2038801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ratio/sensitivity/recall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616149" y="2294887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419400" y="2445763"/>
            <a:ext cx="436599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26999" y="3150565"/>
            <a:ext cx="1583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37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53402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49782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464223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353402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9782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464223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5163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349604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5163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349604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5163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349604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77770" y="1827884"/>
            <a:ext cx="100554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419400" y="2431160"/>
            <a:ext cx="52228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434666" y="2944393"/>
            <a:ext cx="491769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9495731" y="-23572440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9495731" y="-22948794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139713" y="487603"/>
            <a:ext cx="26456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57248" y="643932"/>
            <a:ext cx="3028147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865945" y="643932"/>
            <a:ext cx="1919451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69147" y="822391"/>
            <a:ext cx="461624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278929" y="942842"/>
            <a:ext cx="4506466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26033" y="803356"/>
            <a:ext cx="3859363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568326" y="802904"/>
            <a:ext cx="3217069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(TP)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664513" y="802904"/>
            <a:ext cx="21208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(FN)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90295" y="962781"/>
            <a:ext cx="3895100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565757" y="962329"/>
            <a:ext cx="321963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(FP)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78043" y="962329"/>
            <a:ext cx="210735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(TN)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18872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1">
                <a:solidFill>
                  <a:srgbClr val="000000"/>
                </a:solidFill>
                <a:latin typeface="Josefin Sans"/>
              </a:rPr>
              <a:t>Ratios: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527263" y="1435525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accuracy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464980" y="1691611"/>
            <a:ext cx="432041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177770" y="1842487"/>
            <a:ext cx="460762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7263" y="2038801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ratio/sensitivity/recall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616149" y="2294887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419400" y="2445763"/>
            <a:ext cx="436599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7263" y="2653253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precision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616149" y="2808120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434666" y="2958996"/>
            <a:ext cx="435072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26999" y="3150564"/>
            <a:ext cx="1583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37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53402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49782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464223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353402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9782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464223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5163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349604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5163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349604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5163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349604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77770" y="1827884"/>
            <a:ext cx="100554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419400" y="2431160"/>
            <a:ext cx="52228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434666" y="2944393"/>
            <a:ext cx="491769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4095405" y="1827885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9495731" y="-22948794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139713" y="487603"/>
            <a:ext cx="26456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57248" y="643932"/>
            <a:ext cx="3028147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865945" y="643932"/>
            <a:ext cx="1919451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69147" y="822391"/>
            <a:ext cx="461624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278929" y="942842"/>
            <a:ext cx="4506466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26033" y="803356"/>
            <a:ext cx="3859363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568326" y="802904"/>
            <a:ext cx="3217069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(TP)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664513" y="802904"/>
            <a:ext cx="21208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(FN)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90295" y="962781"/>
            <a:ext cx="3895100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565757" y="962329"/>
            <a:ext cx="321963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(FP)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78043" y="962329"/>
            <a:ext cx="210735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(TN)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18872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1">
                <a:solidFill>
                  <a:srgbClr val="000000"/>
                </a:solidFill>
                <a:latin typeface="Josefin Sans"/>
              </a:rPr>
              <a:t>Ratios: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527263" y="1435525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accuracy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464980" y="1691611"/>
            <a:ext cx="432041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177770" y="1842487"/>
            <a:ext cx="460762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7263" y="2038801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ratio/sensitivity/recall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616149" y="2294887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419400" y="2445763"/>
            <a:ext cx="436599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7263" y="2653253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precision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616149" y="2808120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434666" y="2958996"/>
            <a:ext cx="435072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03255" y="1435527"/>
            <a:ext cx="25821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ratio/false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alarm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rate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292089" y="1691613"/>
            <a:ext cx="149330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FP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095405" y="1842489"/>
            <a:ext cx="168999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26999" y="3150564"/>
            <a:ext cx="1583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37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53402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49782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464223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353402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9782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464223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5163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349604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5163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349604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5163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349604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77770" y="1827884"/>
            <a:ext cx="100554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419400" y="2431160"/>
            <a:ext cx="52228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434666" y="2944393"/>
            <a:ext cx="491769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4095405" y="1827885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4095405" y="2451532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139713" y="487603"/>
            <a:ext cx="26456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57248" y="643932"/>
            <a:ext cx="3028147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865945" y="643932"/>
            <a:ext cx="1919451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69147" y="822391"/>
            <a:ext cx="461624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278929" y="942842"/>
            <a:ext cx="4506466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26033" y="803356"/>
            <a:ext cx="3859363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568326" y="802904"/>
            <a:ext cx="3217069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(TP)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664513" y="802904"/>
            <a:ext cx="21208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(FN)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90295" y="962781"/>
            <a:ext cx="3895100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565757" y="962329"/>
            <a:ext cx="321963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(FP)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78043" y="962329"/>
            <a:ext cx="210735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(TN)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18872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1">
                <a:solidFill>
                  <a:srgbClr val="000000"/>
                </a:solidFill>
                <a:latin typeface="Josefin Sans"/>
              </a:rPr>
              <a:t>Ratios: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527263" y="1435525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accuracy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464980" y="1691611"/>
            <a:ext cx="432041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177770" y="1842487"/>
            <a:ext cx="460762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7263" y="2038801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ratio/sensitivity/recall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616149" y="2294887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419400" y="2445763"/>
            <a:ext cx="436599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7263" y="2653253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precision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616149" y="2808120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434666" y="2958996"/>
            <a:ext cx="435072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03255" y="1435527"/>
            <a:ext cx="25821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ratio/false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alarm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rate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292089" y="1691613"/>
            <a:ext cx="149330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FP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095405" y="1842489"/>
            <a:ext cx="168999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203255" y="2059173"/>
            <a:ext cx="25821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ratio/specificity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276887" y="2315259"/>
            <a:ext cx="150850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TN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095405" y="2466135"/>
            <a:ext cx="168999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26999" y="3150564"/>
            <a:ext cx="1583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37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53402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49782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4642230" y="778459"/>
            <a:ext cx="0" cy="159425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353402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9782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4642230" y="937884"/>
            <a:ext cx="0" cy="159424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5163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3496042" y="77669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5163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3496042" y="936115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5163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3496042" y="1095530"/>
            <a:ext cx="1147957" cy="0"/>
          </a:xfrm>
          <a:prstGeom prst="line">
            <a:avLst/>
          </a:prstGeom>
          <a:ln w="3538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77770" y="1827884"/>
            <a:ext cx="100554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419400" y="2431160"/>
            <a:ext cx="522288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434666" y="2944393"/>
            <a:ext cx="491769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4095405" y="1827885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4095405" y="2451532"/>
            <a:ext cx="522287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5" name="Picture 5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56" name="Picture 5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139713" y="487603"/>
            <a:ext cx="26456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57248" y="643932"/>
            <a:ext cx="3028147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865945" y="643932"/>
            <a:ext cx="1919451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69147" y="822391"/>
            <a:ext cx="461624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278929" y="942842"/>
            <a:ext cx="4506466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926033" y="803356"/>
            <a:ext cx="3859363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Positive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568326" y="802904"/>
            <a:ext cx="3217069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(TP)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664513" y="802904"/>
            <a:ext cx="212088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(FN)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90295" y="962781"/>
            <a:ext cx="3895100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1">
                <a:solidFill>
                  <a:srgbClr val="000000"/>
                </a:solidFill>
                <a:latin typeface="Josefin Sans"/>
              </a:rPr>
              <a:t>Negative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565757" y="962329"/>
            <a:ext cx="3219638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positve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(FP)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78043" y="962329"/>
            <a:ext cx="2107352" cy="15032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63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763" b="0">
                <a:solidFill>
                  <a:srgbClr val="000000"/>
                </a:solidFill>
                <a:latin typeface="Josefin Sans"/>
              </a:rPr>
              <a:t> </a:t>
            </a:r>
            <a:r>
              <a:rPr sz="763" b="0">
                <a:solidFill>
                  <a:srgbClr val="000000"/>
                </a:solidFill>
                <a:latin typeface="Josefin Sans"/>
              </a:rPr>
              <a:t>(TN)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18872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1">
                <a:solidFill>
                  <a:srgbClr val="000000"/>
                </a:solidFill>
                <a:latin typeface="Josefin Sans"/>
              </a:rPr>
              <a:t>Ratios: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527263" y="1435525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accuracy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464980" y="1691611"/>
            <a:ext cx="432041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177770" y="1842487"/>
            <a:ext cx="460762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7263" y="2038801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ratio/sensitivity/recall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616149" y="2294887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419400" y="2445763"/>
            <a:ext cx="436599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7263" y="2653253"/>
            <a:ext cx="52581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precision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616149" y="2808120"/>
            <a:ext cx="41692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434666" y="2958996"/>
            <a:ext cx="435072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03255" y="1435527"/>
            <a:ext cx="25821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ratio/false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alarm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rate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292089" y="1691613"/>
            <a:ext cx="149330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FP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095405" y="1842489"/>
            <a:ext cx="168999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203255" y="2059173"/>
            <a:ext cx="25821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negative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ratio/specificity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276887" y="2315259"/>
            <a:ext cx="150850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TN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095405" y="2466135"/>
            <a:ext cx="168999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(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FP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+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TN</a:t>
            </a:r>
            <a:r>
              <a:rPr sz="896" b="0">
                <a:solidFill>
                  <a:srgbClr val="000000"/>
                </a:solidFill>
                <a:latin typeface="Cambria Math"/>
              </a:rPr>
              <a:t>)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203255" y="2682819"/>
            <a:ext cx="258214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3373"/>
                </a:solidFill>
                <a:latin typeface="MSAM10"/>
              </a:rPr>
              <a:t>▶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ratio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=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-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specificity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626999" y="3150564"/>
            <a:ext cx="1583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37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4390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Recall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4107" y="3150565"/>
            <a:ext cx="16128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38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4390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Recall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1257857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1473450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true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6" y="1645535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ratio.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4107" y="3150565"/>
            <a:ext cx="16128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38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4390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Recall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1257857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1473450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true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6" y="1645535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ratio.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8" y="1860117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detection.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4107" y="3150565"/>
            <a:ext cx="16128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38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4390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Recall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1257857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1473450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true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6" y="1645535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ratio.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8" y="1860117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detection.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60058" y="2118231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provides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relative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negatives.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24107" y="3150564"/>
            <a:ext cx="16128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38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9544931" y="-23678601"/>
            <a:ext cx="312713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153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Precision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(a.k.a.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predictive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value)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5" y="3150914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2974" y="3150560"/>
            <a:ext cx="16242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39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4144605" y="1721725"/>
            <a:ext cx="312712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153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Precision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(a.k.a.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predictive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value)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142992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645534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243729" y="1620835"/>
            <a:ext cx="15416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144605" y="1723159"/>
            <a:ext cx="16407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TP</a:t>
            </a:r>
            <a:r>
              <a:rPr sz="797" b="0">
                <a:solidFill>
                  <a:srgbClr val="000000"/>
                </a:solidFill>
                <a:latin typeface="Cambria Math"/>
              </a:rPr>
              <a:t>+</a:t>
            </a:r>
            <a:r>
              <a:rPr sz="797" b="0">
                <a:solidFill>
                  <a:srgbClr val="000000"/>
                </a:solidFill>
                <a:latin typeface="Josefin Sans"/>
              </a:rPr>
              <a:t>FP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22974" y="3150564"/>
            <a:ext cx="16242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39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4144605" y="1721725"/>
            <a:ext cx="312712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Contingency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Matrix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2153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Precision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(a.k.a.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predictive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value)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1429929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645534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243729" y="1620835"/>
            <a:ext cx="1541666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TP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144605" y="1723159"/>
            <a:ext cx="164079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Josefin Sans"/>
              </a:rPr>
              <a:t>TP</a:t>
            </a:r>
            <a:r>
              <a:rPr sz="797" b="0">
                <a:solidFill>
                  <a:srgbClr val="000000"/>
                </a:solidFill>
                <a:latin typeface="Cambria Math"/>
              </a:rPr>
              <a:t>+</a:t>
            </a:r>
            <a:r>
              <a:rPr sz="797" b="0">
                <a:solidFill>
                  <a:srgbClr val="000000"/>
                </a:solidFill>
                <a:latin typeface="Josefin Sans"/>
              </a:rPr>
              <a:t>FP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60056" y="1860116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provides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magnitude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622974" y="3150564"/>
            <a:ext cx="16242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39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U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16294" y="3150565"/>
            <a:ext cx="16910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40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878661" y="-2356153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54505" y="-2356153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9030361" y="-2356153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606217" y="-2356153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878661" y="-2333378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54505" y="-2333378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9030361" y="-2333378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606217" y="-2333378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878661" y="-23106046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54505" y="-23106046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030361" y="-23106046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606217" y="-23106046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876121" y="-2356406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51978" y="-2356406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9027834" y="-2356406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21" y="-2333631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8" y="-23336312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34" y="-23336312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21" y="-2310857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8" y="-2310857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34" y="-2310857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21" y="-2288082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8" y="-2288082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34" y="-2288082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5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9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9446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multiple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classes.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04542" y="3150917"/>
            <a:ext cx="88085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639377" y="3150563"/>
            <a:ext cx="1460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41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878658" y="-2356153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54501" y="-2356153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9030358" y="-2356153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606211" y="-2356153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878658" y="-2333378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54501" y="-2333378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9030358" y="-2333378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606211" y="-2333378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878658" y="-23106046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54501" y="-23106046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030358" y="-23106046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606211" y="-23106046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876118" y="-2356406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51974" y="-2356406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9027828" y="-2356406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18" y="-23336312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4" y="-2333631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28" y="-23336312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18" y="-2310857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4" y="-2310857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28" y="-2310857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18" y="-2288082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4" y="-2288082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28" y="-2288082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6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9446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multiple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classes.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5" y="1152584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3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904539" y="3150917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39373" y="3150563"/>
            <a:ext cx="1460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41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9" y="183879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72" y="183879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9" y="183879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5" y="183879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9" y="206654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72" y="206654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9" y="206654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5" y="206654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9" y="2294279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72" y="2294279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9" y="2294279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5" y="2294279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9" y="183626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5" y="183626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501" y="183626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9" y="206401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5" y="206401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1" y="206401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9" y="229175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5" y="229175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1" y="229175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9" y="251950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5" y="251950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1" y="251950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9446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multiple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classes.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5" y="1152584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3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96959" y="1423284"/>
            <a:ext cx="288843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17343" y="1645966"/>
            <a:ext cx="30680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301174" y="1645966"/>
            <a:ext cx="248422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870042" y="1645966"/>
            <a:ext cx="191535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747063" y="2015422"/>
            <a:ext cx="40383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627505" y="2187494"/>
            <a:ext cx="41578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302066" y="1873715"/>
            <a:ext cx="348332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10105" y="2101464"/>
            <a:ext cx="3475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03107" y="2329213"/>
            <a:ext cx="34822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39370" y="3150563"/>
            <a:ext cx="1460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41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878654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54498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9030355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606211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878654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54498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9030355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606211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878654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54498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030355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606211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876115" y="-232027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51971" y="-232027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9027828" y="-232027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15" y="-229749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1" y="-229749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28" y="-229749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15" y="-227472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1" y="-227472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28" y="-227472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15" y="-225194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1" y="-225194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28" y="-225194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65356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construct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start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populating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counts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8256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diagnoses/classes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cell.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904535" y="3150931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24791" y="3150577"/>
            <a:ext cx="16060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42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878654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54498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9030355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606211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878654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54498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9030355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606211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878654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54498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030355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606211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876115" y="-232027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51971" y="-232027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9027828" y="-232027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15" y="-229749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1" y="-229749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28" y="-229749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15" y="-227472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1" y="-227472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28" y="-227472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15" y="-225194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1" y="-225194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28" y="-225194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65356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construct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start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populating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counts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8256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diagnoses/classes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cell.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59993" y="108376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3" y="125583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trained.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04535" y="3150931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5624791" y="3150577"/>
            <a:ext cx="16060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42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878654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54498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9030355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606211" y="-2320017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878654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54498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9030355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606211" y="-2297242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878654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54498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030355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606211" y="-22744679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876115" y="-232027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51971" y="-232027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9027828" y="-232027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15" y="-229749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1" y="-229749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28" y="-229749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15" y="-227472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1" y="-227472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28" y="-227472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15" y="-225194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1" y="-225194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28" y="-225194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65356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construct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start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populating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counts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8256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diagnoses/classes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cell.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59993" y="108376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3" y="125583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trained.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51395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Then we use 50 test cases of each diagnosis to obtain the following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904535" y="3150931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24791" y="3150577"/>
            <a:ext cx="16060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42</a:t>
            </a: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6" y="22001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69" y="22001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6" y="22001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2" y="22001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6" y="242789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69" y="242789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6" y="242789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2" y="2427897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6" y="265564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69" y="265564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6" y="265564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2" y="265564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6" y="219762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2" y="219762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498" y="219762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6" y="242537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2" y="242537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498" y="242537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6" y="2653119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2" y="2653119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498" y="2653119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6" y="2880868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2" y="2880868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498" y="2880868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-3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0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65356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construct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start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populating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counts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82564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diagnoses/classes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cell.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59993" y="108376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consider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3" y="125583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trained.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151395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Then we use 50 test cases of each diagnosis to obtain the following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96956" y="1784651"/>
            <a:ext cx="28884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17340" y="2007333"/>
            <a:ext cx="30680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301171" y="2007333"/>
            <a:ext cx="248422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70039" y="2007333"/>
            <a:ext cx="19153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47060" y="2376789"/>
            <a:ext cx="403833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627502" y="2548861"/>
            <a:ext cx="41578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02063" y="2235082"/>
            <a:ext cx="34833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87497" y="2235082"/>
            <a:ext cx="309789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40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306518" y="2235082"/>
            <a:ext cx="247887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82867" y="2235082"/>
            <a:ext cx="19025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10102" y="2462819"/>
            <a:ext cx="34752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29618" y="2462819"/>
            <a:ext cx="305577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271054" y="2462819"/>
            <a:ext cx="251434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42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882871" y="2462819"/>
            <a:ext cx="190252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2303104" y="2690568"/>
            <a:ext cx="34822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744372" y="2690568"/>
            <a:ext cx="30410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320306" y="2690568"/>
            <a:ext cx="246508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846502" y="2690568"/>
            <a:ext cx="19388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48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904532" y="3150931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24788" y="3150577"/>
            <a:ext cx="16060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42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878654" y="-2402877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54498" y="-2402877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9030355" y="-2402877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606211" y="-2402877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878654" y="-2380104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54498" y="-2380104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9030355" y="-2380104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606211" y="-2380104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878654" y="-23573292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54498" y="-23573292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030355" y="-23573292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606211" y="-23573292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876115" y="-240313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51971" y="-240313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9027828" y="-240313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15" y="-2380357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1" y="-2380357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28" y="-2380357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15" y="-235758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1" y="-2357582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28" y="-235758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15" y="-2334807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1" y="-2334807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28" y="-2334807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73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instances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94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class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23814" y="3150563"/>
            <a:ext cx="1615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43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8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71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7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3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8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71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7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3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8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71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7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3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8" y="13690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4" y="136902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500" y="13690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8" y="15967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4" y="15967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0" y="15967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8" y="18245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4" y="18245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0" y="18245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8" y="205225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4" y="205225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0" y="205225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73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instances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94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class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96958" y="956038"/>
            <a:ext cx="28884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17341" y="1178720"/>
            <a:ext cx="306805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301172" y="1178720"/>
            <a:ext cx="24842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870040" y="1178720"/>
            <a:ext cx="19153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747061" y="1548176"/>
            <a:ext cx="403833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627504" y="1720248"/>
            <a:ext cx="41578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302064" y="1406469"/>
            <a:ext cx="34833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33466" y="1406469"/>
            <a:ext cx="31519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0.80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229350" y="1406469"/>
            <a:ext cx="255604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0.16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784917" y="1406469"/>
            <a:ext cx="200047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310103" y="1634206"/>
            <a:ext cx="34752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4943" y="1634206"/>
            <a:ext cx="31304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16330" y="1634206"/>
            <a:ext cx="256906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0.84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84921" y="1634206"/>
            <a:ext cx="200047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303106" y="1861955"/>
            <a:ext cx="348228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33953" y="1861955"/>
            <a:ext cx="31514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09748" y="1861955"/>
            <a:ext cx="25756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790393" y="1861955"/>
            <a:ext cx="19950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0.96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23814" y="3150563"/>
            <a:ext cx="1615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43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8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71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7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3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8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71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7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3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8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71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7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3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8" y="13690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4" y="136902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500" y="13690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8" y="15967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4" y="15967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0" y="15967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8" y="18245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4" y="18245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0" y="18245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8" y="205225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4" y="205225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0" y="205225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73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instances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94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class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96958" y="956038"/>
            <a:ext cx="28884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17341" y="1178720"/>
            <a:ext cx="306805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301172" y="1178720"/>
            <a:ext cx="24842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870040" y="1178720"/>
            <a:ext cx="19153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747061" y="1548176"/>
            <a:ext cx="403833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627504" y="1720248"/>
            <a:ext cx="41578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302064" y="1406469"/>
            <a:ext cx="34833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33466" y="1406469"/>
            <a:ext cx="31519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0.80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229350" y="1406469"/>
            <a:ext cx="255604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0.16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784917" y="1406469"/>
            <a:ext cx="200047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310103" y="1634206"/>
            <a:ext cx="34752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4943" y="1634206"/>
            <a:ext cx="31304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16330" y="1634206"/>
            <a:ext cx="256906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0.84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84921" y="1634206"/>
            <a:ext cx="200047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303106" y="1861955"/>
            <a:ext cx="348228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33953" y="1861955"/>
            <a:ext cx="31514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09748" y="1861955"/>
            <a:ext cx="25756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790393" y="1861955"/>
            <a:ext cx="19950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0.96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59993" y="21462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add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up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certain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59993" y="23183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belongs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specific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5623814" y="3150563"/>
            <a:ext cx="1615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43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8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71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7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3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8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71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7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3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8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71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7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3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8" y="13690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4" y="136902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500" y="13690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8" y="15967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4" y="15967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0" y="15967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8" y="18245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4" y="18245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0" y="18245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8" y="205225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4" y="205225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0" y="205225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73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instances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94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class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96958" y="956038"/>
            <a:ext cx="28884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17341" y="1178720"/>
            <a:ext cx="306805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301172" y="1178720"/>
            <a:ext cx="24842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870040" y="1178720"/>
            <a:ext cx="19153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747061" y="1548176"/>
            <a:ext cx="403833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627504" y="1720248"/>
            <a:ext cx="41578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302064" y="1406469"/>
            <a:ext cx="34833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33466" y="1406469"/>
            <a:ext cx="31519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0.80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229350" y="1406469"/>
            <a:ext cx="255604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0.16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784917" y="1406469"/>
            <a:ext cx="200047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310103" y="1634206"/>
            <a:ext cx="34752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4943" y="1634206"/>
            <a:ext cx="31304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16330" y="1634206"/>
            <a:ext cx="256906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0.84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84921" y="1634206"/>
            <a:ext cx="200047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303106" y="1861955"/>
            <a:ext cx="348228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33953" y="1861955"/>
            <a:ext cx="31514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09748" y="1861955"/>
            <a:ext cx="25756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790393" y="1861955"/>
            <a:ext cx="19950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0.96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59993" y="21462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add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up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certain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59993" y="23183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belongs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specific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59994" y="2490414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59994" y="2662486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623814" y="3150563"/>
            <a:ext cx="1615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43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8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71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7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3" y="1371548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8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71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7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3" y="159928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8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71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7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3" y="182703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8" y="13690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4" y="136902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500" y="136902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8" y="15967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4" y="15967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0" y="15967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8" y="18245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4" y="18245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0" y="18245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8" y="205225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4" y="205225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0" y="2052255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73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Next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divide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instances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94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class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96958" y="956038"/>
            <a:ext cx="28884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17341" y="1178720"/>
            <a:ext cx="306805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301172" y="1178720"/>
            <a:ext cx="24842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870040" y="1178720"/>
            <a:ext cx="19153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747061" y="1548176"/>
            <a:ext cx="403833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627504" y="1720248"/>
            <a:ext cx="41578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302064" y="1406469"/>
            <a:ext cx="34833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33466" y="1406469"/>
            <a:ext cx="315193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0.80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229350" y="1406469"/>
            <a:ext cx="255604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0.16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784917" y="1406469"/>
            <a:ext cx="200047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310103" y="1634206"/>
            <a:ext cx="34752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4943" y="1634206"/>
            <a:ext cx="31304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0.12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16330" y="1634206"/>
            <a:ext cx="256906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0.84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84921" y="1634206"/>
            <a:ext cx="200047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0.04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303106" y="1861955"/>
            <a:ext cx="348228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33953" y="1861955"/>
            <a:ext cx="31514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09748" y="1861955"/>
            <a:ext cx="25756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790393" y="1861955"/>
            <a:ext cx="19950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0.96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59993" y="21462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add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up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certain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59993" y="231834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belongs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specific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59994" y="2490414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59994" y="2662486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59995" y="2920602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represent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623814" y="3150563"/>
            <a:ext cx="1615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43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906253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45761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985257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524765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906253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45761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8985257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524765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906253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45761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8985257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524765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903726" y="-23364149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43221" y="-23364149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8982730" y="-23364149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903726" y="-23156657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43221" y="-23156657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8982730" y="-23156657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903726" y="-22949151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43221" y="-22949151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8982730" y="-22949151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903726" y="-22741645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43221" y="-22741645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8982730" y="-22741645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6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260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Then we multiply each element by the prior probability of the class of its row to obtain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46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904539" y="3150916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23955" y="3150563"/>
            <a:ext cx="16144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44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906250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45758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985254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524762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906250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45758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8985254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524762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906250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45758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8985254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524762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903723" y="-23364149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43218" y="-23364149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8982727" y="-23364149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903723" y="-23156657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43218" y="-23156657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8982727" y="-23156657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903723" y="-22949151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43218" y="-22949151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8982727" y="-22949151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903723" y="-22741645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43218" y="-22741645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8982727" y="-22741645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-3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0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260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Then we multiply each element by the prior probability of the class of its row to obtain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46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59991" y="962795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prior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actual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1" y="1134867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situation.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04532" y="3150916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5623949" y="3150563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44</a:t>
            </a: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906250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45758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985254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524762" y="-23361622"/>
            <a:ext cx="0" cy="207506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906250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45758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8985254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524762" y="-23154129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906250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45758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8985254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524762" y="-2294662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903723" y="-23364149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43218" y="-23364149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8982727" y="-23364149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903723" y="-23156657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43218" y="-23156657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8982727" y="-23156657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903723" y="-22949151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43218" y="-22949151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8982727" y="-22949151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903723" y="-22741645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43218" y="-22741645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8982727" y="-22741645"/>
            <a:ext cx="544562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-3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0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260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Then we multiply each element by the prior probability of the class of its row to obtain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46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59991" y="962795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prior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actual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1" y="1134867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situation.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0" y="1392982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prior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0.60,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0.30,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0.10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respectively.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904532" y="3150916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23949" y="3150563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44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05922" y="203870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45430" y="203870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584926" y="203870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124435" y="203870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505922" y="2246197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45430" y="2246197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584926" y="2246197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124435" y="2246197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505922" y="2453702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45430" y="2453702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584926" y="2453702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124435" y="2453702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03394" y="2036177"/>
            <a:ext cx="54456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42891" y="2036177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582399" y="2036177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503394" y="2243669"/>
            <a:ext cx="54456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42891" y="2243669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582399" y="2243669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503394" y="2451174"/>
            <a:ext cx="54456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42891" y="2451174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582399" y="2451174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503394" y="2658680"/>
            <a:ext cx="54456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42891" y="2658680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582399" y="2658680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-3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0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260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Then we multiply each element by the prior probability of the class of its row to obtain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46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59991" y="962795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prior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actual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1" y="1134867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situation.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0" y="1392982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prior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0.60,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0.30,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0.10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respectively.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908651" y="1659125"/>
            <a:ext cx="287674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31017" y="1861563"/>
            <a:ext cx="3054379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77858" y="1861563"/>
            <a:ext cx="250753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10908" y="1861563"/>
            <a:ext cx="197448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818128" y="2200653"/>
            <a:ext cx="396726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708933" y="2352482"/>
            <a:ext cx="407646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38155" y="2069069"/>
            <a:ext cx="344724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23975" y="2069069"/>
            <a:ext cx="316142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0.480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159429" y="2069069"/>
            <a:ext cx="2625966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01967" y="2069069"/>
            <a:ext cx="208342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0.024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45483" y="2276574"/>
            <a:ext cx="34399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620548" y="2276574"/>
            <a:ext cx="316484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0.036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168148" y="2276574"/>
            <a:ext cx="261724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0.252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713977" y="2276574"/>
            <a:ext cx="207141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0.012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2339094" y="2484066"/>
            <a:ext cx="344630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615678" y="2484066"/>
            <a:ext cx="316971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55181" y="2484066"/>
            <a:ext cx="263021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698985" y="2484066"/>
            <a:ext cx="208641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904532" y="3150915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23949" y="3150561"/>
            <a:ext cx="1614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44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05922" y="203870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45430" y="203870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584926" y="203870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124435" y="2038704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505922" y="2246197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45430" y="2246197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584926" y="2246197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124435" y="2246197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505922" y="2453702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45430" y="2453702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584926" y="2453702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124435" y="2453702"/>
            <a:ext cx="0" cy="207505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03394" y="2036177"/>
            <a:ext cx="54456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42891" y="2036177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582399" y="2036177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503394" y="2243669"/>
            <a:ext cx="54456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42891" y="2243669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582399" y="2243669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503394" y="2451174"/>
            <a:ext cx="54456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42891" y="2451174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582399" y="2451174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503394" y="2658680"/>
            <a:ext cx="544564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42891" y="2658680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582399" y="2658680"/>
            <a:ext cx="544563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-6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79997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53260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Then we multiply each element by the prior probability of the class of its row to obtain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59993" y="70468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59991" y="962795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prior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actual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1" y="1134867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situation.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0" y="1392982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prior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0.60,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0.30,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0.10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respectively.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908651" y="1659125"/>
            <a:ext cx="287674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31017" y="1861563"/>
            <a:ext cx="3054379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77858" y="1861563"/>
            <a:ext cx="250753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10908" y="1861563"/>
            <a:ext cx="197448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818128" y="2200653"/>
            <a:ext cx="396726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708933" y="2352482"/>
            <a:ext cx="407646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38155" y="2069069"/>
            <a:ext cx="344724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23975" y="2069069"/>
            <a:ext cx="316142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0.480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159429" y="2069069"/>
            <a:ext cx="2625966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01967" y="2069069"/>
            <a:ext cx="208342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0.024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45483" y="2276574"/>
            <a:ext cx="34399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620548" y="2276574"/>
            <a:ext cx="316484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0.036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168148" y="2276574"/>
            <a:ext cx="261724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0.252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713977" y="2276574"/>
            <a:ext cx="207141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0.012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2339094" y="2484066"/>
            <a:ext cx="344630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615678" y="2484066"/>
            <a:ext cx="3169717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55181" y="2484066"/>
            <a:ext cx="263021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698985" y="2484066"/>
            <a:ext cx="2086410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59988" y="2755665"/>
            <a:ext cx="542540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element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outcome.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elements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now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59988" y="2927750"/>
            <a:ext cx="542540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equal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1.0.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4904529" y="3150915"/>
            <a:ext cx="88086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623946" y="3150561"/>
            <a:ext cx="16144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44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7881184" y="-23816840"/>
            <a:ext cx="570789" cy="222682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 flipV="1">
            <a:off x="27878658" y="-2381685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454501" y="-2381685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030358" y="-2381685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9606211" y="-2381685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28457041" y="-23589091"/>
            <a:ext cx="570789" cy="222682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2" name="Connector 41"/>
          <p:cNvCxnSpPr/>
          <p:nvPr/>
        </p:nvCxnSpPr>
        <p:spPr>
          <a:xfrm flipV="1">
            <a:off x="27878658" y="-2358910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8454501" y="-2358910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9030358" y="-2358910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9606211" y="-2358910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Rectangle 45"/>
          <p:cNvSpPr/>
          <p:nvPr/>
        </p:nvSpPr>
        <p:spPr>
          <a:xfrm>
            <a:off x="29032885" y="-23361355"/>
            <a:ext cx="570789" cy="222682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7" name="Connector 46"/>
          <p:cNvCxnSpPr/>
          <p:nvPr/>
        </p:nvCxnSpPr>
        <p:spPr>
          <a:xfrm flipV="1">
            <a:off x="27878658" y="-23361353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28454501" y="-23361353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29030358" y="-23361353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29606211" y="-23361353"/>
            <a:ext cx="0" cy="227748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18" y="-2381938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4" y="-2381938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28" y="-2381938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18" y="-2359163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4" y="-2359163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28" y="-2359163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18" y="-2336388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4" y="-2336388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28" y="-2336388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7876118" y="-2313613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28451974" y="-23136131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29027828" y="-23136131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3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2880008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5" name="Picture 6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6" name="Picture 6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3" y="7492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accuracy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diagonal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92130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values.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904540" y="3150919"/>
            <a:ext cx="8808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23284" y="3150565"/>
            <a:ext cx="1621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45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480857" y="1583487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 flipV="1">
            <a:off x="2478329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054172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630029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4205885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3056713" y="1811236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2" name="Connector 41"/>
          <p:cNvCxnSpPr/>
          <p:nvPr/>
        </p:nvCxnSpPr>
        <p:spPr>
          <a:xfrm flipV="1">
            <a:off x="2478329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054172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3630029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205885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Rectangle 45"/>
          <p:cNvSpPr/>
          <p:nvPr/>
        </p:nvSpPr>
        <p:spPr>
          <a:xfrm>
            <a:off x="3632556" y="2038972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7" name="Connector 46"/>
          <p:cNvCxnSpPr/>
          <p:nvPr/>
        </p:nvCxnSpPr>
        <p:spPr>
          <a:xfrm flipV="1">
            <a:off x="2478329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3054172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3630029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4205885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9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5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1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9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5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1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9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5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1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475789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1645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627501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5" name="Picture 6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6" name="Picture 6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3" y="7492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accuracy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diagonal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92130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values.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96959" y="1167977"/>
            <a:ext cx="288843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17343" y="1390659"/>
            <a:ext cx="30680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301174" y="1390659"/>
            <a:ext cx="248422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70042" y="1390659"/>
            <a:ext cx="191535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47063" y="1760115"/>
            <a:ext cx="40383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627505" y="1932187"/>
            <a:ext cx="41578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02066" y="1618395"/>
            <a:ext cx="348332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00135" y="1618395"/>
            <a:ext cx="31852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0.480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171635" y="1618395"/>
            <a:ext cx="26137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50755" y="1618395"/>
            <a:ext cx="20346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10105" y="1846145"/>
            <a:ext cx="3475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96340" y="1846145"/>
            <a:ext cx="31890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0.036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181046" y="1846145"/>
            <a:ext cx="260434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0.252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763768" y="1846145"/>
            <a:ext cx="202162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0.012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2303107" y="2073894"/>
            <a:ext cx="34822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591005" y="2073894"/>
            <a:ext cx="31943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66939" y="2073894"/>
            <a:ext cx="26184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747478" y="2073894"/>
            <a:ext cx="203791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23281" y="3150565"/>
            <a:ext cx="1621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45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480857" y="1583487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 flipV="1">
            <a:off x="2478329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054172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630029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4205885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3056713" y="1811236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2" name="Connector 41"/>
          <p:cNvCxnSpPr/>
          <p:nvPr/>
        </p:nvCxnSpPr>
        <p:spPr>
          <a:xfrm flipV="1">
            <a:off x="2478329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054172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3630029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205885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Rectangle 45"/>
          <p:cNvSpPr/>
          <p:nvPr/>
        </p:nvSpPr>
        <p:spPr>
          <a:xfrm>
            <a:off x="3632556" y="2038972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7" name="Connector 46"/>
          <p:cNvCxnSpPr/>
          <p:nvPr/>
        </p:nvCxnSpPr>
        <p:spPr>
          <a:xfrm flipV="1">
            <a:off x="2478329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3054172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3630029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4205885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9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5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1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9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5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1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9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5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1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475789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1645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627501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5" name="Picture 6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6" name="Picture 6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3" y="7492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accuracy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diagonal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92130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values.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96959" y="1167977"/>
            <a:ext cx="288843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17343" y="1390659"/>
            <a:ext cx="30680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301174" y="1390659"/>
            <a:ext cx="248422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70042" y="1390659"/>
            <a:ext cx="191535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47063" y="1760115"/>
            <a:ext cx="40383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627505" y="1932187"/>
            <a:ext cx="41578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02066" y="1618395"/>
            <a:ext cx="348332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00135" y="1618395"/>
            <a:ext cx="31852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0.480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171635" y="1618395"/>
            <a:ext cx="26137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50755" y="1618395"/>
            <a:ext cx="20346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10105" y="1846145"/>
            <a:ext cx="3475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96340" y="1846145"/>
            <a:ext cx="31890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0.036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181046" y="1846145"/>
            <a:ext cx="260434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0.252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763768" y="1846145"/>
            <a:ext cx="202162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0.012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2303107" y="2073894"/>
            <a:ext cx="34822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591005" y="2073894"/>
            <a:ext cx="31943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66939" y="2073894"/>
            <a:ext cx="26184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747478" y="2073894"/>
            <a:ext cx="203791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619795" y="2344696"/>
            <a:ext cx="416560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accuracy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=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0.480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+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0.252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+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0.096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=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0.828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623278" y="3150565"/>
            <a:ext cx="16211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45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480857" y="1583487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 flipV="1">
            <a:off x="2478329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054172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630029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4205885" y="158347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3056713" y="1811236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2" name="Connector 41"/>
          <p:cNvCxnSpPr/>
          <p:nvPr/>
        </p:nvCxnSpPr>
        <p:spPr>
          <a:xfrm flipV="1">
            <a:off x="2478329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3054172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3630029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4205885" y="1811223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Rectangle 45"/>
          <p:cNvSpPr/>
          <p:nvPr/>
        </p:nvSpPr>
        <p:spPr>
          <a:xfrm>
            <a:off x="3632556" y="2038972"/>
            <a:ext cx="570788" cy="222681"/>
          </a:xfrm>
          <a:prstGeom prst="rect">
            <a:avLst/>
          </a:prstGeom>
          <a:solidFill>
            <a:srgbClr val="7F807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7" name="Connector 46"/>
          <p:cNvCxnSpPr/>
          <p:nvPr/>
        </p:nvCxnSpPr>
        <p:spPr>
          <a:xfrm flipV="1">
            <a:off x="2478329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 flipV="1">
            <a:off x="3054172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 flipV="1">
            <a:off x="3630029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 flipV="1">
            <a:off x="4205885" y="203897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9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5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1" y="158094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9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5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1" y="180869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9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5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1" y="2036445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>
            <a:off x="2475789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>
            <a:off x="3051645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>
            <a:off x="3627501" y="226419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5" name="Picture 6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6" name="Picture 6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59993" y="7492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accuracy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diagonal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9993" y="92130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values.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96959" y="1167977"/>
            <a:ext cx="288843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17343" y="1390659"/>
            <a:ext cx="30680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301174" y="1390659"/>
            <a:ext cx="248422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70042" y="1390659"/>
            <a:ext cx="191535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47063" y="1760115"/>
            <a:ext cx="40383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627505" y="1932187"/>
            <a:ext cx="41578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02066" y="1618395"/>
            <a:ext cx="348332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00135" y="1618395"/>
            <a:ext cx="31852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0.480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171635" y="1618395"/>
            <a:ext cx="261376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50755" y="1618395"/>
            <a:ext cx="20346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0.024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10105" y="1846145"/>
            <a:ext cx="34752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96340" y="1846145"/>
            <a:ext cx="31890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0.036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181046" y="1846145"/>
            <a:ext cx="260434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0.252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763768" y="1846145"/>
            <a:ext cx="202162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0.012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2303107" y="2073894"/>
            <a:ext cx="34822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591005" y="2073894"/>
            <a:ext cx="31943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66939" y="2073894"/>
            <a:ext cx="26184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0.002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747478" y="2073894"/>
            <a:ext cx="203791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0.096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619795" y="2344696"/>
            <a:ext cx="416560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accuracy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=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0.480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+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0.252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+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0.096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=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0.828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286431" y="2602810"/>
            <a:ext cx="449896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82.8%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makes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623278" y="3150564"/>
            <a:ext cx="16211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45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14651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Time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reality.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life,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consequences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wrong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9" y="3150918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3130" y="3150564"/>
            <a:ext cx="1622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46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14651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Time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reality.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life,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consequences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wrong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40462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In medical diagnoses, the consequences are the treatment cost, human lives, legal cost,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57670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etc.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3127" y="3150564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46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14651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Time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some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reality.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life,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consequences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wrong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diagnoses.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40462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In medical diagnoses, the consequences are the treatment cost, human lives, legal cost,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57670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etc.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83481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construct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investigate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200688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3127" y="3150566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46</a:t>
            </a: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823180" y="-23433871"/>
            <a:ext cx="548639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0377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Suppose that,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7154" y="3150564"/>
            <a:ext cx="1582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47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823180" y="-23433871"/>
            <a:ext cx="548639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0377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Suppose that, the medical diagnosis represented by A is a condition that can be cured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2" y="975851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over-the-counter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drug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available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drug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$10.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7154" y="3150564"/>
            <a:ext cx="1582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47</a:t>
            </a: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823180" y="-23433871"/>
            <a:ext cx="548639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0377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Suppose that, the medical diagnosis represented by A is a condition that can be cured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2" y="975851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over-the-counter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drug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available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drug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$10.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23396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serious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problem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requires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aggressive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140603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treatment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prescription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antibiotic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$100.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7154" y="3150564"/>
            <a:ext cx="1582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47</a:t>
            </a: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3422852" y="1966455"/>
            <a:ext cx="548640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0377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Suppose that, the medical diagnosis represented by A is a condition that can be cured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2" y="975851"/>
            <a:ext cx="542540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over-the-counter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drug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available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drug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$10.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23396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serious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medical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problem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requires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aggressive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140603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treatment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prescription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antibiotic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$100.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93" y="166415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Condition C is a very serious condition that requires hospitalisation and surgery, with 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59993" y="183622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total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$5000.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condition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right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now,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patient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200829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20-percent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survival.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though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impossible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assign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dollar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18037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human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life,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let’s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insurance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policy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patients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$100,000.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235245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misdiagnosed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condition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result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$80,000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(80%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59993" y="252452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death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×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$100,000).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27154" y="3150564"/>
            <a:ext cx="1582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47</a:t>
            </a: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4975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It is often assumed that correct classification/diagnosis imposes zero cost, but it is clear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42183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zero.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4256" y="3150564"/>
            <a:ext cx="16113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48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4975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It is often assumed that correct classification/diagnosis imposes zero cost, but it is clear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42183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zero.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679939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ready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identify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misdiagnosis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diagnosis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1" y="1852024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based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previous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slide.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4256" y="3150564"/>
            <a:ext cx="16113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48</a:t>
            </a: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878654" y="-23924739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54498" y="-23924739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9030355" y="-23924739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606211" y="-23924739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878654" y="-2369699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54498" y="-2369699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9030355" y="-2369699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606211" y="-23696990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878654" y="-2346924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54498" y="-2346924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030355" y="-2346924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606211" y="-2346924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876115" y="-23927268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51971" y="-23927268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9027828" y="-23927268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15" y="-2369951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1" y="-23699519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28" y="-2369951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15" y="-2347177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1" y="-23471770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28" y="-23471770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15" y="-2324401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1" y="-23244019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28" y="-2324401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1496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623127" y="3150564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49</a:t>
            </a: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8" y="147558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71" y="147558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7" y="147558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3" y="147558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8" y="170333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71" y="170333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7" y="170333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3" y="170333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8" y="193108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71" y="193108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7" y="193108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3" y="193108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8" y="147305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4" y="1473059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500" y="147305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8" y="1700808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4" y="1700808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0" y="1700808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8" y="19285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4" y="19285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0" y="19285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8" y="21563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4" y="21563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0" y="21563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1496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896958" y="1060089"/>
            <a:ext cx="28884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17341" y="1282771"/>
            <a:ext cx="306805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301172" y="1282771"/>
            <a:ext cx="24842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870040" y="1282771"/>
            <a:ext cx="19153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7061" y="1652227"/>
            <a:ext cx="403833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627504" y="1824299"/>
            <a:ext cx="41578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302064" y="1510520"/>
            <a:ext cx="34833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62275" y="1510520"/>
            <a:ext cx="31231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$10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216299" y="1510520"/>
            <a:ext cx="256909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$110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720667" y="1510520"/>
            <a:ext cx="20647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$5,010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10103" y="1738257"/>
            <a:ext cx="34752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40456" y="1738257"/>
            <a:ext cx="31449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$110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195242" y="1738257"/>
            <a:ext cx="259015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$100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20667" y="1738257"/>
            <a:ext cx="20647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$5,100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03106" y="1966006"/>
            <a:ext cx="348228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56763" y="1966006"/>
            <a:ext cx="32286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$80,010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$80,100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$5,000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23127" y="3150564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49</a:t>
            </a: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8" y="147558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71" y="147558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7" y="147558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3" y="147558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8" y="170333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71" y="170333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7" y="170333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3" y="170333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8" y="193108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71" y="193108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7" y="193108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3" y="193108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8" y="147305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4" y="1473059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500" y="147305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8" y="1700808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4" y="1700808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500" y="1700808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8" y="19285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4" y="192855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500" y="1928557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8" y="21563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4" y="2156306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500" y="2156306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3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1496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896958" y="1060089"/>
            <a:ext cx="28884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17341" y="1282771"/>
            <a:ext cx="306805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301172" y="1282771"/>
            <a:ext cx="24842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870040" y="1282771"/>
            <a:ext cx="19153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7061" y="1652227"/>
            <a:ext cx="403833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627504" y="1824299"/>
            <a:ext cx="41578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302064" y="1510520"/>
            <a:ext cx="348333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62275" y="1510520"/>
            <a:ext cx="312312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$10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216299" y="1510520"/>
            <a:ext cx="256909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$110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720667" y="1510520"/>
            <a:ext cx="20647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$5,010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10103" y="1738257"/>
            <a:ext cx="347529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40456" y="1738257"/>
            <a:ext cx="31449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$110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195242" y="1738257"/>
            <a:ext cx="259015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$100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20667" y="1738257"/>
            <a:ext cx="206472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$5,100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03106" y="1966006"/>
            <a:ext cx="348228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56763" y="1966006"/>
            <a:ext cx="32286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$80,010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$80,100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$5,000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59993" y="235802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 multiply 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 with 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final 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element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 element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59993" y="253011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5623127" y="3150562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49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878654" y="-239309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454498" y="-239309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9030355" y="-239309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9606211" y="-23930911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7878654" y="-237031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8454498" y="-237031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29030355" y="-237031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29606211" y="-23703162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7878654" y="-2347542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28454498" y="-2347542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29030355" y="-2347542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29606211" y="-23475426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876115" y="-23933438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28451971" y="-23933438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29027828" y="-23933438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7876115" y="-2370568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28451971" y="-23705689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29027828" y="-23705689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7876115" y="-23477952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28451971" y="-2347795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29027828" y="-23477952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7876115" y="-23250204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28451971" y="-23250204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29027828" y="-23250204"/>
            <a:ext cx="580910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0879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04537" y="3150919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615610" y="3150565"/>
            <a:ext cx="16978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50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6" y="14694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69" y="14694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6" y="14694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2" y="14694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6" y="16971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69" y="16971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6" y="16971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2" y="16971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6" y="1924900"/>
            <a:ext cx="0" cy="22775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69" y="1924900"/>
            <a:ext cx="0" cy="22775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6" y="1924900"/>
            <a:ext cx="0" cy="22775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2" y="1924900"/>
            <a:ext cx="0" cy="22775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6" y="146688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2" y="146688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498" y="146688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6" y="169463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2" y="169463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498" y="169463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6" y="1922373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2" y="1922373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498" y="1922373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6" y="215012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2" y="215012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498" y="215012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-5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79999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0879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896956" y="1053905"/>
            <a:ext cx="28884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17340" y="1276587"/>
            <a:ext cx="30680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301171" y="1276587"/>
            <a:ext cx="248422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870039" y="1276587"/>
            <a:ext cx="19153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7060" y="1646043"/>
            <a:ext cx="403833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627502" y="1818115"/>
            <a:ext cx="41578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302063" y="1504336"/>
            <a:ext cx="34833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83340" y="1504336"/>
            <a:ext cx="31020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4.8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192772" y="1504336"/>
            <a:ext cx="25926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10.56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736702" y="1504336"/>
            <a:ext cx="20486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120.24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10102" y="1732085"/>
            <a:ext cx="34752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45521" y="1732085"/>
            <a:ext cx="31398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3.96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223948" y="1732085"/>
            <a:ext cx="25614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25.2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12906" y="1732085"/>
            <a:ext cx="19724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61.2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03104" y="1959822"/>
            <a:ext cx="34822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75485" y="1959822"/>
            <a:ext cx="320991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160.02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151280" y="1959822"/>
            <a:ext cx="263411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160.20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708511" y="1959822"/>
            <a:ext cx="207688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480.00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904531" y="3150916"/>
            <a:ext cx="8808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5615604" y="3150562"/>
            <a:ext cx="16979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50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478326" y="14694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3054169" y="14694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3630026" y="14694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4205882" y="1469415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478326" y="16971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054169" y="16971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 flipV="1">
            <a:off x="3630026" y="16971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 flipV="1">
            <a:off x="4205882" y="1697164"/>
            <a:ext cx="0" cy="227749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 flipV="1">
            <a:off x="2478326" y="1924900"/>
            <a:ext cx="0" cy="22775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 flipV="1">
            <a:off x="3054169" y="1924900"/>
            <a:ext cx="0" cy="22775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 flipV="1">
            <a:off x="3630026" y="1924900"/>
            <a:ext cx="0" cy="22775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 flipV="1">
            <a:off x="4205882" y="1924900"/>
            <a:ext cx="0" cy="22775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475786" y="146688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3051642" y="146688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3627498" y="146688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2475786" y="169463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3051642" y="169463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3627498" y="1694637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>
            <a:off x="2475786" y="1922373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>
            <a:off x="3051642" y="1922373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>
            <a:off x="3627498" y="1922373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>
            <a:off x="2475786" y="215012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3051642" y="215012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3627498" y="2150122"/>
            <a:ext cx="580911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-5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79999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62" name="Picture 61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63" name="Picture 62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59993" y="80879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matrix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896956" y="1053905"/>
            <a:ext cx="28884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17340" y="1276587"/>
            <a:ext cx="30680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301171" y="1276587"/>
            <a:ext cx="248422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870039" y="1276587"/>
            <a:ext cx="191535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7060" y="1646043"/>
            <a:ext cx="403833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627502" y="1818115"/>
            <a:ext cx="41578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302063" y="1504336"/>
            <a:ext cx="348333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83340" y="1504336"/>
            <a:ext cx="31020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4.8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192772" y="1504336"/>
            <a:ext cx="259262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10.56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736702" y="1504336"/>
            <a:ext cx="20486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120.24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310102" y="1732085"/>
            <a:ext cx="347529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B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45521" y="1732085"/>
            <a:ext cx="31398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3.96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223948" y="1732085"/>
            <a:ext cx="25614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25.2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12906" y="1732085"/>
            <a:ext cx="197249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61.2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03104" y="1959822"/>
            <a:ext cx="348229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575485" y="1959822"/>
            <a:ext cx="320991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160.02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151280" y="1959822"/>
            <a:ext cx="263411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160.20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708511" y="1959822"/>
            <a:ext cx="207688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480.00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59990" y="2351857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estimated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application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given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59990" y="2523929"/>
            <a:ext cx="54254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elements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matrix,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$1,026.18.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4904531" y="3150916"/>
            <a:ext cx="8808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615604" y="3150562"/>
            <a:ext cx="16979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50</a:t>
            </a: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088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fine-tune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1809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38683" y="3150564"/>
            <a:ext cx="14671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51</a:t>
            </a: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088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fine-tune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1809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43904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network-based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trained.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6111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threshold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adjusted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178319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associated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choose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combination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lowest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38683" y="3150564"/>
            <a:ext cx="14671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51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Confusion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matrices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088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fine-tune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1809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43904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network-based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trained.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6111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threshold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adjusted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178319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associated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choose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combination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lowest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91" y="2041305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Even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information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available,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tuned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minimise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59991" y="221337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off-diagonal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numbers,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represents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incorrect.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638683" y="3150564"/>
            <a:ext cx="14671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51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U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24105" y="3150565"/>
            <a:ext cx="16129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52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Receiver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operating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characteristic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(ROC)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51793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called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relative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7094" y="73353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3128" y="3150565"/>
            <a:ext cx="16226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53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Receiver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operating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characteristic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(ROC)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51793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called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relative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7094" y="73353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948117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 curves started to be used in 1940s for electronic communication systems 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163723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field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psychology.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3128" y="3150565"/>
            <a:ext cx="16226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53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Receiver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operating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characteristic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(ROC)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51793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called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relative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7094" y="73353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948117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 curves started to be used in 1940s for electronic communication systems 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163723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field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psychology.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6" y="137830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described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useful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7094" y="1593910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systems.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23128" y="3150565"/>
            <a:ext cx="16226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53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Receiver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operating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characteristic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(ROC)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51793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called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relative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7094" y="73353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948117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 curves started to be used in 1940s for electronic communication systems 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163723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field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psychology.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6" y="137830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described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useful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7094" y="1593910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systems.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60056" y="180849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approach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decisions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“gold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7094" y="2024097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standard”.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904537" y="3150920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23128" y="3150566"/>
            <a:ext cx="16226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53</a:t>
            </a: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Receiver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operating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characteristic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(ROC)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51793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called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relative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7094" y="73353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948117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 curves started to be used in 1940s for electronic communication systems 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163723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field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psychology.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6" y="137830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described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useful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7094" y="1593910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systems.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60056" y="180849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approach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decisions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“gold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7094" y="2024097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standard”.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60056" y="223868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provide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quantify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accuracy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automated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7094" y="2454285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904537" y="3150920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623128" y="3150566"/>
            <a:ext cx="16226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53</a:t>
            </a: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4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4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Receiver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operating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characteristic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(ROC)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51793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also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called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relative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operating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7094" y="733536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6" y="948117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 curves started to be used in 1940s for electronic communication systems and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4" y="1163723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field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psychology.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6" y="137830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described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useful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7094" y="1593910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systems.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60056" y="180849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approach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compares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decisions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“gold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7094" y="2024097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standard”.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60056" y="2238680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provide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quantify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accuracy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automated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7094" y="2454285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diagnostic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60056" y="2668867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useful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because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their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sensitive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probability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7094" y="2884473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training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decision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bias.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904534" y="3150920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623125" y="3150566"/>
            <a:ext cx="16227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53</a:t>
            </a: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110299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corresponds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3281" y="3150564"/>
            <a:ext cx="1621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54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110299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corresponds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361096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plot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ratio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(sensitivity)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versus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4" y="1576702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ratio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-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specificity).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3281" y="3150562"/>
            <a:ext cx="1621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54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1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0056" y="1102994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corresponds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6" y="1361096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plot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ratio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(sensitivity)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versus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4" y="1576702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ratio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-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specificity).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0056" y="179128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typical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plot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points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threshold,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connect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7094" y="2006888"/>
            <a:ext cx="51483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segments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smooth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3278" y="3150564"/>
            <a:ext cx="16211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54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690672" y="-23404709"/>
            <a:ext cx="0" cy="32404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986744" y="-23404709"/>
            <a:ext cx="0" cy="32404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282819" y="-23404709"/>
            <a:ext cx="0" cy="32404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8578891" y="-23404709"/>
            <a:ext cx="0" cy="32404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8874966" y="-23404709"/>
            <a:ext cx="0" cy="32404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9171038" y="-23404709"/>
            <a:ext cx="0" cy="32404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674468" y="-23388507"/>
            <a:ext cx="32408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7674468" y="-23612113"/>
            <a:ext cx="32408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7674468" y="-23835720"/>
            <a:ext cx="32408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7674468" y="-24059326"/>
            <a:ext cx="32408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7674468" y="-24282933"/>
            <a:ext cx="32408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7674468" y="-24506539"/>
            <a:ext cx="32408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690672" y="-23388507"/>
            <a:ext cx="1465182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29146500" y="-234061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7690672" y="-24603160"/>
            <a:ext cx="0" cy="121465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7673300" y="-24612600"/>
            <a:ext cx="25400" cy="12700"/>
          </a:xfrm>
          <a:custGeom>
            <a:avLst/>
            <a:gdLst/>
            <a:ahLst/>
            <a:cxnLst/>
            <a:rect l="l" t="t" r="r" b="b"/>
            <a:pathLst>
              <a:path w="2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7690672" y="-23400596"/>
            <a:ext cx="5026" cy="1208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7695698" y="-23429092"/>
            <a:ext cx="2127" cy="284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7697825" y="-23461394"/>
            <a:ext cx="4887" cy="323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7702712" y="-23500210"/>
            <a:ext cx="5974" cy="388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7708686" y="-23532797"/>
            <a:ext cx="6546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7715232" y="-23552005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7717743" y="-23577903"/>
            <a:ext cx="5603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7723346" y="-23617635"/>
            <a:ext cx="5101" cy="397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7728447" y="-23648967"/>
            <a:ext cx="5395" cy="313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7733842" y="-23685555"/>
            <a:ext cx="8514" cy="365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7742356" y="-23725720"/>
            <a:ext cx="6979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7749335" y="-23766890"/>
            <a:ext cx="9392" cy="4117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7758727" y="-23804089"/>
            <a:ext cx="9243" cy="371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7767970" y="-23840884"/>
            <a:ext cx="10287" cy="367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7778257" y="-23873015"/>
            <a:ext cx="10006" cy="321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7788263" y="-23901700"/>
            <a:ext cx="9795" cy="2868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7798058" y="-23929356"/>
            <a:ext cx="9286" cy="2765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7807344" y="-23963278"/>
            <a:ext cx="11903" cy="339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7819247" y="-23996394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7833336" y="-24024096"/>
            <a:ext cx="13761" cy="277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7847097" y="-24051069"/>
            <a:ext cx="13714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7860811" y="-24080252"/>
            <a:ext cx="16535" cy="2918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7877346" y="-24108230"/>
            <a:ext cx="17800" cy="279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7895146" y="-24135157"/>
            <a:ext cx="19078" cy="2692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7914224" y="-24162157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935990" y="-24189511"/>
            <a:ext cx="24470" cy="2735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960460" y="-24216892"/>
            <a:ext cx="28498" cy="2738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988958" y="-24242890"/>
            <a:ext cx="31096" cy="259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8020054" y="-24265901"/>
            <a:ext cx="30915" cy="2301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8050969" y="-24285596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8081681" y="-24302637"/>
            <a:ext cx="30550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8112231" y="-24318241"/>
            <a:ext cx="30463" cy="156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142694" y="-24332297"/>
            <a:ext cx="30370" cy="1405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73064" y="-24345135"/>
            <a:ext cx="30293" cy="1283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203357" y="-24356538"/>
            <a:ext cx="30209" cy="114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233566" y="-24367387"/>
            <a:ext cx="30172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263738" y="-24377019"/>
            <a:ext cx="30100" cy="96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293838" y="-24385767"/>
            <a:ext cx="30045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323883" y="-24393520"/>
            <a:ext cx="29986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8353869" y="-24401495"/>
            <a:ext cx="29998" cy="797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8383867" y="-24408252"/>
            <a:ext cx="29924" cy="675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8413791" y="-24414898"/>
            <a:ext cx="29917" cy="664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8443708" y="-24420993"/>
            <a:ext cx="29887" cy="60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8473595" y="-24426092"/>
            <a:ext cx="29821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8503416" y="-24430970"/>
            <a:ext cx="29812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28533228" y="-24435847"/>
            <a:ext cx="29809" cy="487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28563037" y="-24439067"/>
            <a:ext cx="29710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28592747" y="-24444276"/>
            <a:ext cx="29828" cy="520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28622575" y="-24448382"/>
            <a:ext cx="29766" cy="410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28652341" y="-24451822"/>
            <a:ext cx="29722" cy="34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28682063" y="-24455372"/>
            <a:ext cx="29728" cy="355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28711791" y="-24459587"/>
            <a:ext cx="29769" cy="42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28741560" y="-24461590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28771195" y="-24464035"/>
            <a:ext cx="29664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28800859" y="-24467255"/>
            <a:ext cx="29709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28830568" y="-24470473"/>
            <a:ext cx="29707" cy="321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8860275" y="-24472698"/>
            <a:ext cx="29651" cy="222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8889926" y="-24474813"/>
            <a:ext cx="29642" cy="21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919568" y="-24476774"/>
            <a:ext cx="29632" cy="196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949200" y="-24479370"/>
            <a:ext cx="29669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8978869" y="-24481966"/>
            <a:ext cx="29673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9008542" y="-24484404"/>
            <a:ext cx="29660" cy="243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9038202" y="-24485708"/>
            <a:ext cx="29592" cy="13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9067794" y="-24487130"/>
            <a:ext cx="29602" cy="14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9097396" y="-24487444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29118879" y="-24487444"/>
            <a:ext cx="26876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7693270" y="-23443862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7693593" y="-23485602"/>
            <a:ext cx="1011" cy="4174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7694604" y="-23516169"/>
            <a:ext cx="583" cy="305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7694430" y="-23541415"/>
            <a:ext cx="757" cy="2524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7693965" y="-23578410"/>
            <a:ext cx="465" cy="3699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7693153" y="-23620245"/>
            <a:ext cx="812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7693153" y="-23660000"/>
            <a:ext cx="310" cy="397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7693463" y="-23688228"/>
            <a:ext cx="378" cy="2822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7693841" y="-23724514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7695283" y="-23771170"/>
            <a:ext cx="2648" cy="466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7697931" y="-23809368"/>
            <a:ext cx="2353" cy="3819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7700284" y="-23840592"/>
            <a:ext cx="3420" cy="312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7703704" y="-23884170"/>
            <a:ext cx="5103" cy="4357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7708807" y="-23931475"/>
            <a:ext cx="5873" cy="47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7714680" y="-23968399"/>
            <a:ext cx="7311" cy="369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7721991" y="-24005674"/>
            <a:ext cx="6936" cy="3727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7728927" y="-24046939"/>
            <a:ext cx="10899" cy="4126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7739826" y="-24078666"/>
            <a:ext cx="9980" cy="317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7749806" y="-24103500"/>
            <a:ext cx="8487" cy="2483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7758293" y="-24129348"/>
            <a:ext cx="9624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7767917" y="-24158085"/>
            <a:ext cx="12210" cy="2873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7780127" y="-24183233"/>
            <a:ext cx="13605" cy="251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7793732" y="-24210388"/>
            <a:ext cx="16412" cy="271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7810144" y="-24237519"/>
            <a:ext cx="19090" cy="2713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7829234" y="-24265787"/>
            <a:ext cx="23186" cy="2826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7852420" y="-24293146"/>
            <a:ext cx="27152" cy="2735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7879572" y="-24318131"/>
            <a:ext cx="29694" cy="2498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7909266" y="-24340148"/>
            <a:ext cx="30854" cy="220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940120" y="-24358958"/>
            <a:ext cx="30656" cy="1881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970776" y="-24374781"/>
            <a:ext cx="30479" cy="1582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8001255" y="-24388174"/>
            <a:ext cx="30327" cy="133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8031582" y="-24401124"/>
            <a:ext cx="30302" cy="1295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8061884" y="-24412195"/>
            <a:ext cx="30187" cy="110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8092071" y="-24421495"/>
            <a:ext cx="30079" cy="930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8122150" y="-24430575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152216" y="-24438880"/>
            <a:ext cx="30020" cy="8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182236" y="-24445969"/>
            <a:ext cx="29942" cy="708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212178" y="-24451290"/>
            <a:ext cx="29837" cy="532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242015" y="-24457606"/>
            <a:ext cx="29899" cy="63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271914" y="-24461709"/>
            <a:ext cx="29763" cy="410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301677" y="-24467030"/>
            <a:ext cx="29837" cy="532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331514" y="-24470360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8361230" y="-24474354"/>
            <a:ext cx="29756" cy="3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8390986" y="-24478677"/>
            <a:ext cx="29775" cy="432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8420761" y="-24482007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8450477" y="-24483679"/>
            <a:ext cx="29617" cy="167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8480094" y="-24484798"/>
            <a:ext cx="29579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8509673" y="-24486359"/>
            <a:ext cx="29608" cy="156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28539281" y="-24488251"/>
            <a:ext cx="29629" cy="189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28568910" y="-24489370"/>
            <a:ext cx="29583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28598493" y="-24490488"/>
            <a:ext cx="29579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28628072" y="-24491607"/>
            <a:ext cx="29583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28657655" y="-24491951"/>
            <a:ext cx="29533" cy="34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28687188" y="-24492627"/>
            <a:ext cx="29555" cy="6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28716743" y="-24493745"/>
            <a:ext cx="29579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28746322" y="-24494864"/>
            <a:ext cx="29583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28775905" y="-24494864"/>
            <a:ext cx="29487" cy="4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28805392" y="-24494551"/>
            <a:ext cx="31052" cy="1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28836444" y="-24494551"/>
            <a:ext cx="26811" cy="88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28863255" y="-24493670"/>
            <a:ext cx="30609" cy="3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28893864" y="-24493334"/>
            <a:ext cx="29499" cy="2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28923363" y="-24493415"/>
            <a:ext cx="29533" cy="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28952896" y="-24493663"/>
            <a:ext cx="29527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28982423" y="-24493663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29011863" y="-24492472"/>
            <a:ext cx="29449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29041312" y="-24491408"/>
            <a:ext cx="29465" cy="80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29070777" y="-24490715"/>
            <a:ext cx="29518" cy="1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29100295" y="-24491670"/>
            <a:ext cx="20181" cy="9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29120476" y="-24491670"/>
            <a:ext cx="25279" cy="4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7690672" y="-23434299"/>
            <a:ext cx="60632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7751304" y="-23480092"/>
            <a:ext cx="60635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7811939" y="-23525884"/>
            <a:ext cx="60632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7872571" y="-23571677"/>
            <a:ext cx="60635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933206" y="-23617470"/>
            <a:ext cx="60632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993838" y="-23663264"/>
            <a:ext cx="60632" cy="45794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8054470" y="-23709056"/>
            <a:ext cx="60635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8115105" y="-23754849"/>
            <a:ext cx="60632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175737" y="-23800641"/>
            <a:ext cx="60635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236372" y="-23846434"/>
            <a:ext cx="60632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297004" y="-23892226"/>
            <a:ext cx="60635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8357639" y="-23938019"/>
            <a:ext cx="60632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8418271" y="-23983812"/>
            <a:ext cx="60632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8478903" y="-24029604"/>
            <a:ext cx="60635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28539538" y="-24075397"/>
            <a:ext cx="60632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28600170" y="-24121191"/>
            <a:ext cx="60635" cy="45794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28660805" y="-24166983"/>
            <a:ext cx="60632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28721437" y="-24212776"/>
            <a:ext cx="60632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28782069" y="-24258568"/>
            <a:ext cx="60635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28842704" y="-24304361"/>
            <a:ext cx="60632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28903336" y="-24350154"/>
            <a:ext cx="60635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28963971" y="-24395946"/>
            <a:ext cx="60632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29024603" y="-24441739"/>
            <a:ext cx="60635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29085238" y="-24487531"/>
            <a:ext cx="60632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59993" y="54468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Hypothetically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generated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follows: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4904537" y="3150916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5622595" y="3150563"/>
            <a:ext cx="16280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55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290346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586420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82493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78566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74639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770712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74144" y="2011819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274144" y="178821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274144" y="1564606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274144" y="1341000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274144" y="111739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274144" y="893787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290346" y="2011819"/>
            <a:ext cx="1465183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746500" y="19939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290346" y="797167"/>
            <a:ext cx="0" cy="121465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273300" y="787400"/>
            <a:ext cx="25400" cy="12700"/>
          </a:xfrm>
          <a:custGeom>
            <a:avLst/>
            <a:gdLst/>
            <a:ahLst/>
            <a:cxnLst/>
            <a:rect l="l" t="t" r="r" b="b"/>
            <a:pathLst>
              <a:path w="2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290346" y="1999731"/>
            <a:ext cx="5025" cy="120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295371" y="1971234"/>
            <a:ext cx="2128" cy="284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297499" y="1938931"/>
            <a:ext cx="4886" cy="323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302385" y="1900116"/>
            <a:ext cx="5977" cy="388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308362" y="1867529"/>
            <a:ext cx="6545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14907" y="1848321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317418" y="1822423"/>
            <a:ext cx="5601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323019" y="1782690"/>
            <a:ext cx="5102" cy="397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328121" y="1751359"/>
            <a:ext cx="5395" cy="313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333516" y="1714771"/>
            <a:ext cx="8513" cy="365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342029" y="1674606"/>
            <a:ext cx="6981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349010" y="1633436"/>
            <a:ext cx="9393" cy="4117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358403" y="1596237"/>
            <a:ext cx="9240" cy="371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367643" y="1559442"/>
            <a:ext cx="10289" cy="367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377932" y="1527311"/>
            <a:ext cx="10005" cy="321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387937" y="1498625"/>
            <a:ext cx="9796" cy="2868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397733" y="1470970"/>
            <a:ext cx="9285" cy="276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407018" y="1437048"/>
            <a:ext cx="11903" cy="339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18921" y="1403932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33010" y="1376229"/>
            <a:ext cx="13760" cy="277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446770" y="1349256"/>
            <a:ext cx="13716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460486" y="1320073"/>
            <a:ext cx="16533" cy="2918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477019" y="1292096"/>
            <a:ext cx="17801" cy="2797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494820" y="1265169"/>
            <a:ext cx="19079" cy="2692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13899" y="1238169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35665" y="1210816"/>
            <a:ext cx="24471" cy="273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560136" y="1183434"/>
            <a:ext cx="28497" cy="2738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588633" y="1157436"/>
            <a:ext cx="31096" cy="259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19729" y="1134424"/>
            <a:ext cx="30914" cy="2301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50643" y="1114729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681355" y="1097688"/>
            <a:ext cx="30550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11905" y="1082085"/>
            <a:ext cx="30463" cy="156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42368" y="1068029"/>
            <a:ext cx="30369" cy="1405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72737" y="1055190"/>
            <a:ext cx="30295" cy="128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03032" y="1043788"/>
            <a:ext cx="30207" cy="114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33239" y="1032939"/>
            <a:ext cx="30174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3413" y="1023307"/>
            <a:ext cx="30099" cy="96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93512" y="1014559"/>
            <a:ext cx="30046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23558" y="1006806"/>
            <a:ext cx="29985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53543" y="998832"/>
            <a:ext cx="29998" cy="797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83541" y="992074"/>
            <a:ext cx="29925" cy="675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013466" y="985427"/>
            <a:ext cx="29918" cy="664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43384" y="979333"/>
            <a:ext cx="29884" cy="609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73268" y="974234"/>
            <a:ext cx="29823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103091" y="969356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132901" y="964478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62711" y="961259"/>
            <a:ext cx="29710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92421" y="956049"/>
            <a:ext cx="29830" cy="521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222251" y="951945"/>
            <a:ext cx="29763" cy="41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252014" y="948504"/>
            <a:ext cx="29722" cy="34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81736" y="944953"/>
            <a:ext cx="29730" cy="355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311466" y="940739"/>
            <a:ext cx="29769" cy="42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341235" y="938736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370870" y="936291"/>
            <a:ext cx="29662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400532" y="933071"/>
            <a:ext cx="29709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430241" y="929852"/>
            <a:ext cx="29709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459950" y="927628"/>
            <a:ext cx="29649" cy="222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489599" y="925514"/>
            <a:ext cx="29642" cy="21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519241" y="923552"/>
            <a:ext cx="29632" cy="196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548873" y="920956"/>
            <a:ext cx="29671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578544" y="918361"/>
            <a:ext cx="29671" cy="25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608215" y="915922"/>
            <a:ext cx="29662" cy="24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637877" y="914617"/>
            <a:ext cx="29592" cy="130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667469" y="913196"/>
            <a:ext cx="29600" cy="142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697069" y="912882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718552" y="912882"/>
            <a:ext cx="26877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292943" y="1956464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293266" y="1914725"/>
            <a:ext cx="1012" cy="4173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294278" y="1884157"/>
            <a:ext cx="582" cy="3056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294104" y="1858910"/>
            <a:ext cx="756" cy="2524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293640" y="1821916"/>
            <a:ext cx="464" cy="36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292826" y="1780081"/>
            <a:ext cx="814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292826" y="1740326"/>
            <a:ext cx="312" cy="397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293138" y="1712098"/>
            <a:ext cx="377" cy="2822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293515" y="1675812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294957" y="1629155"/>
            <a:ext cx="2648" cy="4665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297605" y="1590959"/>
            <a:ext cx="2353" cy="3819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299958" y="1559733"/>
            <a:ext cx="3421" cy="31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303379" y="1516157"/>
            <a:ext cx="5103" cy="435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308482" y="1468851"/>
            <a:ext cx="5871" cy="47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14353" y="1431927"/>
            <a:ext cx="7312" cy="369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321665" y="1394653"/>
            <a:ext cx="6938" cy="3727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328603" y="1353386"/>
            <a:ext cx="10896" cy="41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339499" y="1321659"/>
            <a:ext cx="9981" cy="317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349480" y="1296826"/>
            <a:ext cx="8487" cy="2483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357967" y="1270978"/>
            <a:ext cx="9623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367590" y="1242242"/>
            <a:ext cx="12213" cy="287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379803" y="1217093"/>
            <a:ext cx="13604" cy="251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393407" y="1189937"/>
            <a:ext cx="16410" cy="271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409817" y="1162807"/>
            <a:ext cx="19091" cy="271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28908" y="1134540"/>
            <a:ext cx="23185" cy="28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452093" y="1107180"/>
            <a:ext cx="27154" cy="273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479247" y="1082195"/>
            <a:ext cx="29693" cy="2498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508940" y="1060179"/>
            <a:ext cx="30853" cy="220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39793" y="1041368"/>
            <a:ext cx="30659" cy="1881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570452" y="1025544"/>
            <a:ext cx="30476" cy="158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600928" y="1012151"/>
            <a:ext cx="30328" cy="133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31256" y="999202"/>
            <a:ext cx="30302" cy="129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61558" y="988132"/>
            <a:ext cx="30187" cy="1107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691745" y="978831"/>
            <a:ext cx="30079" cy="930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21824" y="969751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51890" y="961445"/>
            <a:ext cx="30019" cy="8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81909" y="954356"/>
            <a:ext cx="29944" cy="708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11853" y="949036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41690" y="942720"/>
            <a:ext cx="29898" cy="63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71588" y="938616"/>
            <a:ext cx="29763" cy="410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901351" y="933296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31188" y="929966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60904" y="925973"/>
            <a:ext cx="29756" cy="39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90660" y="921648"/>
            <a:ext cx="29776" cy="43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3020436" y="918318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50152" y="916647"/>
            <a:ext cx="29615" cy="16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79767" y="915528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109348" y="913968"/>
            <a:ext cx="29608" cy="15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138956" y="912075"/>
            <a:ext cx="29628" cy="18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68584" y="910957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98166" y="909838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227747" y="908720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257328" y="908375"/>
            <a:ext cx="29534" cy="34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86862" y="907699"/>
            <a:ext cx="29554" cy="6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316416" y="906581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345998" y="905462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375579" y="905462"/>
            <a:ext cx="29487" cy="4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405066" y="905775"/>
            <a:ext cx="31053" cy="1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436119" y="905775"/>
            <a:ext cx="26809" cy="88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462928" y="906656"/>
            <a:ext cx="30610" cy="3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493538" y="906991"/>
            <a:ext cx="29500" cy="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523038" y="906911"/>
            <a:ext cx="29531" cy="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552569" y="906663"/>
            <a:ext cx="29529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582098" y="906663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611538" y="907854"/>
            <a:ext cx="29449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640987" y="908918"/>
            <a:ext cx="29464" cy="79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670451" y="909610"/>
            <a:ext cx="29520" cy="1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699971" y="908655"/>
            <a:ext cx="20180" cy="9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720151" y="908655"/>
            <a:ext cx="25278" cy="42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290346" y="1966027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350979" y="1920234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411613" y="187444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472246" y="182864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32879" y="1782856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593513" y="173706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54146" y="1691270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14779" y="1645478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75412" y="159968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36045" y="1553892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96679" y="1508100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57312" y="146230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3017945" y="1416514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78579" y="137072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139212" y="1324929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99845" y="1279136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260478" y="1233343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321112" y="1187551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381745" y="114175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442378" y="109596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503011" y="1050172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563644" y="1004380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624278" y="95858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684911" y="91279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59993" y="54468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Hypothetically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generated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follows: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269559" y="2045851"/>
            <a:ext cx="351583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33302" y="2045851"/>
            <a:ext cx="325209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829370" y="2045851"/>
            <a:ext cx="295602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125445" y="2045851"/>
            <a:ext cx="2659950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421512" y="2045851"/>
            <a:ext cx="236388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749912" y="2045851"/>
            <a:ext cx="203548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203356" y="1973637"/>
            <a:ext cx="358203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138701" y="1750035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138701" y="1526434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138701" y="1302825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138701" y="1079224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203356" y="855623"/>
            <a:ext cx="358203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689642" y="1120635"/>
            <a:ext cx="309575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312521" y="964174"/>
            <a:ext cx="347287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690694" y="2150592"/>
            <a:ext cx="3094701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1987419" y="1069305"/>
            <a:ext cx="379797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4904537" y="3150916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5622595" y="3150563"/>
            <a:ext cx="16280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55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290346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586420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82493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78566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74639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770712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74144" y="2011819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274144" y="178821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274144" y="1564606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274144" y="1341000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274144" y="111739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274144" y="893787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290346" y="2011819"/>
            <a:ext cx="1465183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746500" y="19939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290346" y="797167"/>
            <a:ext cx="0" cy="121465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273300" y="787400"/>
            <a:ext cx="25400" cy="12700"/>
          </a:xfrm>
          <a:custGeom>
            <a:avLst/>
            <a:gdLst/>
            <a:ahLst/>
            <a:cxnLst/>
            <a:rect l="l" t="t" r="r" b="b"/>
            <a:pathLst>
              <a:path w="2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290346" y="1999731"/>
            <a:ext cx="5025" cy="120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295371" y="1971234"/>
            <a:ext cx="2128" cy="284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297499" y="1938931"/>
            <a:ext cx="4886" cy="323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302385" y="1900116"/>
            <a:ext cx="5977" cy="388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308362" y="1867529"/>
            <a:ext cx="6545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14907" y="1848321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317418" y="1822423"/>
            <a:ext cx="5601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323019" y="1782690"/>
            <a:ext cx="5102" cy="397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328121" y="1751359"/>
            <a:ext cx="5395" cy="313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333516" y="1714771"/>
            <a:ext cx="8513" cy="365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342029" y="1674606"/>
            <a:ext cx="6981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349010" y="1633436"/>
            <a:ext cx="9393" cy="4117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358403" y="1596237"/>
            <a:ext cx="9240" cy="371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367643" y="1559442"/>
            <a:ext cx="10289" cy="367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377932" y="1527311"/>
            <a:ext cx="10005" cy="321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387937" y="1498625"/>
            <a:ext cx="9796" cy="2868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397733" y="1470970"/>
            <a:ext cx="9285" cy="276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407018" y="1437048"/>
            <a:ext cx="11903" cy="339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18921" y="1403932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33010" y="1376229"/>
            <a:ext cx="13760" cy="277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446770" y="1349256"/>
            <a:ext cx="13716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460486" y="1320073"/>
            <a:ext cx="16533" cy="2918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477019" y="1292096"/>
            <a:ext cx="17801" cy="2797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494820" y="1265169"/>
            <a:ext cx="19079" cy="2692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13899" y="1238169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35665" y="1210816"/>
            <a:ext cx="24471" cy="273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560136" y="1183434"/>
            <a:ext cx="28497" cy="2738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588633" y="1157436"/>
            <a:ext cx="31096" cy="259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19729" y="1134424"/>
            <a:ext cx="30914" cy="2301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50643" y="1114729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681355" y="1097688"/>
            <a:ext cx="30550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11905" y="1082085"/>
            <a:ext cx="30463" cy="156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42368" y="1068029"/>
            <a:ext cx="30369" cy="1405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72737" y="1055190"/>
            <a:ext cx="30295" cy="128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03032" y="1043788"/>
            <a:ext cx="30207" cy="114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33239" y="1032939"/>
            <a:ext cx="30174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3413" y="1023307"/>
            <a:ext cx="30099" cy="96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93512" y="1014559"/>
            <a:ext cx="30046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23558" y="1006806"/>
            <a:ext cx="29985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53543" y="998832"/>
            <a:ext cx="29998" cy="797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83541" y="992074"/>
            <a:ext cx="29925" cy="675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013466" y="985427"/>
            <a:ext cx="29918" cy="664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43384" y="979333"/>
            <a:ext cx="29884" cy="609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73268" y="974234"/>
            <a:ext cx="29823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103091" y="969356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132901" y="964478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62711" y="961259"/>
            <a:ext cx="29710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92421" y="956049"/>
            <a:ext cx="29830" cy="521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222251" y="951945"/>
            <a:ext cx="29763" cy="41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252014" y="948504"/>
            <a:ext cx="29722" cy="34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81736" y="944953"/>
            <a:ext cx="29730" cy="355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311466" y="940739"/>
            <a:ext cx="29769" cy="42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341235" y="938736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370870" y="936291"/>
            <a:ext cx="29662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400532" y="933071"/>
            <a:ext cx="29709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430241" y="929852"/>
            <a:ext cx="29709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459950" y="927628"/>
            <a:ext cx="29649" cy="222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489599" y="925514"/>
            <a:ext cx="29642" cy="21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519241" y="923552"/>
            <a:ext cx="29632" cy="196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548873" y="920956"/>
            <a:ext cx="29671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578544" y="918361"/>
            <a:ext cx="29671" cy="25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608215" y="915922"/>
            <a:ext cx="29662" cy="24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637877" y="914617"/>
            <a:ext cx="29592" cy="130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667469" y="913196"/>
            <a:ext cx="29600" cy="142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697069" y="912882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718552" y="912882"/>
            <a:ext cx="26877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292943" y="1956464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293266" y="1914725"/>
            <a:ext cx="1012" cy="4173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294278" y="1884157"/>
            <a:ext cx="582" cy="3056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294104" y="1858910"/>
            <a:ext cx="756" cy="2524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293640" y="1821916"/>
            <a:ext cx="464" cy="36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292826" y="1780081"/>
            <a:ext cx="814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292826" y="1740326"/>
            <a:ext cx="312" cy="397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293138" y="1712098"/>
            <a:ext cx="377" cy="2822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293515" y="1675812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294957" y="1629155"/>
            <a:ext cx="2648" cy="4665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297605" y="1590959"/>
            <a:ext cx="2353" cy="3819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299958" y="1559733"/>
            <a:ext cx="3421" cy="31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303379" y="1516157"/>
            <a:ext cx="5103" cy="435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308482" y="1468851"/>
            <a:ext cx="5871" cy="47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14353" y="1431927"/>
            <a:ext cx="7312" cy="369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321665" y="1394653"/>
            <a:ext cx="6938" cy="3727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328603" y="1353386"/>
            <a:ext cx="10896" cy="41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339499" y="1321659"/>
            <a:ext cx="9981" cy="317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349480" y="1296826"/>
            <a:ext cx="8487" cy="2483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357967" y="1270978"/>
            <a:ext cx="9623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367590" y="1242242"/>
            <a:ext cx="12213" cy="287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379803" y="1217093"/>
            <a:ext cx="13604" cy="251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393407" y="1189937"/>
            <a:ext cx="16410" cy="271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409817" y="1162807"/>
            <a:ext cx="19091" cy="271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28908" y="1134540"/>
            <a:ext cx="23185" cy="28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452093" y="1107180"/>
            <a:ext cx="27154" cy="273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479247" y="1082195"/>
            <a:ext cx="29693" cy="2498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508940" y="1060179"/>
            <a:ext cx="30853" cy="220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39793" y="1041368"/>
            <a:ext cx="30659" cy="1881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570452" y="1025544"/>
            <a:ext cx="30476" cy="158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600928" y="1012151"/>
            <a:ext cx="30328" cy="133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31256" y="999202"/>
            <a:ext cx="30302" cy="129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61558" y="988132"/>
            <a:ext cx="30187" cy="1107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691745" y="978831"/>
            <a:ext cx="30079" cy="930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21824" y="969751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51890" y="961445"/>
            <a:ext cx="30019" cy="8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81909" y="954356"/>
            <a:ext cx="29944" cy="708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11853" y="949036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41690" y="942720"/>
            <a:ext cx="29898" cy="63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71588" y="938616"/>
            <a:ext cx="29763" cy="410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901351" y="933296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31188" y="929966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60904" y="925973"/>
            <a:ext cx="29756" cy="39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90660" y="921648"/>
            <a:ext cx="29776" cy="43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3020436" y="918318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50152" y="916647"/>
            <a:ext cx="29615" cy="16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79767" y="915528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109348" y="913968"/>
            <a:ext cx="29608" cy="15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138956" y="912075"/>
            <a:ext cx="29628" cy="18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68584" y="910957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98166" y="909838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227747" y="908720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257328" y="908375"/>
            <a:ext cx="29534" cy="34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86862" y="907699"/>
            <a:ext cx="29554" cy="6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316416" y="906581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345998" y="905462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375579" y="905462"/>
            <a:ext cx="29487" cy="4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405066" y="905775"/>
            <a:ext cx="31053" cy="1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436119" y="905775"/>
            <a:ext cx="26809" cy="88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462928" y="906656"/>
            <a:ext cx="30610" cy="3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493538" y="906991"/>
            <a:ext cx="29500" cy="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523038" y="906911"/>
            <a:ext cx="29531" cy="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552569" y="906663"/>
            <a:ext cx="29529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582098" y="906663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611538" y="907854"/>
            <a:ext cx="29449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640987" y="908918"/>
            <a:ext cx="29464" cy="79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670451" y="909610"/>
            <a:ext cx="29520" cy="1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699971" y="908655"/>
            <a:ext cx="20180" cy="9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720151" y="908655"/>
            <a:ext cx="25278" cy="42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290346" y="1966027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350979" y="1920234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411613" y="187444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472246" y="182864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32879" y="1782856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593513" y="173706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54146" y="1691270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14779" y="1645478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75412" y="159968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36045" y="1553892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96679" y="1508100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57312" y="146230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3017945" y="1416514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78579" y="137072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139212" y="1324929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99845" y="1279136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260478" y="1233343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321112" y="1187551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381745" y="114175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442378" y="109596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503011" y="1050172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563644" y="1004380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624278" y="95858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684911" y="91279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59993" y="54468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Hypothetically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generated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follows: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269559" y="2045851"/>
            <a:ext cx="351583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33302" y="2045851"/>
            <a:ext cx="325209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829370" y="2045851"/>
            <a:ext cx="295602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125445" y="2045851"/>
            <a:ext cx="2659950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421512" y="2045851"/>
            <a:ext cx="236388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749912" y="2045851"/>
            <a:ext cx="203548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203356" y="1973637"/>
            <a:ext cx="358203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138701" y="1750035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138701" y="1526434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138701" y="1302825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138701" y="1079224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203356" y="855623"/>
            <a:ext cx="358203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689642" y="1120635"/>
            <a:ext cx="309575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312521" y="964174"/>
            <a:ext cx="347287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690694" y="2150592"/>
            <a:ext cx="3094701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1987419" y="1069305"/>
            <a:ext cx="379797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360007" y="2393399"/>
            <a:ext cx="54253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questions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concern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are: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904537" y="3150916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5622595" y="3150563"/>
            <a:ext cx="16280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55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290346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586420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82493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78566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74639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770712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74144" y="2011819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274144" y="178821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274144" y="1564606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274144" y="1341000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274144" y="111739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274144" y="893787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290346" y="2011819"/>
            <a:ext cx="1465183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746500" y="19939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290346" y="797167"/>
            <a:ext cx="0" cy="121465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273300" y="787400"/>
            <a:ext cx="25400" cy="12700"/>
          </a:xfrm>
          <a:custGeom>
            <a:avLst/>
            <a:gdLst/>
            <a:ahLst/>
            <a:cxnLst/>
            <a:rect l="l" t="t" r="r" b="b"/>
            <a:pathLst>
              <a:path w="2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290346" y="1999731"/>
            <a:ext cx="5025" cy="120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295371" y="1971234"/>
            <a:ext cx="2128" cy="284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297499" y="1938931"/>
            <a:ext cx="4886" cy="323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302385" y="1900116"/>
            <a:ext cx="5977" cy="388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308362" y="1867529"/>
            <a:ext cx="6545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14907" y="1848321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317418" y="1822423"/>
            <a:ext cx="5601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323019" y="1782690"/>
            <a:ext cx="5102" cy="397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328121" y="1751359"/>
            <a:ext cx="5395" cy="313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333516" y="1714771"/>
            <a:ext cx="8513" cy="365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342029" y="1674606"/>
            <a:ext cx="6981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349010" y="1633436"/>
            <a:ext cx="9393" cy="4117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358403" y="1596237"/>
            <a:ext cx="9240" cy="371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367643" y="1559442"/>
            <a:ext cx="10289" cy="367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377932" y="1527311"/>
            <a:ext cx="10005" cy="321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387937" y="1498625"/>
            <a:ext cx="9796" cy="2868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397733" y="1470970"/>
            <a:ext cx="9285" cy="276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407018" y="1437048"/>
            <a:ext cx="11903" cy="339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18921" y="1403932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33010" y="1376229"/>
            <a:ext cx="13760" cy="277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446770" y="1349256"/>
            <a:ext cx="13716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460486" y="1320073"/>
            <a:ext cx="16533" cy="2918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477019" y="1292096"/>
            <a:ext cx="17801" cy="2797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494820" y="1265169"/>
            <a:ext cx="19079" cy="2692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13899" y="1238169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35665" y="1210816"/>
            <a:ext cx="24471" cy="273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560136" y="1183434"/>
            <a:ext cx="28497" cy="2738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588633" y="1157436"/>
            <a:ext cx="31096" cy="259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19729" y="1134424"/>
            <a:ext cx="30914" cy="2301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50643" y="1114729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681355" y="1097688"/>
            <a:ext cx="30550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11905" y="1082085"/>
            <a:ext cx="30463" cy="156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42368" y="1068029"/>
            <a:ext cx="30369" cy="1405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72737" y="1055190"/>
            <a:ext cx="30295" cy="128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03032" y="1043788"/>
            <a:ext cx="30207" cy="114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33239" y="1032939"/>
            <a:ext cx="30174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3413" y="1023307"/>
            <a:ext cx="30099" cy="96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93512" y="1014559"/>
            <a:ext cx="30046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23558" y="1006806"/>
            <a:ext cx="29985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53543" y="998832"/>
            <a:ext cx="29998" cy="797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83541" y="992074"/>
            <a:ext cx="29925" cy="675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013466" y="985427"/>
            <a:ext cx="29918" cy="664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43384" y="979333"/>
            <a:ext cx="29884" cy="609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73268" y="974234"/>
            <a:ext cx="29823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103091" y="969356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132901" y="964478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62711" y="961259"/>
            <a:ext cx="29710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92421" y="956049"/>
            <a:ext cx="29830" cy="521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222251" y="951945"/>
            <a:ext cx="29763" cy="41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252014" y="948504"/>
            <a:ext cx="29722" cy="34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81736" y="944953"/>
            <a:ext cx="29730" cy="355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311466" y="940739"/>
            <a:ext cx="29769" cy="42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341235" y="938736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370870" y="936291"/>
            <a:ext cx="29662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400532" y="933071"/>
            <a:ext cx="29709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430241" y="929852"/>
            <a:ext cx="29709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459950" y="927628"/>
            <a:ext cx="29649" cy="222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489599" y="925514"/>
            <a:ext cx="29642" cy="21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519241" y="923552"/>
            <a:ext cx="29632" cy="196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548873" y="920956"/>
            <a:ext cx="29671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578544" y="918361"/>
            <a:ext cx="29671" cy="25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608215" y="915922"/>
            <a:ext cx="29662" cy="24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637877" y="914617"/>
            <a:ext cx="29592" cy="130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667469" y="913196"/>
            <a:ext cx="29600" cy="142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697069" y="912882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718552" y="912882"/>
            <a:ext cx="26877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292943" y="1956464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293266" y="1914725"/>
            <a:ext cx="1012" cy="4173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294278" y="1884157"/>
            <a:ext cx="582" cy="3056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294104" y="1858910"/>
            <a:ext cx="756" cy="2524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293640" y="1821916"/>
            <a:ext cx="464" cy="36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292826" y="1780081"/>
            <a:ext cx="814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292826" y="1740326"/>
            <a:ext cx="312" cy="397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293138" y="1712098"/>
            <a:ext cx="377" cy="2822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293515" y="1675812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294957" y="1629155"/>
            <a:ext cx="2648" cy="4665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297605" y="1590959"/>
            <a:ext cx="2353" cy="3819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299958" y="1559733"/>
            <a:ext cx="3421" cy="31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303379" y="1516157"/>
            <a:ext cx="5103" cy="435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308482" y="1468851"/>
            <a:ext cx="5871" cy="47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14353" y="1431927"/>
            <a:ext cx="7312" cy="369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321665" y="1394653"/>
            <a:ext cx="6938" cy="3727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328603" y="1353386"/>
            <a:ext cx="10896" cy="41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339499" y="1321659"/>
            <a:ext cx="9981" cy="317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349480" y="1296826"/>
            <a:ext cx="8487" cy="2483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357967" y="1270978"/>
            <a:ext cx="9623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367590" y="1242242"/>
            <a:ext cx="12213" cy="287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379803" y="1217093"/>
            <a:ext cx="13604" cy="251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393407" y="1189937"/>
            <a:ext cx="16410" cy="271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409817" y="1162807"/>
            <a:ext cx="19091" cy="271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28908" y="1134540"/>
            <a:ext cx="23185" cy="28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452093" y="1107180"/>
            <a:ext cx="27154" cy="273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479247" y="1082195"/>
            <a:ext cx="29693" cy="2498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508940" y="1060179"/>
            <a:ext cx="30853" cy="220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39793" y="1041368"/>
            <a:ext cx="30659" cy="1881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570452" y="1025544"/>
            <a:ext cx="30476" cy="158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600928" y="1012151"/>
            <a:ext cx="30328" cy="133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31256" y="999202"/>
            <a:ext cx="30302" cy="129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61558" y="988132"/>
            <a:ext cx="30187" cy="1107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691745" y="978831"/>
            <a:ext cx="30079" cy="930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21824" y="969751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51890" y="961445"/>
            <a:ext cx="30019" cy="8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81909" y="954356"/>
            <a:ext cx="29944" cy="708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11853" y="949036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41690" y="942720"/>
            <a:ext cx="29898" cy="63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71588" y="938616"/>
            <a:ext cx="29763" cy="410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901351" y="933296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31188" y="929966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60904" y="925973"/>
            <a:ext cx="29756" cy="39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90660" y="921648"/>
            <a:ext cx="29776" cy="43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3020436" y="918318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50152" y="916647"/>
            <a:ext cx="29615" cy="16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79767" y="915528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109348" y="913968"/>
            <a:ext cx="29608" cy="15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138956" y="912075"/>
            <a:ext cx="29628" cy="18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68584" y="910957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98166" y="909838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227747" y="908720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257328" y="908375"/>
            <a:ext cx="29534" cy="34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86862" y="907699"/>
            <a:ext cx="29554" cy="6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316416" y="906581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345998" y="905462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375579" y="905462"/>
            <a:ext cx="29487" cy="4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405066" y="905775"/>
            <a:ext cx="31053" cy="1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436119" y="905775"/>
            <a:ext cx="26809" cy="88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462928" y="906656"/>
            <a:ext cx="30610" cy="3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493538" y="906991"/>
            <a:ext cx="29500" cy="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523038" y="906911"/>
            <a:ext cx="29531" cy="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552569" y="906663"/>
            <a:ext cx="29529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582098" y="906663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611538" y="907854"/>
            <a:ext cx="29449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640987" y="908918"/>
            <a:ext cx="29464" cy="79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670451" y="909610"/>
            <a:ext cx="29520" cy="1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699971" y="908655"/>
            <a:ext cx="20180" cy="9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720151" y="908655"/>
            <a:ext cx="25278" cy="42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290346" y="1966027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350979" y="1920234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411613" y="187444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472246" y="182864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32879" y="1782856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593513" y="173706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54146" y="1691270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14779" y="1645478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75412" y="159968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36045" y="1553892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96679" y="1508100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57312" y="146230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3017945" y="1416514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78579" y="137072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139212" y="1324929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99845" y="1279136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260478" y="1233343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321112" y="1187551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381745" y="114175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442378" y="109596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503011" y="1050172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563644" y="1004380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624278" y="95858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684911" y="91279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59993" y="54468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Hypothetically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generated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follows: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269559" y="2045851"/>
            <a:ext cx="351583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33302" y="2045851"/>
            <a:ext cx="325209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829370" y="2045851"/>
            <a:ext cx="295602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125445" y="2045851"/>
            <a:ext cx="2659950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421512" y="2045851"/>
            <a:ext cx="236388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749912" y="2045851"/>
            <a:ext cx="203548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203356" y="1973637"/>
            <a:ext cx="358203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138701" y="1750035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138701" y="1526434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138701" y="1302825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138701" y="1079224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203356" y="855623"/>
            <a:ext cx="358203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689642" y="1120635"/>
            <a:ext cx="309575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312521" y="964174"/>
            <a:ext cx="347287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690694" y="2150592"/>
            <a:ext cx="3094701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1987419" y="1069305"/>
            <a:ext cx="379797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360007" y="2393399"/>
            <a:ext cx="54253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questions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concern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are: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8" y="2607993"/>
            <a:ext cx="53253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interpret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curves?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4904537" y="3150916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5622595" y="3150563"/>
            <a:ext cx="16280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55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290346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586420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82493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78566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74639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770712" y="1995616"/>
            <a:ext cx="0" cy="32406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74144" y="2011819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274144" y="178821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274144" y="1564606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274144" y="1341000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274144" y="111739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274144" y="893787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290346" y="2011819"/>
            <a:ext cx="1465183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746500" y="19939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290346" y="797167"/>
            <a:ext cx="0" cy="121465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273300" y="787400"/>
            <a:ext cx="25400" cy="12700"/>
          </a:xfrm>
          <a:custGeom>
            <a:avLst/>
            <a:gdLst/>
            <a:ahLst/>
            <a:cxnLst/>
            <a:rect l="l" t="t" r="r" b="b"/>
            <a:pathLst>
              <a:path w="2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290346" y="1999731"/>
            <a:ext cx="5025" cy="120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295371" y="1971234"/>
            <a:ext cx="2128" cy="284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297499" y="1938931"/>
            <a:ext cx="4886" cy="323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302385" y="1900116"/>
            <a:ext cx="5977" cy="388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308362" y="1867529"/>
            <a:ext cx="6545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14907" y="1848321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317418" y="1822423"/>
            <a:ext cx="5601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323019" y="1782690"/>
            <a:ext cx="5102" cy="397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328121" y="1751359"/>
            <a:ext cx="5395" cy="313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333516" y="1714771"/>
            <a:ext cx="8513" cy="365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342029" y="1674606"/>
            <a:ext cx="6981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349010" y="1633436"/>
            <a:ext cx="9393" cy="4117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358403" y="1596237"/>
            <a:ext cx="9240" cy="371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367643" y="1559442"/>
            <a:ext cx="10289" cy="367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377932" y="1527311"/>
            <a:ext cx="10005" cy="3213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387937" y="1498625"/>
            <a:ext cx="9796" cy="2868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397733" y="1470970"/>
            <a:ext cx="9285" cy="276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407018" y="1437048"/>
            <a:ext cx="11903" cy="339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18921" y="1403932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33010" y="1376229"/>
            <a:ext cx="13760" cy="277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446770" y="1349256"/>
            <a:ext cx="13716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460486" y="1320073"/>
            <a:ext cx="16533" cy="2918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477019" y="1292096"/>
            <a:ext cx="17801" cy="2797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494820" y="1265169"/>
            <a:ext cx="19079" cy="2692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13899" y="1238169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35665" y="1210816"/>
            <a:ext cx="24471" cy="273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560136" y="1183434"/>
            <a:ext cx="28497" cy="2738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588633" y="1157436"/>
            <a:ext cx="31096" cy="259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19729" y="1134424"/>
            <a:ext cx="30914" cy="2301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50643" y="1114729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681355" y="1097688"/>
            <a:ext cx="30550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11905" y="1082085"/>
            <a:ext cx="30463" cy="156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42368" y="1068029"/>
            <a:ext cx="30369" cy="1405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72737" y="1055190"/>
            <a:ext cx="30295" cy="128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03032" y="1043788"/>
            <a:ext cx="30207" cy="114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33239" y="1032939"/>
            <a:ext cx="30174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3413" y="1023307"/>
            <a:ext cx="30099" cy="96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93512" y="1014559"/>
            <a:ext cx="30046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23558" y="1006806"/>
            <a:ext cx="29985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53543" y="998832"/>
            <a:ext cx="29998" cy="797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83541" y="992074"/>
            <a:ext cx="29925" cy="675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013466" y="985427"/>
            <a:ext cx="29918" cy="664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43384" y="979333"/>
            <a:ext cx="29884" cy="609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73268" y="974234"/>
            <a:ext cx="29823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103091" y="969356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132901" y="964478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62711" y="961259"/>
            <a:ext cx="29710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92421" y="956049"/>
            <a:ext cx="29830" cy="521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222251" y="951945"/>
            <a:ext cx="29763" cy="41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252014" y="948504"/>
            <a:ext cx="29722" cy="34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81736" y="944953"/>
            <a:ext cx="29730" cy="355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311466" y="940739"/>
            <a:ext cx="29769" cy="42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341235" y="938736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370870" y="936291"/>
            <a:ext cx="29662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400532" y="933071"/>
            <a:ext cx="29709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430241" y="929852"/>
            <a:ext cx="29709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459950" y="927628"/>
            <a:ext cx="29649" cy="222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489599" y="925514"/>
            <a:ext cx="29642" cy="21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519241" y="923552"/>
            <a:ext cx="29632" cy="196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548873" y="920956"/>
            <a:ext cx="29671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578544" y="918361"/>
            <a:ext cx="29671" cy="25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608215" y="915922"/>
            <a:ext cx="29662" cy="24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637877" y="914617"/>
            <a:ext cx="29592" cy="130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667469" y="913196"/>
            <a:ext cx="29600" cy="142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697069" y="912882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718552" y="912882"/>
            <a:ext cx="26877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292943" y="1956464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293266" y="1914725"/>
            <a:ext cx="1012" cy="4173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294278" y="1884157"/>
            <a:ext cx="582" cy="3056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294104" y="1858910"/>
            <a:ext cx="756" cy="2524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293640" y="1821916"/>
            <a:ext cx="464" cy="36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292826" y="1780081"/>
            <a:ext cx="814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292826" y="1740326"/>
            <a:ext cx="312" cy="397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293138" y="1712098"/>
            <a:ext cx="377" cy="2822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293515" y="1675812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294957" y="1629155"/>
            <a:ext cx="2648" cy="4665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297605" y="1590959"/>
            <a:ext cx="2353" cy="3819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299958" y="1559733"/>
            <a:ext cx="3421" cy="31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303379" y="1516157"/>
            <a:ext cx="5103" cy="435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308482" y="1468851"/>
            <a:ext cx="5871" cy="47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14353" y="1431927"/>
            <a:ext cx="7312" cy="369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321665" y="1394653"/>
            <a:ext cx="6938" cy="3727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328603" y="1353386"/>
            <a:ext cx="10896" cy="41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339499" y="1321659"/>
            <a:ext cx="9981" cy="317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349480" y="1296826"/>
            <a:ext cx="8487" cy="2483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357967" y="1270978"/>
            <a:ext cx="9623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367590" y="1242242"/>
            <a:ext cx="12213" cy="287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379803" y="1217093"/>
            <a:ext cx="13604" cy="251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393407" y="1189937"/>
            <a:ext cx="16410" cy="271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409817" y="1162807"/>
            <a:ext cx="19091" cy="271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28908" y="1134540"/>
            <a:ext cx="23185" cy="28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452093" y="1107180"/>
            <a:ext cx="27154" cy="273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479247" y="1082195"/>
            <a:ext cx="29693" cy="2498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508940" y="1060179"/>
            <a:ext cx="30853" cy="220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39793" y="1041368"/>
            <a:ext cx="30659" cy="1881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570452" y="1025544"/>
            <a:ext cx="30476" cy="1582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600928" y="1012151"/>
            <a:ext cx="30328" cy="133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31256" y="999202"/>
            <a:ext cx="30302" cy="129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61558" y="988132"/>
            <a:ext cx="30187" cy="1107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691745" y="978831"/>
            <a:ext cx="30079" cy="930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21824" y="969751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51890" y="961445"/>
            <a:ext cx="30019" cy="8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81909" y="954356"/>
            <a:ext cx="29944" cy="708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11853" y="949036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41690" y="942720"/>
            <a:ext cx="29898" cy="63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71588" y="938616"/>
            <a:ext cx="29763" cy="410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901351" y="933296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31188" y="929966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60904" y="925973"/>
            <a:ext cx="29756" cy="39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90660" y="921648"/>
            <a:ext cx="29776" cy="43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3020436" y="918318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50152" y="916647"/>
            <a:ext cx="29615" cy="16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79767" y="915528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109348" y="913968"/>
            <a:ext cx="29608" cy="15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138956" y="912075"/>
            <a:ext cx="29628" cy="18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68584" y="910957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98166" y="909838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227747" y="908720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257328" y="908375"/>
            <a:ext cx="29534" cy="34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86862" y="907699"/>
            <a:ext cx="29554" cy="6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316416" y="906581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345998" y="905462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375579" y="905462"/>
            <a:ext cx="29487" cy="4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405066" y="905775"/>
            <a:ext cx="31053" cy="1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436119" y="905775"/>
            <a:ext cx="26809" cy="88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462928" y="906656"/>
            <a:ext cx="30610" cy="3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493538" y="906991"/>
            <a:ext cx="29500" cy="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523038" y="906911"/>
            <a:ext cx="29531" cy="30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552569" y="906663"/>
            <a:ext cx="29529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582098" y="906663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611538" y="907854"/>
            <a:ext cx="29449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640987" y="908918"/>
            <a:ext cx="29464" cy="79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670451" y="909610"/>
            <a:ext cx="29520" cy="1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699971" y="908655"/>
            <a:ext cx="20180" cy="95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720151" y="908655"/>
            <a:ext cx="25278" cy="422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290346" y="1966027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350979" y="1920234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411613" y="187444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472246" y="182864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32879" y="1782856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593513" y="173706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54146" y="1691270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14779" y="1645478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75412" y="159968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36045" y="1553892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96679" y="1508100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57312" y="146230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3017945" y="1416514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78579" y="137072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139212" y="1324929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99845" y="1279136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260478" y="1233343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321112" y="1187551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381745" y="114175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442378" y="109596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503011" y="1050172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563644" y="1004380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624278" y="95858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684911" y="91279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59993" y="54468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Hypothetically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generated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follows: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269559" y="2045851"/>
            <a:ext cx="351583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33302" y="2045851"/>
            <a:ext cx="325209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829370" y="2045851"/>
            <a:ext cx="295602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125445" y="2045851"/>
            <a:ext cx="2659950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421512" y="2045851"/>
            <a:ext cx="236388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749912" y="2045851"/>
            <a:ext cx="203548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203356" y="1973637"/>
            <a:ext cx="358203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138701" y="1750035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138701" y="1526434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138701" y="1302825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138701" y="1079224"/>
            <a:ext cx="364669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203356" y="855623"/>
            <a:ext cx="358203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689642" y="1120635"/>
            <a:ext cx="309575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312521" y="964174"/>
            <a:ext cx="347287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690694" y="2150592"/>
            <a:ext cx="3094701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1987419" y="1069305"/>
            <a:ext cx="379797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360007" y="2393399"/>
            <a:ext cx="542538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questions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concern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are: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8" y="2607993"/>
            <a:ext cx="53253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interpret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curves?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460058" y="2866108"/>
            <a:ext cx="532533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network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performance?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4904537" y="3150916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5622595" y="3150563"/>
            <a:ext cx="16280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55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277581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573655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69728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65801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61874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757947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61379" y="1841195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261379" y="1617589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261379" y="1393982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261379" y="1170376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261379" y="946770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261379" y="72316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277581" y="1841195"/>
            <a:ext cx="1465183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733800" y="18288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277581" y="626543"/>
            <a:ext cx="0" cy="121465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260600" y="6096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1" y="0"/>
                </a:moveTo>
                <a:lnTo>
                  <a:pt x="0" y="2"/>
                </a:lnTo>
                <a:lnTo>
                  <a:pt x="1" y="1"/>
                </a:lnTo>
                <a:lnTo>
                  <a:pt x="2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277581" y="1829107"/>
            <a:ext cx="5025" cy="120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282606" y="1800610"/>
            <a:ext cx="2128" cy="284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284734" y="1768308"/>
            <a:ext cx="4886" cy="323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289620" y="1729492"/>
            <a:ext cx="5977" cy="388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295597" y="1696905"/>
            <a:ext cx="6545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02142" y="1677697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304653" y="1651799"/>
            <a:ext cx="5601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310254" y="1612066"/>
            <a:ext cx="5102" cy="397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315356" y="1580736"/>
            <a:ext cx="5395" cy="3133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320751" y="1544147"/>
            <a:ext cx="8513" cy="3658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329264" y="1503982"/>
            <a:ext cx="6981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336245" y="1462813"/>
            <a:ext cx="9393" cy="4116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345638" y="1425613"/>
            <a:ext cx="9240" cy="372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354878" y="1388819"/>
            <a:ext cx="10289" cy="3679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365167" y="1356687"/>
            <a:ext cx="10005" cy="321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375172" y="1328002"/>
            <a:ext cx="9796" cy="2868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384968" y="1300347"/>
            <a:ext cx="9285" cy="276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394253" y="1266424"/>
            <a:ext cx="11903" cy="3392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06156" y="1233308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20245" y="1205606"/>
            <a:ext cx="13760" cy="277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434005" y="1178633"/>
            <a:ext cx="13716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447721" y="1149449"/>
            <a:ext cx="16533" cy="2918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464254" y="1121473"/>
            <a:ext cx="17801" cy="2797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482055" y="1094545"/>
            <a:ext cx="19079" cy="2692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01134" y="1067545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22900" y="1040192"/>
            <a:ext cx="24471" cy="273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547371" y="1012810"/>
            <a:ext cx="28497" cy="2738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575868" y="986813"/>
            <a:ext cx="31096" cy="259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06964" y="963801"/>
            <a:ext cx="30914" cy="2301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37878" y="944106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668590" y="927065"/>
            <a:ext cx="30551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699141" y="911461"/>
            <a:ext cx="30462" cy="156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29603" y="897406"/>
            <a:ext cx="30369" cy="140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59972" y="884566"/>
            <a:ext cx="30295" cy="128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790267" y="873165"/>
            <a:ext cx="30207" cy="1140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20474" y="862316"/>
            <a:ext cx="30174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50648" y="852683"/>
            <a:ext cx="30099" cy="96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747" y="843935"/>
            <a:ext cx="30046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10793" y="836182"/>
            <a:ext cx="29985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40778" y="828208"/>
            <a:ext cx="29998" cy="797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70776" y="821451"/>
            <a:ext cx="29925" cy="675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000701" y="814804"/>
            <a:ext cx="29918" cy="664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30619" y="808709"/>
            <a:ext cx="29884" cy="60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60503" y="803610"/>
            <a:ext cx="29823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090326" y="798732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120136" y="793854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49946" y="790635"/>
            <a:ext cx="29710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79656" y="785425"/>
            <a:ext cx="29830" cy="521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209486" y="781321"/>
            <a:ext cx="29763" cy="41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239249" y="777881"/>
            <a:ext cx="29722" cy="34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68971" y="774330"/>
            <a:ext cx="29729" cy="355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298700" y="770115"/>
            <a:ext cx="29770" cy="42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328470" y="768112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358105" y="765667"/>
            <a:ext cx="29662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387767" y="762448"/>
            <a:ext cx="29709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417476" y="759228"/>
            <a:ext cx="29710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447186" y="757004"/>
            <a:ext cx="29648" cy="222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476834" y="754890"/>
            <a:ext cx="29642" cy="21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506476" y="752928"/>
            <a:ext cx="29632" cy="196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536108" y="750332"/>
            <a:ext cx="29672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565780" y="747737"/>
            <a:ext cx="29670" cy="25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595450" y="745298"/>
            <a:ext cx="29662" cy="24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625112" y="743994"/>
            <a:ext cx="29593" cy="13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654705" y="742572"/>
            <a:ext cx="29599" cy="14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684304" y="742258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705787" y="742258"/>
            <a:ext cx="26877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280179" y="1785840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280502" y="1744101"/>
            <a:ext cx="1011" cy="4173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281513" y="1713534"/>
            <a:ext cx="582" cy="305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281340" y="1688287"/>
            <a:ext cx="755" cy="2524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280875" y="1651292"/>
            <a:ext cx="465" cy="3699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280061" y="1609457"/>
            <a:ext cx="814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280061" y="1569703"/>
            <a:ext cx="312" cy="3975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280373" y="1541474"/>
            <a:ext cx="377" cy="282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280750" y="1505188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282192" y="1458532"/>
            <a:ext cx="2648" cy="466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284840" y="1420335"/>
            <a:ext cx="2353" cy="3819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287193" y="1389109"/>
            <a:ext cx="3421" cy="31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290614" y="1345533"/>
            <a:ext cx="5103" cy="435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295717" y="1298228"/>
            <a:ext cx="5871" cy="47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01588" y="1261303"/>
            <a:ext cx="7312" cy="369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308900" y="1224029"/>
            <a:ext cx="6938" cy="3727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315838" y="1182762"/>
            <a:ext cx="10896" cy="41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326734" y="1151036"/>
            <a:ext cx="9981" cy="317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336715" y="1126202"/>
            <a:ext cx="8487" cy="2483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345202" y="1100354"/>
            <a:ext cx="9623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354825" y="1071618"/>
            <a:ext cx="12213" cy="287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367038" y="1046469"/>
            <a:ext cx="13604" cy="251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380642" y="1019313"/>
            <a:ext cx="16410" cy="271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397052" y="992183"/>
            <a:ext cx="19091" cy="271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16143" y="963916"/>
            <a:ext cx="23185" cy="28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439328" y="936556"/>
            <a:ext cx="27154" cy="273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466482" y="911572"/>
            <a:ext cx="29693" cy="2498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496175" y="889555"/>
            <a:ext cx="30853" cy="220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27028" y="870745"/>
            <a:ext cx="30659" cy="1881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557687" y="854920"/>
            <a:ext cx="30476" cy="158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588163" y="841528"/>
            <a:ext cx="30328" cy="1339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18491" y="828578"/>
            <a:ext cx="30302" cy="1295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48793" y="817508"/>
            <a:ext cx="30187" cy="1107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678980" y="808207"/>
            <a:ext cx="30079" cy="930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09059" y="799127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39125" y="790822"/>
            <a:ext cx="30019" cy="8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69144" y="783732"/>
            <a:ext cx="29944" cy="709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799088" y="778412"/>
            <a:ext cx="29838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28926" y="772097"/>
            <a:ext cx="29897" cy="631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58823" y="767993"/>
            <a:ext cx="29763" cy="410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8586" y="762673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18423" y="759343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48139" y="755349"/>
            <a:ext cx="29756" cy="3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77895" y="751024"/>
            <a:ext cx="29776" cy="43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3007671" y="747694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37387" y="746023"/>
            <a:ext cx="29615" cy="16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67002" y="744905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096583" y="743344"/>
            <a:ext cx="29608" cy="156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126191" y="741451"/>
            <a:ext cx="29629" cy="18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55820" y="740333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85401" y="739214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214982" y="738096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244563" y="737752"/>
            <a:ext cx="29534" cy="34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74097" y="737075"/>
            <a:ext cx="29554" cy="67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303651" y="735957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333232" y="734839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362814" y="734839"/>
            <a:ext cx="29487" cy="4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392301" y="735152"/>
            <a:ext cx="31053" cy="1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423354" y="735152"/>
            <a:ext cx="26809" cy="8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450163" y="736032"/>
            <a:ext cx="30610" cy="3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480773" y="736368"/>
            <a:ext cx="29499" cy="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510272" y="736287"/>
            <a:ext cx="29532" cy="3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539804" y="736039"/>
            <a:ext cx="29529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569333" y="736039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598773" y="737230"/>
            <a:ext cx="29448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628221" y="738294"/>
            <a:ext cx="29465" cy="80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657686" y="738986"/>
            <a:ext cx="29519" cy="10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687205" y="738032"/>
            <a:ext cx="20181" cy="95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707386" y="738032"/>
            <a:ext cx="25278" cy="4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277581" y="1795403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338215" y="1749610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398848" y="170381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459481" y="1658025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20114" y="1612232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580748" y="1566439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41381" y="1520647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02014" y="147485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62647" y="1429061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23281" y="138326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3914" y="1337476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44547" y="129168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3005180" y="1245890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65814" y="1200098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126447" y="115430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87080" y="1108512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247713" y="1062720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308346" y="1016927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368980" y="97113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429613" y="92534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490246" y="879549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550880" y="833756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611513" y="78796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672146" y="742171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2256802" y="1875228"/>
            <a:ext cx="352859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520538" y="1875228"/>
            <a:ext cx="3264858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816613" y="1875228"/>
            <a:ext cx="2968782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112680" y="1875228"/>
            <a:ext cx="267271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408748" y="1875228"/>
            <a:ext cx="2376647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737147" y="1875228"/>
            <a:ext cx="204824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2190592" y="1803013"/>
            <a:ext cx="359480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125936" y="1579412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125936" y="1355810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125936" y="1132202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125936" y="908600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190592" y="684999"/>
            <a:ext cx="359480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676877" y="950011"/>
            <a:ext cx="3108518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299763" y="793550"/>
            <a:ext cx="3485632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677929" y="1979969"/>
            <a:ext cx="310746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974654" y="898681"/>
            <a:ext cx="3810741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5622440" y="3150565"/>
            <a:ext cx="1629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56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277581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573655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69728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65801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61874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757947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61379" y="1841195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261379" y="1617589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261379" y="1393982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261379" y="1170376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261379" y="946770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261379" y="72316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277581" y="1841195"/>
            <a:ext cx="1465183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733800" y="18288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277581" y="626543"/>
            <a:ext cx="0" cy="121465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260600" y="6096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1" y="0"/>
                </a:moveTo>
                <a:lnTo>
                  <a:pt x="0" y="2"/>
                </a:lnTo>
                <a:lnTo>
                  <a:pt x="1" y="1"/>
                </a:lnTo>
                <a:lnTo>
                  <a:pt x="2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277581" y="1829107"/>
            <a:ext cx="5025" cy="120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282606" y="1800610"/>
            <a:ext cx="2128" cy="284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284734" y="1768308"/>
            <a:ext cx="4886" cy="323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289620" y="1729492"/>
            <a:ext cx="5977" cy="388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295597" y="1696905"/>
            <a:ext cx="6545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02142" y="1677697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304653" y="1651799"/>
            <a:ext cx="5601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310254" y="1612066"/>
            <a:ext cx="5102" cy="397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315356" y="1580736"/>
            <a:ext cx="5395" cy="3133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320751" y="1544147"/>
            <a:ext cx="8513" cy="3658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329264" y="1503982"/>
            <a:ext cx="6981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336245" y="1462813"/>
            <a:ext cx="9393" cy="4116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345638" y="1425613"/>
            <a:ext cx="9240" cy="372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354878" y="1388819"/>
            <a:ext cx="10289" cy="3679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365167" y="1356687"/>
            <a:ext cx="10005" cy="321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375172" y="1328002"/>
            <a:ext cx="9796" cy="2868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384968" y="1300347"/>
            <a:ext cx="9285" cy="276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394253" y="1266424"/>
            <a:ext cx="11903" cy="3392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06156" y="1233308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20245" y="1205606"/>
            <a:ext cx="13760" cy="277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434005" y="1178633"/>
            <a:ext cx="13716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447721" y="1149449"/>
            <a:ext cx="16533" cy="2918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464254" y="1121473"/>
            <a:ext cx="17801" cy="2797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482055" y="1094545"/>
            <a:ext cx="19079" cy="2692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01134" y="1067545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22900" y="1040192"/>
            <a:ext cx="24471" cy="273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547371" y="1012810"/>
            <a:ext cx="28497" cy="2738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575868" y="986813"/>
            <a:ext cx="31096" cy="259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06964" y="963801"/>
            <a:ext cx="30914" cy="2301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37878" y="944106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668590" y="927065"/>
            <a:ext cx="30551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699141" y="911461"/>
            <a:ext cx="30462" cy="156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29603" y="897406"/>
            <a:ext cx="30369" cy="140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59972" y="884566"/>
            <a:ext cx="30295" cy="128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790267" y="873165"/>
            <a:ext cx="30207" cy="1140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20474" y="862316"/>
            <a:ext cx="30174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50648" y="852683"/>
            <a:ext cx="30099" cy="96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747" y="843935"/>
            <a:ext cx="30046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10793" y="836182"/>
            <a:ext cx="29985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40778" y="828208"/>
            <a:ext cx="29998" cy="797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70776" y="821451"/>
            <a:ext cx="29925" cy="675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000701" y="814804"/>
            <a:ext cx="29918" cy="664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30619" y="808709"/>
            <a:ext cx="29884" cy="60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60503" y="803610"/>
            <a:ext cx="29823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090326" y="798732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120136" y="793854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49946" y="790635"/>
            <a:ext cx="29710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79656" y="785425"/>
            <a:ext cx="29830" cy="521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209486" y="781321"/>
            <a:ext cx="29763" cy="41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239249" y="777881"/>
            <a:ext cx="29722" cy="34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68971" y="774330"/>
            <a:ext cx="29729" cy="355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298700" y="770115"/>
            <a:ext cx="29770" cy="42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328470" y="768112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358105" y="765667"/>
            <a:ext cx="29662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387767" y="762448"/>
            <a:ext cx="29709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417476" y="759228"/>
            <a:ext cx="29710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447186" y="757004"/>
            <a:ext cx="29648" cy="222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476834" y="754890"/>
            <a:ext cx="29642" cy="21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506476" y="752928"/>
            <a:ext cx="29632" cy="196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536108" y="750332"/>
            <a:ext cx="29672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565780" y="747737"/>
            <a:ext cx="29670" cy="25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595450" y="745298"/>
            <a:ext cx="29662" cy="24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625112" y="743994"/>
            <a:ext cx="29593" cy="13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654705" y="742572"/>
            <a:ext cx="29599" cy="14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684304" y="742258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705787" y="742258"/>
            <a:ext cx="26877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280179" y="1785840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280502" y="1744101"/>
            <a:ext cx="1011" cy="4173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281513" y="1713534"/>
            <a:ext cx="582" cy="305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281340" y="1688287"/>
            <a:ext cx="755" cy="2524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280875" y="1651292"/>
            <a:ext cx="465" cy="3699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280061" y="1609457"/>
            <a:ext cx="814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280061" y="1569703"/>
            <a:ext cx="312" cy="3975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280373" y="1541474"/>
            <a:ext cx="377" cy="282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280750" y="1505188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282192" y="1458532"/>
            <a:ext cx="2648" cy="466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284840" y="1420335"/>
            <a:ext cx="2353" cy="3819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287193" y="1389109"/>
            <a:ext cx="3421" cy="31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290614" y="1345533"/>
            <a:ext cx="5103" cy="435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295717" y="1298228"/>
            <a:ext cx="5871" cy="47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01588" y="1261303"/>
            <a:ext cx="7312" cy="369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308900" y="1224029"/>
            <a:ext cx="6938" cy="3727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315838" y="1182762"/>
            <a:ext cx="10896" cy="41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326734" y="1151036"/>
            <a:ext cx="9981" cy="317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336715" y="1126202"/>
            <a:ext cx="8487" cy="2483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345202" y="1100354"/>
            <a:ext cx="9623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354825" y="1071618"/>
            <a:ext cx="12213" cy="287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367038" y="1046469"/>
            <a:ext cx="13604" cy="251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380642" y="1019313"/>
            <a:ext cx="16410" cy="271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397052" y="992183"/>
            <a:ext cx="19091" cy="271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16143" y="963916"/>
            <a:ext cx="23185" cy="28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439328" y="936556"/>
            <a:ext cx="27154" cy="273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466482" y="911572"/>
            <a:ext cx="29693" cy="2498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496175" y="889555"/>
            <a:ext cx="30853" cy="220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27028" y="870745"/>
            <a:ext cx="30659" cy="1881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557687" y="854920"/>
            <a:ext cx="30476" cy="158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588163" y="841528"/>
            <a:ext cx="30328" cy="1339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18491" y="828578"/>
            <a:ext cx="30302" cy="1295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48793" y="817508"/>
            <a:ext cx="30187" cy="1107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678980" y="808207"/>
            <a:ext cx="30079" cy="930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09059" y="799127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39125" y="790822"/>
            <a:ext cx="30019" cy="8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69144" y="783732"/>
            <a:ext cx="29944" cy="709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799088" y="778412"/>
            <a:ext cx="29838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28926" y="772097"/>
            <a:ext cx="29897" cy="631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58823" y="767993"/>
            <a:ext cx="29763" cy="410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8586" y="762673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18423" y="759343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48139" y="755349"/>
            <a:ext cx="29756" cy="3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77895" y="751024"/>
            <a:ext cx="29776" cy="43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3007671" y="747694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37387" y="746023"/>
            <a:ext cx="29615" cy="16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67002" y="744905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096583" y="743344"/>
            <a:ext cx="29608" cy="156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126191" y="741451"/>
            <a:ext cx="29629" cy="18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55820" y="740333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85401" y="739214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214982" y="738096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244563" y="737752"/>
            <a:ext cx="29534" cy="34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74097" y="737075"/>
            <a:ext cx="29554" cy="67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303651" y="735957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333232" y="734839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362814" y="734839"/>
            <a:ext cx="29487" cy="4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392301" y="735152"/>
            <a:ext cx="31053" cy="1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423354" y="735152"/>
            <a:ext cx="26809" cy="8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450163" y="736032"/>
            <a:ext cx="30610" cy="3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480773" y="736368"/>
            <a:ext cx="29499" cy="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510272" y="736287"/>
            <a:ext cx="29532" cy="3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539804" y="736039"/>
            <a:ext cx="29529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569333" y="736039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598773" y="737230"/>
            <a:ext cx="29448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628221" y="738294"/>
            <a:ext cx="29465" cy="80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657686" y="738986"/>
            <a:ext cx="29519" cy="10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687205" y="738032"/>
            <a:ext cx="20181" cy="95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707386" y="738032"/>
            <a:ext cx="25278" cy="4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277581" y="1795403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338215" y="1749610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398848" y="170381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459481" y="1658025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20114" y="1612232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580748" y="1566439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41381" y="1520647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02014" y="147485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62647" y="1429061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23281" y="138326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3914" y="1337476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44547" y="129168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3005180" y="1245890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65814" y="1200098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126447" y="115430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87080" y="1108512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247713" y="1062720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308346" y="1016927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368980" y="97113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429613" y="92534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490246" y="879549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550880" y="833756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611513" y="78796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672146" y="742171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2256802" y="1875228"/>
            <a:ext cx="352859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520538" y="1875228"/>
            <a:ext cx="3264858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816613" y="1875228"/>
            <a:ext cx="2968782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112680" y="1875228"/>
            <a:ext cx="267271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408748" y="1875228"/>
            <a:ext cx="2376647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737147" y="1875228"/>
            <a:ext cx="204824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2190592" y="1803013"/>
            <a:ext cx="359480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125936" y="1579412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125936" y="1355810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125936" y="1132202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125936" y="908600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190592" y="684999"/>
            <a:ext cx="359480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676877" y="950011"/>
            <a:ext cx="3108518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299763" y="793550"/>
            <a:ext cx="3485632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677929" y="1979969"/>
            <a:ext cx="310746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974654" y="898681"/>
            <a:ext cx="3810741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359991" y="222278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attributes: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5622440" y="3150565"/>
            <a:ext cx="1629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56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277581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573655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69728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65801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61874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757947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61379" y="1841195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261379" y="1617589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261379" y="1393982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261379" y="1170376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261379" y="946770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261379" y="72316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277581" y="1841195"/>
            <a:ext cx="1465183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733800" y="18288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277581" y="626543"/>
            <a:ext cx="0" cy="121465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260600" y="6096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1" y="0"/>
                </a:moveTo>
                <a:lnTo>
                  <a:pt x="0" y="2"/>
                </a:lnTo>
                <a:lnTo>
                  <a:pt x="1" y="1"/>
                </a:lnTo>
                <a:lnTo>
                  <a:pt x="2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277581" y="1829107"/>
            <a:ext cx="5025" cy="120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282606" y="1800610"/>
            <a:ext cx="2128" cy="284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284734" y="1768308"/>
            <a:ext cx="4886" cy="323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289620" y="1729492"/>
            <a:ext cx="5977" cy="388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295597" y="1696905"/>
            <a:ext cx="6545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02142" y="1677697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304653" y="1651799"/>
            <a:ext cx="5601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310254" y="1612066"/>
            <a:ext cx="5102" cy="397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315356" y="1580736"/>
            <a:ext cx="5395" cy="3133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320751" y="1544147"/>
            <a:ext cx="8513" cy="3658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329264" y="1503982"/>
            <a:ext cx="6981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336245" y="1462813"/>
            <a:ext cx="9393" cy="4116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345638" y="1425613"/>
            <a:ext cx="9240" cy="372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354878" y="1388819"/>
            <a:ext cx="10289" cy="3679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365167" y="1356687"/>
            <a:ext cx="10005" cy="321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375172" y="1328002"/>
            <a:ext cx="9796" cy="2868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384968" y="1300347"/>
            <a:ext cx="9285" cy="276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394253" y="1266424"/>
            <a:ext cx="11903" cy="3392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06156" y="1233308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20245" y="1205606"/>
            <a:ext cx="13760" cy="277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434005" y="1178633"/>
            <a:ext cx="13716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447721" y="1149449"/>
            <a:ext cx="16533" cy="2918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464254" y="1121473"/>
            <a:ext cx="17801" cy="2797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482055" y="1094545"/>
            <a:ext cx="19079" cy="2692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01134" y="1067545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22900" y="1040192"/>
            <a:ext cx="24471" cy="273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547371" y="1012810"/>
            <a:ext cx="28497" cy="2738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575868" y="986813"/>
            <a:ext cx="31096" cy="259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06964" y="963801"/>
            <a:ext cx="30914" cy="2301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37878" y="944106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668590" y="927065"/>
            <a:ext cx="30551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699141" y="911461"/>
            <a:ext cx="30462" cy="156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29603" y="897406"/>
            <a:ext cx="30369" cy="140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59972" y="884566"/>
            <a:ext cx="30295" cy="128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790267" y="873165"/>
            <a:ext cx="30207" cy="1140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20474" y="862316"/>
            <a:ext cx="30174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50648" y="852683"/>
            <a:ext cx="30099" cy="96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747" y="843935"/>
            <a:ext cx="30046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10793" y="836182"/>
            <a:ext cx="29985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40778" y="828208"/>
            <a:ext cx="29998" cy="797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70776" y="821451"/>
            <a:ext cx="29925" cy="675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000701" y="814804"/>
            <a:ext cx="29918" cy="664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30619" y="808709"/>
            <a:ext cx="29884" cy="60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60503" y="803610"/>
            <a:ext cx="29823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090326" y="798732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120136" y="793854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49946" y="790635"/>
            <a:ext cx="29710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79656" y="785425"/>
            <a:ext cx="29830" cy="521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209486" y="781321"/>
            <a:ext cx="29763" cy="41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239249" y="777881"/>
            <a:ext cx="29722" cy="34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68971" y="774330"/>
            <a:ext cx="29729" cy="355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298700" y="770115"/>
            <a:ext cx="29770" cy="42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328470" y="768112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358105" y="765667"/>
            <a:ext cx="29662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387767" y="762448"/>
            <a:ext cx="29709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417476" y="759228"/>
            <a:ext cx="29710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447186" y="757004"/>
            <a:ext cx="29648" cy="222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476834" y="754890"/>
            <a:ext cx="29642" cy="21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506476" y="752928"/>
            <a:ext cx="29632" cy="196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536108" y="750332"/>
            <a:ext cx="29672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565780" y="747737"/>
            <a:ext cx="29670" cy="25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595450" y="745298"/>
            <a:ext cx="29662" cy="24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625112" y="743994"/>
            <a:ext cx="29593" cy="13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654705" y="742572"/>
            <a:ext cx="29599" cy="14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684304" y="742258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705787" y="742258"/>
            <a:ext cx="26877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280179" y="1785840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280502" y="1744101"/>
            <a:ext cx="1011" cy="4173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281513" y="1713534"/>
            <a:ext cx="582" cy="305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281340" y="1688287"/>
            <a:ext cx="755" cy="2524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280875" y="1651292"/>
            <a:ext cx="465" cy="3699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280061" y="1609457"/>
            <a:ext cx="814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280061" y="1569703"/>
            <a:ext cx="312" cy="3975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280373" y="1541474"/>
            <a:ext cx="377" cy="282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280750" y="1505188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282192" y="1458532"/>
            <a:ext cx="2648" cy="466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284840" y="1420335"/>
            <a:ext cx="2353" cy="3819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287193" y="1389109"/>
            <a:ext cx="3421" cy="31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290614" y="1345533"/>
            <a:ext cx="5103" cy="435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295717" y="1298228"/>
            <a:ext cx="5871" cy="47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01588" y="1261303"/>
            <a:ext cx="7312" cy="369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308900" y="1224029"/>
            <a:ext cx="6938" cy="3727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315838" y="1182762"/>
            <a:ext cx="10896" cy="41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326734" y="1151036"/>
            <a:ext cx="9981" cy="317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336715" y="1126202"/>
            <a:ext cx="8487" cy="2483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345202" y="1100354"/>
            <a:ext cx="9623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354825" y="1071618"/>
            <a:ext cx="12213" cy="287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367038" y="1046469"/>
            <a:ext cx="13604" cy="251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380642" y="1019313"/>
            <a:ext cx="16410" cy="271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397052" y="992183"/>
            <a:ext cx="19091" cy="271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16143" y="963916"/>
            <a:ext cx="23185" cy="28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439328" y="936556"/>
            <a:ext cx="27154" cy="273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466482" y="911572"/>
            <a:ext cx="29693" cy="2498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496175" y="889555"/>
            <a:ext cx="30853" cy="220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27028" y="870745"/>
            <a:ext cx="30659" cy="1881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557687" y="854920"/>
            <a:ext cx="30476" cy="158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588163" y="841528"/>
            <a:ext cx="30328" cy="1339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18491" y="828578"/>
            <a:ext cx="30302" cy="1295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48793" y="817508"/>
            <a:ext cx="30187" cy="1107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678980" y="808207"/>
            <a:ext cx="30079" cy="930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09059" y="799127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39125" y="790822"/>
            <a:ext cx="30019" cy="8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69144" y="783732"/>
            <a:ext cx="29944" cy="709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799088" y="778412"/>
            <a:ext cx="29838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28926" y="772097"/>
            <a:ext cx="29897" cy="631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58823" y="767993"/>
            <a:ext cx="29763" cy="410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8586" y="762673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18423" y="759343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48139" y="755349"/>
            <a:ext cx="29756" cy="3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77895" y="751024"/>
            <a:ext cx="29776" cy="43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3007671" y="747694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37387" y="746023"/>
            <a:ext cx="29615" cy="16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67002" y="744905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096583" y="743344"/>
            <a:ext cx="29608" cy="156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126191" y="741451"/>
            <a:ext cx="29629" cy="18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55820" y="740333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85401" y="739214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214982" y="738096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244563" y="737752"/>
            <a:ext cx="29534" cy="34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74097" y="737075"/>
            <a:ext cx="29554" cy="67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303651" y="735957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333232" y="734839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362814" y="734839"/>
            <a:ext cx="29487" cy="4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392301" y="735152"/>
            <a:ext cx="31053" cy="1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423354" y="735152"/>
            <a:ext cx="26809" cy="8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450163" y="736032"/>
            <a:ext cx="30610" cy="3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480773" y="736368"/>
            <a:ext cx="29499" cy="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510272" y="736287"/>
            <a:ext cx="29532" cy="3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539804" y="736039"/>
            <a:ext cx="29529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569333" y="736039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598773" y="737230"/>
            <a:ext cx="29448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628221" y="738294"/>
            <a:ext cx="29465" cy="80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657686" y="738986"/>
            <a:ext cx="29519" cy="10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687205" y="738032"/>
            <a:ext cx="20181" cy="95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707386" y="738032"/>
            <a:ext cx="25278" cy="4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277581" y="1795403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338215" y="1749610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398848" y="170381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459481" y="1658025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20114" y="1612232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580748" y="1566439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41381" y="1520647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02014" y="147485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62647" y="1429061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23281" y="138326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3914" y="1337476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44547" y="129168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3005180" y="1245890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65814" y="1200098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126447" y="115430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87080" y="1108512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247713" y="1062720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308346" y="1016927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368980" y="97113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429613" y="92534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490246" y="879549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550880" y="833756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611513" y="78796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672146" y="742171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2256802" y="1875228"/>
            <a:ext cx="352859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520538" y="1875228"/>
            <a:ext cx="3264858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816613" y="1875228"/>
            <a:ext cx="2968782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112680" y="1875228"/>
            <a:ext cx="267271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408748" y="1875228"/>
            <a:ext cx="2376647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737147" y="1875228"/>
            <a:ext cx="204824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2190592" y="1803013"/>
            <a:ext cx="359480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125936" y="1579412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125936" y="1355810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125936" y="1132202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125936" y="908600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190592" y="684999"/>
            <a:ext cx="359480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676877" y="950011"/>
            <a:ext cx="3108518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299763" y="793550"/>
            <a:ext cx="3485632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677929" y="1979969"/>
            <a:ext cx="310746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974654" y="898681"/>
            <a:ext cx="3810741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359991" y="222278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attributes: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460055" y="2437369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always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above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major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diagonal.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5622440" y="3150565"/>
            <a:ext cx="1629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56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277581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573655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69728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65801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461874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757947" y="1824993"/>
            <a:ext cx="0" cy="324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61379" y="1841195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261379" y="1617589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261379" y="1393982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261379" y="1170376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261379" y="946770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261379" y="723163"/>
            <a:ext cx="32405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277581" y="1841195"/>
            <a:ext cx="1465183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733800" y="18288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2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277581" y="626543"/>
            <a:ext cx="0" cy="121465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260600" y="6096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1" y="0"/>
                </a:moveTo>
                <a:lnTo>
                  <a:pt x="0" y="2"/>
                </a:lnTo>
                <a:lnTo>
                  <a:pt x="1" y="1"/>
                </a:lnTo>
                <a:lnTo>
                  <a:pt x="2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277581" y="1829107"/>
            <a:ext cx="5025" cy="1208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282606" y="1800610"/>
            <a:ext cx="2128" cy="284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284734" y="1768308"/>
            <a:ext cx="4886" cy="323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289620" y="1729492"/>
            <a:ext cx="5977" cy="388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295597" y="1696905"/>
            <a:ext cx="6545" cy="3258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02142" y="1677697"/>
            <a:ext cx="2511" cy="1920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304653" y="1651799"/>
            <a:ext cx="5601" cy="2589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310254" y="1612066"/>
            <a:ext cx="5102" cy="397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315356" y="1580736"/>
            <a:ext cx="5395" cy="3133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320751" y="1544147"/>
            <a:ext cx="8513" cy="3658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329264" y="1503982"/>
            <a:ext cx="6981" cy="4016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336245" y="1462813"/>
            <a:ext cx="9393" cy="4116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345638" y="1425613"/>
            <a:ext cx="9240" cy="372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354878" y="1388819"/>
            <a:ext cx="10289" cy="3679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365167" y="1356687"/>
            <a:ext cx="10005" cy="3213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375172" y="1328002"/>
            <a:ext cx="9796" cy="2868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384968" y="1300347"/>
            <a:ext cx="9285" cy="276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394253" y="1266424"/>
            <a:ext cx="11903" cy="3392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06156" y="1233308"/>
            <a:ext cx="14089" cy="3311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20245" y="1205606"/>
            <a:ext cx="13760" cy="2770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434005" y="1178633"/>
            <a:ext cx="13716" cy="2697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447721" y="1149449"/>
            <a:ext cx="16533" cy="2918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464254" y="1121473"/>
            <a:ext cx="17801" cy="2797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482055" y="1094545"/>
            <a:ext cx="19079" cy="2692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01134" y="1067545"/>
            <a:ext cx="21766" cy="2700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22900" y="1040192"/>
            <a:ext cx="24471" cy="273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547371" y="1012810"/>
            <a:ext cx="28497" cy="2738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575868" y="986813"/>
            <a:ext cx="31096" cy="2599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06964" y="963801"/>
            <a:ext cx="30914" cy="2301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37878" y="944106"/>
            <a:ext cx="30712" cy="196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668590" y="927065"/>
            <a:ext cx="30551" cy="1704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699141" y="911461"/>
            <a:ext cx="30462" cy="156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29603" y="897406"/>
            <a:ext cx="30369" cy="1405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59972" y="884566"/>
            <a:ext cx="30295" cy="128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790267" y="873165"/>
            <a:ext cx="30207" cy="1140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20474" y="862316"/>
            <a:ext cx="30174" cy="1084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50648" y="852683"/>
            <a:ext cx="30099" cy="963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747" y="843935"/>
            <a:ext cx="30046" cy="874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10793" y="836182"/>
            <a:ext cx="29985" cy="775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40778" y="828208"/>
            <a:ext cx="29998" cy="797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70776" y="821451"/>
            <a:ext cx="29925" cy="675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3000701" y="814804"/>
            <a:ext cx="29918" cy="6647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30619" y="808709"/>
            <a:ext cx="29884" cy="60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60503" y="803610"/>
            <a:ext cx="29823" cy="509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090326" y="798732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120136" y="793854"/>
            <a:ext cx="29810" cy="4878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49946" y="790635"/>
            <a:ext cx="29710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79656" y="785425"/>
            <a:ext cx="29830" cy="521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209486" y="781321"/>
            <a:ext cx="29763" cy="41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239249" y="777881"/>
            <a:ext cx="29722" cy="344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68971" y="774330"/>
            <a:ext cx="29729" cy="3551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298700" y="770115"/>
            <a:ext cx="29770" cy="421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328470" y="768112"/>
            <a:ext cx="29635" cy="2003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358105" y="765667"/>
            <a:ext cx="29662" cy="244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387767" y="762448"/>
            <a:ext cx="29709" cy="321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417476" y="759228"/>
            <a:ext cx="29710" cy="322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447186" y="757004"/>
            <a:ext cx="29648" cy="222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476834" y="754890"/>
            <a:ext cx="29642" cy="21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506476" y="752928"/>
            <a:ext cx="29632" cy="196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536108" y="750332"/>
            <a:ext cx="29672" cy="2596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565780" y="747737"/>
            <a:ext cx="29670" cy="2595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595450" y="745298"/>
            <a:ext cx="29662" cy="2439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625112" y="743994"/>
            <a:ext cx="29593" cy="130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654705" y="742572"/>
            <a:ext cx="29599" cy="1422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684304" y="742258"/>
            <a:ext cx="21483" cy="314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705787" y="742258"/>
            <a:ext cx="26877" cy="0"/>
          </a:xfrm>
          <a:prstGeom prst="line">
            <a:avLst/>
          </a:prstGeom>
          <a:ln w="6073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280179" y="1785840"/>
            <a:ext cx="323" cy="5102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280502" y="1744101"/>
            <a:ext cx="1011" cy="4173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281513" y="1713534"/>
            <a:ext cx="582" cy="305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281340" y="1688287"/>
            <a:ext cx="755" cy="2524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280875" y="1651292"/>
            <a:ext cx="465" cy="3699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280061" y="1609457"/>
            <a:ext cx="814" cy="4183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280061" y="1569703"/>
            <a:ext cx="312" cy="3975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280373" y="1541474"/>
            <a:ext cx="377" cy="282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280750" y="1505188"/>
            <a:ext cx="1442" cy="3628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282192" y="1458532"/>
            <a:ext cx="2648" cy="466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284840" y="1420335"/>
            <a:ext cx="2353" cy="3819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287193" y="1389109"/>
            <a:ext cx="3421" cy="31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290614" y="1345533"/>
            <a:ext cx="5103" cy="4357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295717" y="1298228"/>
            <a:ext cx="5871" cy="47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01588" y="1261303"/>
            <a:ext cx="7312" cy="369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308900" y="1224029"/>
            <a:ext cx="6938" cy="3727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315838" y="1182762"/>
            <a:ext cx="10896" cy="41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326734" y="1151036"/>
            <a:ext cx="9981" cy="317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336715" y="1126202"/>
            <a:ext cx="8487" cy="2483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345202" y="1100354"/>
            <a:ext cx="9623" cy="258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354825" y="1071618"/>
            <a:ext cx="12213" cy="287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367038" y="1046469"/>
            <a:ext cx="13604" cy="2514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380642" y="1019313"/>
            <a:ext cx="16410" cy="2715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397052" y="992183"/>
            <a:ext cx="19091" cy="271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16143" y="963916"/>
            <a:ext cx="23185" cy="2826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439328" y="936556"/>
            <a:ext cx="27154" cy="2736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466482" y="911572"/>
            <a:ext cx="29693" cy="2498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496175" y="889555"/>
            <a:ext cx="30853" cy="2201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27028" y="870745"/>
            <a:ext cx="30659" cy="1881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557687" y="854920"/>
            <a:ext cx="30476" cy="158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588163" y="841528"/>
            <a:ext cx="30328" cy="13392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18491" y="828578"/>
            <a:ext cx="30302" cy="1295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48793" y="817508"/>
            <a:ext cx="30187" cy="1107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678980" y="808207"/>
            <a:ext cx="30079" cy="930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09059" y="799127"/>
            <a:ext cx="30066" cy="90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39125" y="790822"/>
            <a:ext cx="30019" cy="830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69144" y="783732"/>
            <a:ext cx="29944" cy="709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799088" y="778412"/>
            <a:ext cx="29838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28926" y="772097"/>
            <a:ext cx="29897" cy="631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58823" y="767993"/>
            <a:ext cx="29763" cy="410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8586" y="762673"/>
            <a:ext cx="29837" cy="532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18423" y="759343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48139" y="755349"/>
            <a:ext cx="29756" cy="399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77895" y="751024"/>
            <a:ext cx="29776" cy="4325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3007671" y="747694"/>
            <a:ext cx="29716" cy="333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37387" y="746023"/>
            <a:ext cx="29615" cy="167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67002" y="744905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096583" y="743344"/>
            <a:ext cx="29608" cy="156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126191" y="741451"/>
            <a:ext cx="29629" cy="1893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55820" y="740333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85401" y="739214"/>
            <a:ext cx="29581" cy="111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214982" y="738096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244563" y="737752"/>
            <a:ext cx="29534" cy="34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74097" y="737075"/>
            <a:ext cx="29554" cy="67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303651" y="735957"/>
            <a:ext cx="29581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333232" y="734839"/>
            <a:ext cx="29582" cy="111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362814" y="734839"/>
            <a:ext cx="29487" cy="429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392301" y="735152"/>
            <a:ext cx="31053" cy="11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423354" y="735152"/>
            <a:ext cx="26809" cy="88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450163" y="736032"/>
            <a:ext cx="30610" cy="33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480773" y="736368"/>
            <a:ext cx="29499" cy="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510272" y="736287"/>
            <a:ext cx="29532" cy="307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539804" y="736039"/>
            <a:ext cx="29529" cy="24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569333" y="736039"/>
            <a:ext cx="29440" cy="1191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598773" y="737230"/>
            <a:ext cx="29448" cy="106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628221" y="738294"/>
            <a:ext cx="29465" cy="800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657686" y="738986"/>
            <a:ext cx="29519" cy="108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687205" y="738032"/>
            <a:ext cx="20181" cy="954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707386" y="738032"/>
            <a:ext cx="25278" cy="4226"/>
          </a:xfrm>
          <a:prstGeom prst="line">
            <a:avLst/>
          </a:prstGeom>
          <a:ln w="6073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277581" y="1795403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338215" y="1749610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398848" y="1703817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459481" y="1658025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20114" y="1612232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580748" y="1566439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41381" y="1520647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02014" y="147485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62647" y="1429061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23281" y="1383268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3914" y="1337476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44547" y="129168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3005180" y="1245890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65814" y="1200098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126447" y="1154305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87080" y="1108512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247713" y="1062720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308346" y="1016927"/>
            <a:ext cx="60634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368980" y="971134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429613" y="925341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490246" y="879549"/>
            <a:ext cx="60634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550880" y="833756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611513" y="787963"/>
            <a:ext cx="60633" cy="45793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672146" y="742171"/>
            <a:ext cx="60633" cy="45792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2256802" y="1875228"/>
            <a:ext cx="3528593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520538" y="1875228"/>
            <a:ext cx="3264858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816613" y="1875228"/>
            <a:ext cx="2968782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112680" y="1875228"/>
            <a:ext cx="2672715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408748" y="1875228"/>
            <a:ext cx="2376647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737147" y="1875228"/>
            <a:ext cx="204824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2190592" y="1803013"/>
            <a:ext cx="359480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125936" y="1579412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125936" y="1355810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125936" y="1132202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125936" y="908600"/>
            <a:ext cx="3659459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0</a:t>
            </a:r>
            <a:r>
              <a:rPr sz="654" b="0">
                <a:solidFill>
                  <a:srgbClr val="000000"/>
                </a:solidFill>
                <a:latin typeface="Cambria Math"/>
              </a:rPr>
              <a:t>.</a:t>
            </a:r>
            <a:r>
              <a:rPr sz="654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190592" y="684999"/>
            <a:ext cx="3594804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676877" y="950011"/>
            <a:ext cx="3108518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299763" y="793550"/>
            <a:ext cx="3485632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677929" y="1979969"/>
            <a:ext cx="3107466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974654" y="898681"/>
            <a:ext cx="3810741" cy="128847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54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654" b="0">
                <a:solidFill>
                  <a:srgbClr val="000000"/>
                </a:solidFill>
                <a:latin typeface="Josefin Sans"/>
              </a:rPr>
              <a:t> </a:t>
            </a:r>
            <a:r>
              <a:rPr sz="654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359991" y="222278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attributes: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460055" y="2437369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always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above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major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diagonal.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5" y="2695484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always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monotonically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increasing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left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right.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5622440" y="3150563"/>
            <a:ext cx="1629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56</a:t>
            </a: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7879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2682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486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02290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17093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31897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570691" y="119672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570691" y="108491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570691" y="97311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570691" y="86131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570691" y="74950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570691" y="63770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78792" y="1196720"/>
            <a:ext cx="732591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302000" y="1193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578792" y="589394"/>
            <a:ext cx="0" cy="60732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578100" y="5842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578792" y="1190676"/>
            <a:ext cx="2513" cy="604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581305" y="1176427"/>
            <a:ext cx="1064" cy="142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582369" y="1160276"/>
            <a:ext cx="2443" cy="1615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84812" y="1140869"/>
            <a:ext cx="2988" cy="194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87800" y="1124575"/>
            <a:ext cx="3273" cy="16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1073" y="1114971"/>
            <a:ext cx="1255" cy="960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592328" y="1102022"/>
            <a:ext cx="2800" cy="129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595128" y="1082156"/>
            <a:ext cx="2552" cy="198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597680" y="1066490"/>
            <a:ext cx="2697" cy="156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600377" y="1048196"/>
            <a:ext cx="4257" cy="18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604634" y="1028114"/>
            <a:ext cx="3490" cy="2008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608124" y="1007529"/>
            <a:ext cx="4696" cy="2058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612820" y="988929"/>
            <a:ext cx="4621" cy="186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617441" y="970532"/>
            <a:ext cx="5144" cy="1839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622585" y="954466"/>
            <a:ext cx="5003" cy="160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627588" y="940123"/>
            <a:ext cx="4897" cy="1434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632485" y="926296"/>
            <a:ext cx="4643" cy="1382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637128" y="909334"/>
            <a:ext cx="5951" cy="1696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643079" y="892777"/>
            <a:ext cx="7045" cy="165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650124" y="878925"/>
            <a:ext cx="6880" cy="138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657004" y="865439"/>
            <a:ext cx="6858" cy="1348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663862" y="850847"/>
            <a:ext cx="8267" cy="1459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672129" y="836859"/>
            <a:ext cx="8900" cy="1398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681029" y="823395"/>
            <a:ext cx="9540" cy="1346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690569" y="809895"/>
            <a:ext cx="10883" cy="135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01452" y="796219"/>
            <a:ext cx="12235" cy="136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13687" y="782528"/>
            <a:ext cx="14249" cy="1369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27936" y="769529"/>
            <a:ext cx="15548" cy="1299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743484" y="758023"/>
            <a:ext cx="15456" cy="1150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58940" y="748175"/>
            <a:ext cx="15356" cy="984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4296" y="739655"/>
            <a:ext cx="15276" cy="85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89572" y="731853"/>
            <a:ext cx="15231" cy="780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4803" y="724825"/>
            <a:ext cx="15185" cy="702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9988" y="718406"/>
            <a:ext cx="15147" cy="64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35135" y="712705"/>
            <a:ext cx="15104" cy="57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50239" y="707280"/>
            <a:ext cx="15087" cy="542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5326" y="702464"/>
            <a:ext cx="15049" cy="481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375" y="698090"/>
            <a:ext cx="15023" cy="437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95398" y="694214"/>
            <a:ext cx="14992" cy="38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10390" y="690227"/>
            <a:ext cx="15000" cy="398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25390" y="686848"/>
            <a:ext cx="14962" cy="337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40352" y="683524"/>
            <a:ext cx="14959" cy="332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955311" y="680477"/>
            <a:ext cx="14942" cy="304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970253" y="677928"/>
            <a:ext cx="14912" cy="25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985165" y="675489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00070" y="673050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014975" y="671440"/>
            <a:ext cx="14854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029829" y="668835"/>
            <a:ext cx="14915" cy="260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044744" y="666783"/>
            <a:ext cx="14882" cy="20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059626" y="665063"/>
            <a:ext cx="14861" cy="17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074487" y="663287"/>
            <a:ext cx="14865" cy="17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089352" y="661180"/>
            <a:ext cx="14885" cy="21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104237" y="660179"/>
            <a:ext cx="14817" cy="10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119054" y="658956"/>
            <a:ext cx="14831" cy="122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133885" y="657346"/>
            <a:ext cx="14855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148740" y="655737"/>
            <a:ext cx="14854" cy="160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163594" y="654625"/>
            <a:ext cx="14825" cy="111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178419" y="653568"/>
            <a:ext cx="14820" cy="10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193239" y="652587"/>
            <a:ext cx="14817" cy="98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08056" y="651289"/>
            <a:ext cx="14835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222891" y="649991"/>
            <a:ext cx="14836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237727" y="648772"/>
            <a:ext cx="14831" cy="12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252558" y="648119"/>
            <a:ext cx="14796" cy="65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267354" y="647409"/>
            <a:ext cx="14800" cy="7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282154" y="647251"/>
            <a:ext cx="10741" cy="15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292895" y="647251"/>
            <a:ext cx="13438" cy="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580091" y="1169043"/>
            <a:ext cx="161" cy="2551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580252" y="1148173"/>
            <a:ext cx="506" cy="2087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580758" y="1132889"/>
            <a:ext cx="291" cy="1528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580671" y="1120266"/>
            <a:ext cx="378" cy="126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580439" y="1101769"/>
            <a:ext cx="232" cy="184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580032" y="1080851"/>
            <a:ext cx="407" cy="2091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580032" y="1060974"/>
            <a:ext cx="156" cy="1987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580188" y="1046860"/>
            <a:ext cx="188" cy="1411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580376" y="1028717"/>
            <a:ext cx="722" cy="1814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581098" y="1005388"/>
            <a:ext cx="1324" cy="2332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582422" y="986290"/>
            <a:ext cx="1176" cy="1909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583598" y="970677"/>
            <a:ext cx="1711" cy="156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585309" y="948889"/>
            <a:ext cx="2551" cy="2178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587860" y="925236"/>
            <a:ext cx="2936" cy="236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590796" y="906774"/>
            <a:ext cx="3656" cy="184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594452" y="888137"/>
            <a:ext cx="3468" cy="1863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597920" y="867504"/>
            <a:ext cx="5449" cy="206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603369" y="851640"/>
            <a:ext cx="4990" cy="1586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608359" y="839223"/>
            <a:ext cx="4244" cy="1241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612603" y="826300"/>
            <a:ext cx="4811" cy="129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617414" y="811931"/>
            <a:ext cx="6107" cy="1436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623521" y="799357"/>
            <a:ext cx="6802" cy="125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630323" y="785779"/>
            <a:ext cx="8205" cy="135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638528" y="772214"/>
            <a:ext cx="9545" cy="135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648073" y="758081"/>
            <a:ext cx="11593" cy="141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659666" y="744401"/>
            <a:ext cx="13577" cy="1368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673243" y="731908"/>
            <a:ext cx="14846" cy="1249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688089" y="720900"/>
            <a:ext cx="15427" cy="1100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03516" y="711495"/>
            <a:ext cx="15329" cy="940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18845" y="703583"/>
            <a:ext cx="15238" cy="791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734083" y="696886"/>
            <a:ext cx="15164" cy="66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749247" y="690412"/>
            <a:ext cx="15151" cy="64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64398" y="684877"/>
            <a:ext cx="15093" cy="553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79491" y="680226"/>
            <a:ext cx="15040" cy="465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94531" y="675686"/>
            <a:ext cx="15033" cy="454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09564" y="671533"/>
            <a:ext cx="15009" cy="4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24573" y="667989"/>
            <a:ext cx="14973" cy="354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39546" y="66532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54464" y="662171"/>
            <a:ext cx="14949" cy="315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9413" y="660119"/>
            <a:ext cx="14882" cy="205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4295" y="65745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99213" y="655794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14071" y="653797"/>
            <a:ext cx="14878" cy="19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28949" y="651635"/>
            <a:ext cx="14888" cy="21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43837" y="649970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958695" y="649134"/>
            <a:ext cx="14807" cy="83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973502" y="648575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988293" y="647794"/>
            <a:ext cx="14804" cy="78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03097" y="646848"/>
            <a:ext cx="14814" cy="94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017911" y="646289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032702" y="645730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047493" y="645170"/>
            <a:ext cx="14790" cy="5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062283" y="644998"/>
            <a:ext cx="14767" cy="17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077050" y="644660"/>
            <a:ext cx="14777" cy="33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091827" y="644101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106618" y="643542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121409" y="643542"/>
            <a:ext cx="14743" cy="21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136152" y="643698"/>
            <a:ext cx="15527" cy="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151679" y="643698"/>
            <a:ext cx="13404" cy="44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165083" y="644139"/>
            <a:ext cx="15305" cy="16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180388" y="644306"/>
            <a:ext cx="14750" cy="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195138" y="644266"/>
            <a:ext cx="14766" cy="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209904" y="644142"/>
            <a:ext cx="14764" cy="12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224668" y="644142"/>
            <a:ext cx="14720" cy="59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239388" y="644738"/>
            <a:ext cx="14725" cy="53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254113" y="645270"/>
            <a:ext cx="14732" cy="39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268845" y="645616"/>
            <a:ext cx="14759" cy="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283604" y="645138"/>
            <a:ext cx="10091" cy="4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293695" y="645138"/>
            <a:ext cx="12638" cy="2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578792" y="117382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609109" y="1150928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639426" y="1128031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669742" y="110513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00059" y="1082238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30375" y="1059342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760692" y="1036446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91009" y="1013549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21325" y="990653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51642" y="96775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1958" y="944860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12275" y="92196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42592" y="89906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972908" y="876171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03225" y="85327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033542" y="830379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063858" y="807482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094175" y="784586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124491" y="761690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154808" y="738793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185125" y="71589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215441" y="693001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245758" y="670104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276075" y="64720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51597740" y="-48112455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51597740" y="-47874597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-4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2880000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5" name="Picture 21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6" name="Picture 21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68399" y="1213736"/>
            <a:ext cx="3216997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700270" y="1213736"/>
            <a:ext cx="308512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2848304" y="1213736"/>
            <a:ext cx="2937091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2996341" y="1213736"/>
            <a:ext cx="278905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144375" y="1213736"/>
            <a:ext cx="2641020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308571" y="1213736"/>
            <a:ext cx="247682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535297" y="1177629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502969" y="1065829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502969" y="954028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502969" y="8422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502969" y="7304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535297" y="618622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78440" y="751128"/>
            <a:ext cx="300695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589879" y="672898"/>
            <a:ext cx="319551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2778966" y="1266107"/>
            <a:ext cx="3006429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2427329" y="725463"/>
            <a:ext cx="335806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904532" y="315093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5626464" y="3150576"/>
            <a:ext cx="1589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57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7879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2682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486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02290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17093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31897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570691" y="119672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570691" y="108491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570691" y="97311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570691" y="86131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570691" y="74950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570691" y="63770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78792" y="1196720"/>
            <a:ext cx="732591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302000" y="1193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578792" y="589394"/>
            <a:ext cx="0" cy="60732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578100" y="5842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578792" y="1190676"/>
            <a:ext cx="2513" cy="604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581305" y="1176427"/>
            <a:ext cx="1064" cy="142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582369" y="1160276"/>
            <a:ext cx="2443" cy="1615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84812" y="1140869"/>
            <a:ext cx="2988" cy="194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87800" y="1124575"/>
            <a:ext cx="3273" cy="16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1073" y="1114971"/>
            <a:ext cx="1255" cy="960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592328" y="1102022"/>
            <a:ext cx="2800" cy="129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595128" y="1082156"/>
            <a:ext cx="2552" cy="198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597680" y="1066490"/>
            <a:ext cx="2697" cy="156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600377" y="1048196"/>
            <a:ext cx="4257" cy="18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604634" y="1028114"/>
            <a:ext cx="3490" cy="2008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608124" y="1007529"/>
            <a:ext cx="4696" cy="2058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612820" y="988929"/>
            <a:ext cx="4621" cy="186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617441" y="970532"/>
            <a:ext cx="5144" cy="1839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622585" y="954466"/>
            <a:ext cx="5003" cy="160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627588" y="940123"/>
            <a:ext cx="4897" cy="1434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632485" y="926296"/>
            <a:ext cx="4643" cy="1382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637128" y="909334"/>
            <a:ext cx="5951" cy="1696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643079" y="892777"/>
            <a:ext cx="7045" cy="165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650124" y="878925"/>
            <a:ext cx="6880" cy="138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657004" y="865439"/>
            <a:ext cx="6858" cy="1348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663862" y="850847"/>
            <a:ext cx="8267" cy="1459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672129" y="836859"/>
            <a:ext cx="8900" cy="1398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681029" y="823395"/>
            <a:ext cx="9540" cy="1346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690569" y="809895"/>
            <a:ext cx="10883" cy="135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01452" y="796219"/>
            <a:ext cx="12235" cy="136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13687" y="782528"/>
            <a:ext cx="14249" cy="1369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27936" y="769529"/>
            <a:ext cx="15548" cy="1299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743484" y="758023"/>
            <a:ext cx="15456" cy="1150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58940" y="748175"/>
            <a:ext cx="15356" cy="984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4296" y="739655"/>
            <a:ext cx="15276" cy="85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89572" y="731853"/>
            <a:ext cx="15231" cy="780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4803" y="724825"/>
            <a:ext cx="15185" cy="702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9988" y="718406"/>
            <a:ext cx="15147" cy="64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35135" y="712705"/>
            <a:ext cx="15104" cy="57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50239" y="707280"/>
            <a:ext cx="15087" cy="542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5326" y="702464"/>
            <a:ext cx="15049" cy="481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375" y="698090"/>
            <a:ext cx="15023" cy="437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95398" y="694214"/>
            <a:ext cx="14992" cy="38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10390" y="690227"/>
            <a:ext cx="15000" cy="398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25390" y="686848"/>
            <a:ext cx="14962" cy="337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40352" y="683524"/>
            <a:ext cx="14959" cy="332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955311" y="680477"/>
            <a:ext cx="14942" cy="304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970253" y="677928"/>
            <a:ext cx="14912" cy="25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985165" y="675489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00070" y="673050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014975" y="671440"/>
            <a:ext cx="14854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029829" y="668835"/>
            <a:ext cx="14915" cy="260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044744" y="666783"/>
            <a:ext cx="14882" cy="20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059626" y="665063"/>
            <a:ext cx="14861" cy="17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074487" y="663287"/>
            <a:ext cx="14865" cy="17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089352" y="661180"/>
            <a:ext cx="14885" cy="21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104237" y="660179"/>
            <a:ext cx="14817" cy="10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119054" y="658956"/>
            <a:ext cx="14831" cy="122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133885" y="657346"/>
            <a:ext cx="14855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148740" y="655737"/>
            <a:ext cx="14854" cy="160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163594" y="654625"/>
            <a:ext cx="14825" cy="111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178419" y="653568"/>
            <a:ext cx="14820" cy="10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193239" y="652587"/>
            <a:ext cx="14817" cy="98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08056" y="651289"/>
            <a:ext cx="14835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222891" y="649991"/>
            <a:ext cx="14836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237727" y="648772"/>
            <a:ext cx="14831" cy="12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252558" y="648119"/>
            <a:ext cx="14796" cy="65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267354" y="647409"/>
            <a:ext cx="14800" cy="7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282154" y="647251"/>
            <a:ext cx="10741" cy="15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292895" y="647251"/>
            <a:ext cx="13438" cy="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580091" y="1169043"/>
            <a:ext cx="161" cy="2551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580252" y="1148173"/>
            <a:ext cx="506" cy="2087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580758" y="1132889"/>
            <a:ext cx="291" cy="1528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580671" y="1120266"/>
            <a:ext cx="378" cy="126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580439" y="1101769"/>
            <a:ext cx="232" cy="184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580032" y="1080851"/>
            <a:ext cx="407" cy="2091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580032" y="1060974"/>
            <a:ext cx="156" cy="1987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580188" y="1046860"/>
            <a:ext cx="188" cy="1411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580376" y="1028717"/>
            <a:ext cx="722" cy="1814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581098" y="1005388"/>
            <a:ext cx="1324" cy="2332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582422" y="986290"/>
            <a:ext cx="1176" cy="1909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583598" y="970677"/>
            <a:ext cx="1711" cy="156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585309" y="948889"/>
            <a:ext cx="2551" cy="2178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587860" y="925236"/>
            <a:ext cx="2936" cy="236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590796" y="906774"/>
            <a:ext cx="3656" cy="184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594452" y="888137"/>
            <a:ext cx="3468" cy="1863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597920" y="867504"/>
            <a:ext cx="5449" cy="206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603369" y="851640"/>
            <a:ext cx="4990" cy="1586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608359" y="839223"/>
            <a:ext cx="4244" cy="1241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612603" y="826300"/>
            <a:ext cx="4811" cy="129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617414" y="811931"/>
            <a:ext cx="6107" cy="1436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623521" y="799357"/>
            <a:ext cx="6802" cy="125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630323" y="785779"/>
            <a:ext cx="8205" cy="135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638528" y="772214"/>
            <a:ext cx="9545" cy="135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648073" y="758081"/>
            <a:ext cx="11593" cy="141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659666" y="744401"/>
            <a:ext cx="13577" cy="1368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673243" y="731908"/>
            <a:ext cx="14846" cy="1249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688089" y="720900"/>
            <a:ext cx="15427" cy="1100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03516" y="711495"/>
            <a:ext cx="15329" cy="940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18845" y="703583"/>
            <a:ext cx="15238" cy="791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734083" y="696886"/>
            <a:ext cx="15164" cy="66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749247" y="690412"/>
            <a:ext cx="15151" cy="64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64398" y="684877"/>
            <a:ext cx="15093" cy="553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79491" y="680226"/>
            <a:ext cx="15040" cy="465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94531" y="675686"/>
            <a:ext cx="15033" cy="454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09564" y="671533"/>
            <a:ext cx="15009" cy="4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24573" y="667989"/>
            <a:ext cx="14973" cy="354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39546" y="66532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54464" y="662171"/>
            <a:ext cx="14949" cy="315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9413" y="660119"/>
            <a:ext cx="14882" cy="205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4295" y="65745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99213" y="655794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14071" y="653797"/>
            <a:ext cx="14878" cy="19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28949" y="651635"/>
            <a:ext cx="14888" cy="21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43837" y="649970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958695" y="649134"/>
            <a:ext cx="14807" cy="83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973502" y="648575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988293" y="647794"/>
            <a:ext cx="14804" cy="78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03097" y="646848"/>
            <a:ext cx="14814" cy="94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017911" y="646289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032702" y="645730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047493" y="645170"/>
            <a:ext cx="14790" cy="5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062283" y="644998"/>
            <a:ext cx="14767" cy="17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077050" y="644660"/>
            <a:ext cx="14777" cy="33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091827" y="644101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106618" y="643542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121409" y="643542"/>
            <a:ext cx="14743" cy="21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136152" y="643698"/>
            <a:ext cx="15527" cy="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151679" y="643698"/>
            <a:ext cx="13404" cy="44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165083" y="644139"/>
            <a:ext cx="15305" cy="16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180388" y="644306"/>
            <a:ext cx="14750" cy="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195138" y="644266"/>
            <a:ext cx="14766" cy="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209904" y="644142"/>
            <a:ext cx="14764" cy="12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224668" y="644142"/>
            <a:ext cx="14720" cy="59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239388" y="644738"/>
            <a:ext cx="14725" cy="53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254113" y="645270"/>
            <a:ext cx="14732" cy="39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268845" y="645616"/>
            <a:ext cx="14759" cy="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283604" y="645138"/>
            <a:ext cx="10091" cy="4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293695" y="645138"/>
            <a:ext cx="12638" cy="2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578792" y="117382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609109" y="1150928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639426" y="1128031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669742" y="110513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00059" y="1082238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30375" y="1059342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760692" y="1036446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91009" y="1013549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21325" y="990653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51642" y="96775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1958" y="944860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12275" y="92196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42592" y="89906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972908" y="876171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03225" y="85327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033542" y="830379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063858" y="807482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094175" y="784586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124491" y="761690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154808" y="738793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185125" y="71589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215441" y="693001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245758" y="670104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276075" y="64720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51597743" y="-48112458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51597743" y="-47874600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-4" y="3146739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2880000" y="3146739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5" name="Picture 21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6" name="Picture 21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68399" y="1213736"/>
            <a:ext cx="3216997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700270" y="1213736"/>
            <a:ext cx="308512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2848304" y="1213736"/>
            <a:ext cx="2937091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2996341" y="1213736"/>
            <a:ext cx="278905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144375" y="1213736"/>
            <a:ext cx="2641020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308571" y="1213736"/>
            <a:ext cx="247682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535297" y="1177629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502969" y="1065829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502969" y="954028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502969" y="8422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502969" y="7304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535297" y="618622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78440" y="751128"/>
            <a:ext cx="300695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589879" y="672898"/>
            <a:ext cx="319551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2778966" y="1266107"/>
            <a:ext cx="3006429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2427329" y="725463"/>
            <a:ext cx="335806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6" y="141762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4904532" y="3150927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5626464" y="3150573"/>
            <a:ext cx="1589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57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7879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2682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486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02290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17093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31897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570691" y="119672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570691" y="108491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570691" y="97311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570691" y="86131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570691" y="74950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570691" y="63770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78792" y="1196720"/>
            <a:ext cx="732591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302000" y="1193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578792" y="589394"/>
            <a:ext cx="0" cy="60732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578100" y="5842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578792" y="1190676"/>
            <a:ext cx="2513" cy="604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581305" y="1176427"/>
            <a:ext cx="1064" cy="142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582369" y="1160276"/>
            <a:ext cx="2443" cy="1615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84812" y="1140869"/>
            <a:ext cx="2988" cy="194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87800" y="1124575"/>
            <a:ext cx="3273" cy="16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1073" y="1114971"/>
            <a:ext cx="1255" cy="960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592328" y="1102022"/>
            <a:ext cx="2800" cy="129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595128" y="1082156"/>
            <a:ext cx="2552" cy="198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597680" y="1066490"/>
            <a:ext cx="2697" cy="156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600377" y="1048196"/>
            <a:ext cx="4257" cy="18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604634" y="1028114"/>
            <a:ext cx="3490" cy="2008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608124" y="1007529"/>
            <a:ext cx="4696" cy="2058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612820" y="988929"/>
            <a:ext cx="4621" cy="186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617441" y="970532"/>
            <a:ext cx="5144" cy="1839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622585" y="954466"/>
            <a:ext cx="5003" cy="160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627588" y="940123"/>
            <a:ext cx="4897" cy="1434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632485" y="926296"/>
            <a:ext cx="4643" cy="1382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637128" y="909334"/>
            <a:ext cx="5951" cy="1696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643079" y="892777"/>
            <a:ext cx="7045" cy="165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650124" y="878925"/>
            <a:ext cx="6880" cy="138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657004" y="865439"/>
            <a:ext cx="6858" cy="1348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663862" y="850847"/>
            <a:ext cx="8267" cy="1459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672129" y="836859"/>
            <a:ext cx="8900" cy="1398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681029" y="823395"/>
            <a:ext cx="9540" cy="1346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690569" y="809895"/>
            <a:ext cx="10883" cy="135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01452" y="796219"/>
            <a:ext cx="12235" cy="136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13687" y="782528"/>
            <a:ext cx="14249" cy="1369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27936" y="769529"/>
            <a:ext cx="15548" cy="1299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743484" y="758023"/>
            <a:ext cx="15456" cy="1150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58940" y="748175"/>
            <a:ext cx="15356" cy="984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4296" y="739655"/>
            <a:ext cx="15276" cy="85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89572" y="731853"/>
            <a:ext cx="15231" cy="780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4803" y="724825"/>
            <a:ext cx="15185" cy="702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9988" y="718406"/>
            <a:ext cx="15147" cy="64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35135" y="712705"/>
            <a:ext cx="15104" cy="57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50239" y="707280"/>
            <a:ext cx="15087" cy="542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5326" y="702464"/>
            <a:ext cx="15049" cy="481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375" y="698090"/>
            <a:ext cx="15023" cy="437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95398" y="694214"/>
            <a:ext cx="14992" cy="38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10390" y="690227"/>
            <a:ext cx="15000" cy="398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25390" y="686848"/>
            <a:ext cx="14962" cy="337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40352" y="683524"/>
            <a:ext cx="14959" cy="332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955311" y="680477"/>
            <a:ext cx="14942" cy="304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970253" y="677928"/>
            <a:ext cx="14912" cy="25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985165" y="675489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00070" y="673050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014975" y="671440"/>
            <a:ext cx="14854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029829" y="668835"/>
            <a:ext cx="14915" cy="260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044744" y="666783"/>
            <a:ext cx="14882" cy="20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059626" y="665063"/>
            <a:ext cx="14861" cy="17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074487" y="663287"/>
            <a:ext cx="14865" cy="17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089352" y="661180"/>
            <a:ext cx="14885" cy="21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104237" y="660179"/>
            <a:ext cx="14817" cy="10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119054" y="658956"/>
            <a:ext cx="14831" cy="122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133885" y="657346"/>
            <a:ext cx="14855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148740" y="655737"/>
            <a:ext cx="14854" cy="160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163594" y="654625"/>
            <a:ext cx="14825" cy="111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178419" y="653568"/>
            <a:ext cx="14820" cy="10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193239" y="652587"/>
            <a:ext cx="14817" cy="98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08056" y="651289"/>
            <a:ext cx="14835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222891" y="649991"/>
            <a:ext cx="14836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237727" y="648772"/>
            <a:ext cx="14831" cy="12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252558" y="648119"/>
            <a:ext cx="14796" cy="65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267354" y="647409"/>
            <a:ext cx="14800" cy="7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282154" y="647251"/>
            <a:ext cx="10741" cy="15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292895" y="647251"/>
            <a:ext cx="13438" cy="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580091" y="1169043"/>
            <a:ext cx="161" cy="2551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580252" y="1148173"/>
            <a:ext cx="506" cy="2087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580758" y="1132889"/>
            <a:ext cx="291" cy="1528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580671" y="1120266"/>
            <a:ext cx="378" cy="126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580439" y="1101769"/>
            <a:ext cx="232" cy="184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580032" y="1080851"/>
            <a:ext cx="407" cy="2091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580032" y="1060974"/>
            <a:ext cx="156" cy="1987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580188" y="1046860"/>
            <a:ext cx="188" cy="1411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580376" y="1028717"/>
            <a:ext cx="722" cy="1814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581098" y="1005388"/>
            <a:ext cx="1324" cy="2332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582422" y="986290"/>
            <a:ext cx="1176" cy="1909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583598" y="970677"/>
            <a:ext cx="1711" cy="156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585309" y="948889"/>
            <a:ext cx="2551" cy="2178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587860" y="925236"/>
            <a:ext cx="2936" cy="236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590796" y="906774"/>
            <a:ext cx="3656" cy="184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594452" y="888137"/>
            <a:ext cx="3468" cy="1863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597920" y="867504"/>
            <a:ext cx="5449" cy="206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603369" y="851640"/>
            <a:ext cx="4990" cy="1586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608359" y="839223"/>
            <a:ext cx="4244" cy="1241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612603" y="826300"/>
            <a:ext cx="4811" cy="129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617414" y="811931"/>
            <a:ext cx="6107" cy="1436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623521" y="799357"/>
            <a:ext cx="6802" cy="125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630323" y="785779"/>
            <a:ext cx="8205" cy="135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638528" y="772214"/>
            <a:ext cx="9545" cy="135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648073" y="758081"/>
            <a:ext cx="11593" cy="141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659666" y="744401"/>
            <a:ext cx="13577" cy="1368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673243" y="731908"/>
            <a:ext cx="14846" cy="1249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688089" y="720900"/>
            <a:ext cx="15427" cy="1100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03516" y="711495"/>
            <a:ext cx="15329" cy="940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18845" y="703583"/>
            <a:ext cx="15238" cy="791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734083" y="696886"/>
            <a:ext cx="15164" cy="66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749247" y="690412"/>
            <a:ext cx="15151" cy="64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64398" y="684877"/>
            <a:ext cx="15093" cy="553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79491" y="680226"/>
            <a:ext cx="15040" cy="465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94531" y="675686"/>
            <a:ext cx="15033" cy="454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09564" y="671533"/>
            <a:ext cx="15009" cy="4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24573" y="667989"/>
            <a:ext cx="14973" cy="354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39546" y="66532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54464" y="662171"/>
            <a:ext cx="14949" cy="315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9413" y="660119"/>
            <a:ext cx="14882" cy="205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4295" y="65745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99213" y="655794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14071" y="653797"/>
            <a:ext cx="14878" cy="19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28949" y="651635"/>
            <a:ext cx="14888" cy="21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43837" y="649970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958695" y="649134"/>
            <a:ext cx="14807" cy="83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973502" y="648575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988293" y="647794"/>
            <a:ext cx="14804" cy="78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03097" y="646848"/>
            <a:ext cx="14814" cy="94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017911" y="646289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032702" y="645730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047493" y="645170"/>
            <a:ext cx="14790" cy="5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062283" y="644998"/>
            <a:ext cx="14767" cy="17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077050" y="644660"/>
            <a:ext cx="14777" cy="33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091827" y="644101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106618" y="643542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121409" y="643542"/>
            <a:ext cx="14743" cy="21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136152" y="643698"/>
            <a:ext cx="15527" cy="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151679" y="643698"/>
            <a:ext cx="13404" cy="44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165083" y="644139"/>
            <a:ext cx="15305" cy="16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180388" y="644306"/>
            <a:ext cx="14750" cy="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195138" y="644266"/>
            <a:ext cx="14766" cy="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209904" y="644142"/>
            <a:ext cx="14764" cy="12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224668" y="644142"/>
            <a:ext cx="14720" cy="59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239388" y="644738"/>
            <a:ext cx="14725" cy="53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254113" y="645270"/>
            <a:ext cx="14732" cy="39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268845" y="645616"/>
            <a:ext cx="14759" cy="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283604" y="645138"/>
            <a:ext cx="10091" cy="4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293695" y="645138"/>
            <a:ext cx="12638" cy="2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578792" y="117382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609109" y="1150928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639426" y="1128031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669742" y="110513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00059" y="1082238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30375" y="1059342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760692" y="1036446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91009" y="1013549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21325" y="990653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51642" y="96775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1958" y="944860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12275" y="92196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42592" y="89906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972908" y="876171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03225" y="85327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033542" y="830379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063858" y="807482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094175" y="784586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124491" y="761690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154808" y="738793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185125" y="71589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215441" y="693001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245758" y="670104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276075" y="64720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51597743" y="-48112455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51597743" y="-47874597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-4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2880000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5" name="Picture 21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6" name="Picture 21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68399" y="1213736"/>
            <a:ext cx="3216997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700270" y="1213736"/>
            <a:ext cx="308512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2848304" y="1213736"/>
            <a:ext cx="2937091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2996341" y="1213736"/>
            <a:ext cx="278905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144375" y="1213736"/>
            <a:ext cx="2641020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308571" y="1213736"/>
            <a:ext cx="247682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535297" y="1177629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502969" y="1065829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502969" y="954028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502969" y="8422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502969" y="7304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535297" y="618622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78440" y="751128"/>
            <a:ext cx="300695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589879" y="672898"/>
            <a:ext cx="319551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2778966" y="1266107"/>
            <a:ext cx="3006429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2427329" y="725463"/>
            <a:ext cx="335806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6" y="141762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987409" y="1633228"/>
            <a:ext cx="379798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4904532" y="315093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5626464" y="3150576"/>
            <a:ext cx="1589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57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7879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2682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486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02290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17093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31897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570691" y="119672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570691" y="108491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570691" y="97311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570691" y="86131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570691" y="74950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570691" y="63770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78792" y="1196720"/>
            <a:ext cx="732591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302000" y="1193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578792" y="589394"/>
            <a:ext cx="0" cy="60732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578100" y="5842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578792" y="1190676"/>
            <a:ext cx="2513" cy="604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581305" y="1176427"/>
            <a:ext cx="1064" cy="142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582369" y="1160276"/>
            <a:ext cx="2443" cy="1615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84812" y="1140869"/>
            <a:ext cx="2988" cy="194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87800" y="1124575"/>
            <a:ext cx="3273" cy="16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1073" y="1114971"/>
            <a:ext cx="1255" cy="960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592328" y="1102022"/>
            <a:ext cx="2800" cy="129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595128" y="1082156"/>
            <a:ext cx="2552" cy="198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597680" y="1066490"/>
            <a:ext cx="2697" cy="156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600377" y="1048196"/>
            <a:ext cx="4257" cy="18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604634" y="1028114"/>
            <a:ext cx="3490" cy="2008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608124" y="1007529"/>
            <a:ext cx="4696" cy="2058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612820" y="988929"/>
            <a:ext cx="4621" cy="186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617441" y="970532"/>
            <a:ext cx="5144" cy="1839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622585" y="954466"/>
            <a:ext cx="5003" cy="160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627588" y="940123"/>
            <a:ext cx="4897" cy="1434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632485" y="926296"/>
            <a:ext cx="4643" cy="1382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637128" y="909334"/>
            <a:ext cx="5951" cy="1696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643079" y="892777"/>
            <a:ext cx="7045" cy="165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650124" y="878925"/>
            <a:ext cx="6880" cy="138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657004" y="865439"/>
            <a:ext cx="6858" cy="1348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663862" y="850847"/>
            <a:ext cx="8267" cy="1459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672129" y="836859"/>
            <a:ext cx="8900" cy="1398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681029" y="823395"/>
            <a:ext cx="9540" cy="1346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690569" y="809895"/>
            <a:ext cx="10883" cy="135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01452" y="796219"/>
            <a:ext cx="12235" cy="136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13687" y="782528"/>
            <a:ext cx="14249" cy="1369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27936" y="769529"/>
            <a:ext cx="15548" cy="1299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743484" y="758023"/>
            <a:ext cx="15456" cy="1150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58940" y="748175"/>
            <a:ext cx="15356" cy="984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4296" y="739655"/>
            <a:ext cx="15276" cy="85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89572" y="731853"/>
            <a:ext cx="15231" cy="780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4803" y="724825"/>
            <a:ext cx="15185" cy="702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9988" y="718406"/>
            <a:ext cx="15147" cy="64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35135" y="712705"/>
            <a:ext cx="15104" cy="57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50239" y="707280"/>
            <a:ext cx="15087" cy="542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5326" y="702464"/>
            <a:ext cx="15049" cy="481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375" y="698090"/>
            <a:ext cx="15023" cy="437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95398" y="694214"/>
            <a:ext cx="14992" cy="38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10390" y="690227"/>
            <a:ext cx="15000" cy="398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25390" y="686848"/>
            <a:ext cx="14962" cy="337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40352" y="683524"/>
            <a:ext cx="14959" cy="332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955311" y="680477"/>
            <a:ext cx="14942" cy="304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970253" y="677928"/>
            <a:ext cx="14912" cy="25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985165" y="675489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00070" y="673050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014975" y="671440"/>
            <a:ext cx="14854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029829" y="668835"/>
            <a:ext cx="14915" cy="260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044744" y="666783"/>
            <a:ext cx="14882" cy="20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059626" y="665063"/>
            <a:ext cx="14861" cy="17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074487" y="663287"/>
            <a:ext cx="14865" cy="17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089352" y="661180"/>
            <a:ext cx="14885" cy="21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104237" y="660179"/>
            <a:ext cx="14817" cy="10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119054" y="658956"/>
            <a:ext cx="14831" cy="122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133885" y="657346"/>
            <a:ext cx="14855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148740" y="655737"/>
            <a:ext cx="14854" cy="160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163594" y="654625"/>
            <a:ext cx="14825" cy="111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178419" y="653568"/>
            <a:ext cx="14820" cy="10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193239" y="652587"/>
            <a:ext cx="14817" cy="98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08056" y="651289"/>
            <a:ext cx="14835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222891" y="649991"/>
            <a:ext cx="14836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237727" y="648772"/>
            <a:ext cx="14831" cy="12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252558" y="648119"/>
            <a:ext cx="14796" cy="65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267354" y="647409"/>
            <a:ext cx="14800" cy="7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282154" y="647251"/>
            <a:ext cx="10741" cy="15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292895" y="647251"/>
            <a:ext cx="13438" cy="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580091" y="1169043"/>
            <a:ext cx="161" cy="2551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580252" y="1148173"/>
            <a:ext cx="506" cy="2087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580758" y="1132889"/>
            <a:ext cx="291" cy="1528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580671" y="1120266"/>
            <a:ext cx="378" cy="126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580439" y="1101769"/>
            <a:ext cx="232" cy="184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580032" y="1080851"/>
            <a:ext cx="407" cy="2091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580032" y="1060974"/>
            <a:ext cx="156" cy="1987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580188" y="1046860"/>
            <a:ext cx="188" cy="1411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580376" y="1028717"/>
            <a:ext cx="722" cy="1814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581098" y="1005388"/>
            <a:ext cx="1324" cy="2332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582422" y="986290"/>
            <a:ext cx="1176" cy="1909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583598" y="970677"/>
            <a:ext cx="1711" cy="156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585309" y="948889"/>
            <a:ext cx="2551" cy="2178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587860" y="925236"/>
            <a:ext cx="2936" cy="236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590796" y="906774"/>
            <a:ext cx="3656" cy="184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594452" y="888137"/>
            <a:ext cx="3468" cy="1863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597920" y="867504"/>
            <a:ext cx="5449" cy="206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603369" y="851640"/>
            <a:ext cx="4990" cy="1586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608359" y="839223"/>
            <a:ext cx="4244" cy="1241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612603" y="826300"/>
            <a:ext cx="4811" cy="129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617414" y="811931"/>
            <a:ext cx="6107" cy="1436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623521" y="799357"/>
            <a:ext cx="6802" cy="125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630323" y="785779"/>
            <a:ext cx="8205" cy="135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638528" y="772214"/>
            <a:ext cx="9545" cy="135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648073" y="758081"/>
            <a:ext cx="11593" cy="141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659666" y="744401"/>
            <a:ext cx="13577" cy="1368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673243" y="731908"/>
            <a:ext cx="14846" cy="1249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688089" y="720900"/>
            <a:ext cx="15427" cy="1100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03516" y="711495"/>
            <a:ext cx="15329" cy="940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18845" y="703583"/>
            <a:ext cx="15238" cy="791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734083" y="696886"/>
            <a:ext cx="15164" cy="66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749247" y="690412"/>
            <a:ext cx="15151" cy="64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64398" y="684877"/>
            <a:ext cx="15093" cy="553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79491" y="680226"/>
            <a:ext cx="15040" cy="465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94531" y="675686"/>
            <a:ext cx="15033" cy="454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09564" y="671533"/>
            <a:ext cx="15009" cy="4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24573" y="667989"/>
            <a:ext cx="14973" cy="354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39546" y="66532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54464" y="662171"/>
            <a:ext cx="14949" cy="315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9413" y="660119"/>
            <a:ext cx="14882" cy="205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4295" y="65745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99213" y="655794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14071" y="653797"/>
            <a:ext cx="14878" cy="19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28949" y="651635"/>
            <a:ext cx="14888" cy="21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43837" y="649970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958695" y="649134"/>
            <a:ext cx="14807" cy="83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973502" y="648575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988293" y="647794"/>
            <a:ext cx="14804" cy="78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03097" y="646848"/>
            <a:ext cx="14814" cy="94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017911" y="646289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032702" y="645730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047493" y="645170"/>
            <a:ext cx="14790" cy="5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062283" y="644998"/>
            <a:ext cx="14767" cy="17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077050" y="644660"/>
            <a:ext cx="14777" cy="33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091827" y="644101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106618" y="643542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121409" y="643542"/>
            <a:ext cx="14743" cy="21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136152" y="643698"/>
            <a:ext cx="15527" cy="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151679" y="643698"/>
            <a:ext cx="13404" cy="44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165083" y="644139"/>
            <a:ext cx="15305" cy="16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180388" y="644306"/>
            <a:ext cx="14750" cy="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195138" y="644266"/>
            <a:ext cx="14766" cy="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209904" y="644142"/>
            <a:ext cx="14764" cy="12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224668" y="644142"/>
            <a:ext cx="14720" cy="59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239388" y="644738"/>
            <a:ext cx="14725" cy="53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254113" y="645270"/>
            <a:ext cx="14732" cy="39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268845" y="645616"/>
            <a:ext cx="14759" cy="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283604" y="645138"/>
            <a:ext cx="10091" cy="4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293695" y="645138"/>
            <a:ext cx="12638" cy="2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578792" y="117382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609109" y="1150928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639426" y="1128031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669742" y="110513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00059" y="1082238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30375" y="1059342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760692" y="1036446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91009" y="1013549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21325" y="990653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51642" y="96775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1958" y="944860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12275" y="92196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42592" y="89906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972908" y="876171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03225" y="85327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033542" y="830379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063858" y="807482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094175" y="784586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124491" y="761690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154808" y="738793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185125" y="71589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215441" y="693001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245758" y="670104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276075" y="64720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51597743" y="-48112455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51597743" y="-47874597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-4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2880000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5" name="Picture 21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6" name="Picture 21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68399" y="1213736"/>
            <a:ext cx="3216997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700270" y="1213736"/>
            <a:ext cx="308512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2848304" y="1213736"/>
            <a:ext cx="2937091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2996341" y="1213736"/>
            <a:ext cx="278905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144375" y="1213736"/>
            <a:ext cx="2641020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308571" y="1213736"/>
            <a:ext cx="247682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535297" y="1177629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502969" y="1065829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502969" y="954028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502969" y="8422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502969" y="7304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535297" y="618622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78440" y="751128"/>
            <a:ext cx="300695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589879" y="672898"/>
            <a:ext cx="319551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2778966" y="1266107"/>
            <a:ext cx="3006429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2427329" y="725463"/>
            <a:ext cx="335806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6" y="141762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987409" y="1633228"/>
            <a:ext cx="379798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460056" y="1847811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corresponds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4904532" y="315093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5626464" y="3150576"/>
            <a:ext cx="1589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57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7879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2682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486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02290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17093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31897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570691" y="119672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570691" y="108491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570691" y="97311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570691" y="86131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570691" y="74950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570691" y="63770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78792" y="1196720"/>
            <a:ext cx="732591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302000" y="1193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578792" y="589394"/>
            <a:ext cx="0" cy="60732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578100" y="5842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578792" y="1190676"/>
            <a:ext cx="2513" cy="604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581305" y="1176427"/>
            <a:ext cx="1064" cy="142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582369" y="1160276"/>
            <a:ext cx="2443" cy="1615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84812" y="1140869"/>
            <a:ext cx="2988" cy="194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87800" y="1124575"/>
            <a:ext cx="3273" cy="16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1073" y="1114971"/>
            <a:ext cx="1255" cy="960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592328" y="1102022"/>
            <a:ext cx="2800" cy="129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595128" y="1082156"/>
            <a:ext cx="2552" cy="198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597680" y="1066490"/>
            <a:ext cx="2697" cy="156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600377" y="1048196"/>
            <a:ext cx="4257" cy="18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604634" y="1028114"/>
            <a:ext cx="3490" cy="2008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608124" y="1007529"/>
            <a:ext cx="4696" cy="2058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612820" y="988929"/>
            <a:ext cx="4621" cy="186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617441" y="970532"/>
            <a:ext cx="5144" cy="1839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622585" y="954466"/>
            <a:ext cx="5003" cy="160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627588" y="940123"/>
            <a:ext cx="4897" cy="1434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632485" y="926296"/>
            <a:ext cx="4643" cy="1382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637128" y="909334"/>
            <a:ext cx="5951" cy="1696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643079" y="892777"/>
            <a:ext cx="7045" cy="165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650124" y="878925"/>
            <a:ext cx="6880" cy="138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657004" y="865439"/>
            <a:ext cx="6858" cy="1348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663862" y="850847"/>
            <a:ext cx="8267" cy="1459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672129" y="836859"/>
            <a:ext cx="8900" cy="1398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681029" y="823395"/>
            <a:ext cx="9540" cy="1346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690569" y="809895"/>
            <a:ext cx="10883" cy="135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01452" y="796219"/>
            <a:ext cx="12235" cy="136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13687" y="782528"/>
            <a:ext cx="14249" cy="1369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27936" y="769529"/>
            <a:ext cx="15548" cy="1299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743484" y="758023"/>
            <a:ext cx="15456" cy="1150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58940" y="748175"/>
            <a:ext cx="15356" cy="984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4296" y="739655"/>
            <a:ext cx="15276" cy="85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89572" y="731853"/>
            <a:ext cx="15231" cy="780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4803" y="724825"/>
            <a:ext cx="15185" cy="702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9988" y="718406"/>
            <a:ext cx="15147" cy="64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35135" y="712705"/>
            <a:ext cx="15104" cy="57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50239" y="707280"/>
            <a:ext cx="15087" cy="542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5326" y="702464"/>
            <a:ext cx="15049" cy="481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375" y="698090"/>
            <a:ext cx="15023" cy="437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95398" y="694214"/>
            <a:ext cx="14992" cy="38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10390" y="690227"/>
            <a:ext cx="15000" cy="398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25390" y="686848"/>
            <a:ext cx="14962" cy="337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40352" y="683524"/>
            <a:ext cx="14959" cy="332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955311" y="680477"/>
            <a:ext cx="14942" cy="304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970253" y="677928"/>
            <a:ext cx="14912" cy="25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985165" y="675489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00070" y="673050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014975" y="671440"/>
            <a:ext cx="14854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029829" y="668835"/>
            <a:ext cx="14915" cy="260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044744" y="666783"/>
            <a:ext cx="14882" cy="20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059626" y="665063"/>
            <a:ext cx="14861" cy="17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074487" y="663287"/>
            <a:ext cx="14865" cy="17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089352" y="661180"/>
            <a:ext cx="14885" cy="21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104237" y="660179"/>
            <a:ext cx="14817" cy="10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119054" y="658956"/>
            <a:ext cx="14831" cy="122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133885" y="657346"/>
            <a:ext cx="14855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148740" y="655737"/>
            <a:ext cx="14854" cy="160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163594" y="654625"/>
            <a:ext cx="14825" cy="111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178419" y="653568"/>
            <a:ext cx="14820" cy="10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193239" y="652587"/>
            <a:ext cx="14817" cy="98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08056" y="651289"/>
            <a:ext cx="14835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222891" y="649991"/>
            <a:ext cx="14836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237727" y="648772"/>
            <a:ext cx="14831" cy="12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252558" y="648119"/>
            <a:ext cx="14796" cy="65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267354" y="647409"/>
            <a:ext cx="14800" cy="7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282154" y="647251"/>
            <a:ext cx="10741" cy="15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292895" y="647251"/>
            <a:ext cx="13438" cy="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580091" y="1169043"/>
            <a:ext cx="161" cy="2551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580252" y="1148173"/>
            <a:ext cx="506" cy="2087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580758" y="1132889"/>
            <a:ext cx="291" cy="1528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580671" y="1120266"/>
            <a:ext cx="378" cy="126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580439" y="1101769"/>
            <a:ext cx="232" cy="184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580032" y="1080851"/>
            <a:ext cx="407" cy="2091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580032" y="1060974"/>
            <a:ext cx="156" cy="1987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580188" y="1046860"/>
            <a:ext cx="188" cy="1411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580376" y="1028717"/>
            <a:ext cx="722" cy="1814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581098" y="1005388"/>
            <a:ext cx="1324" cy="2332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582422" y="986290"/>
            <a:ext cx="1176" cy="1909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583598" y="970677"/>
            <a:ext cx="1711" cy="156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585309" y="948889"/>
            <a:ext cx="2551" cy="2178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587860" y="925236"/>
            <a:ext cx="2936" cy="236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590796" y="906774"/>
            <a:ext cx="3656" cy="184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594452" y="888137"/>
            <a:ext cx="3468" cy="1863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597920" y="867504"/>
            <a:ext cx="5449" cy="206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603369" y="851640"/>
            <a:ext cx="4990" cy="1586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608359" y="839223"/>
            <a:ext cx="4244" cy="1241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612603" y="826300"/>
            <a:ext cx="4811" cy="129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617414" y="811931"/>
            <a:ext cx="6107" cy="1436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623521" y="799357"/>
            <a:ext cx="6802" cy="125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630323" y="785779"/>
            <a:ext cx="8205" cy="135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638528" y="772214"/>
            <a:ext cx="9545" cy="135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648073" y="758081"/>
            <a:ext cx="11593" cy="141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659666" y="744401"/>
            <a:ext cx="13577" cy="1368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673243" y="731908"/>
            <a:ext cx="14846" cy="1249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688089" y="720900"/>
            <a:ext cx="15427" cy="1100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03516" y="711495"/>
            <a:ext cx="15329" cy="940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18845" y="703583"/>
            <a:ext cx="15238" cy="791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734083" y="696886"/>
            <a:ext cx="15164" cy="66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749247" y="690412"/>
            <a:ext cx="15151" cy="64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64398" y="684877"/>
            <a:ext cx="15093" cy="553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79491" y="680226"/>
            <a:ext cx="15040" cy="465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94531" y="675686"/>
            <a:ext cx="15033" cy="454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09564" y="671533"/>
            <a:ext cx="15009" cy="4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24573" y="667989"/>
            <a:ext cx="14973" cy="354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39546" y="66532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54464" y="662171"/>
            <a:ext cx="14949" cy="315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9413" y="660119"/>
            <a:ext cx="14882" cy="205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4295" y="65745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99213" y="655794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14071" y="653797"/>
            <a:ext cx="14878" cy="19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28949" y="651635"/>
            <a:ext cx="14888" cy="21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43837" y="649970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958695" y="649134"/>
            <a:ext cx="14807" cy="83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973502" y="648575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988293" y="647794"/>
            <a:ext cx="14804" cy="78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03097" y="646848"/>
            <a:ext cx="14814" cy="94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017911" y="646289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032702" y="645730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047493" y="645170"/>
            <a:ext cx="14790" cy="5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062283" y="644998"/>
            <a:ext cx="14767" cy="17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077050" y="644660"/>
            <a:ext cx="14777" cy="33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091827" y="644101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106618" y="643542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121409" y="643542"/>
            <a:ext cx="14743" cy="21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136152" y="643698"/>
            <a:ext cx="15527" cy="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151679" y="643698"/>
            <a:ext cx="13404" cy="44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165083" y="644139"/>
            <a:ext cx="15305" cy="16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180388" y="644306"/>
            <a:ext cx="14750" cy="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195138" y="644266"/>
            <a:ext cx="14766" cy="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209904" y="644142"/>
            <a:ext cx="14764" cy="12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224668" y="644142"/>
            <a:ext cx="14720" cy="59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239388" y="644738"/>
            <a:ext cx="14725" cy="53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254113" y="645270"/>
            <a:ext cx="14732" cy="39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268845" y="645616"/>
            <a:ext cx="14759" cy="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283604" y="645138"/>
            <a:ext cx="10091" cy="4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293695" y="645138"/>
            <a:ext cx="12638" cy="2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578792" y="117382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609109" y="1150928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639426" y="1128031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669742" y="110513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00059" y="1082238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30375" y="1059342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760692" y="1036446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91009" y="1013549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21325" y="990653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51642" y="96775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1958" y="944860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12275" y="92196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42592" y="89906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972908" y="876171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03225" y="85327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033542" y="830379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063858" y="807482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094175" y="784586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124491" y="761690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154808" y="738793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185125" y="71589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215441" y="693001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245758" y="670104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276075" y="64720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51597743" y="-48112455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51597743" y="-47874597"/>
            <a:ext cx="47829" cy="47829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-4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2880000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5" name="Picture 21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6" name="Picture 21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68399" y="1213736"/>
            <a:ext cx="3216997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700270" y="1213736"/>
            <a:ext cx="308512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2848304" y="1213736"/>
            <a:ext cx="2937091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2996341" y="1213736"/>
            <a:ext cx="278905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144375" y="1213736"/>
            <a:ext cx="2641020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308571" y="1213736"/>
            <a:ext cx="247682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535297" y="1177629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502969" y="1065829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502969" y="954028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502969" y="8422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502969" y="7304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535297" y="618622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78440" y="751128"/>
            <a:ext cx="300695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589879" y="672898"/>
            <a:ext cx="319551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2778966" y="1266107"/>
            <a:ext cx="3006429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2427329" y="725463"/>
            <a:ext cx="335806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6" y="141762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987409" y="1633228"/>
            <a:ext cx="379798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460056" y="1847811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corresponds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460056" y="2105925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larger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is.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4904532" y="3150930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5626464" y="3150576"/>
            <a:ext cx="1589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57</a:t>
            </a: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7879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2682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486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02290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17093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31897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570691" y="119672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570691" y="108491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570691" y="97311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570691" y="86131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570691" y="74950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570691" y="63770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78792" y="1196720"/>
            <a:ext cx="732591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302000" y="1193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578792" y="589394"/>
            <a:ext cx="0" cy="60732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578100" y="5842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578792" y="1190676"/>
            <a:ext cx="2513" cy="604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581305" y="1176427"/>
            <a:ext cx="1064" cy="142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582369" y="1160276"/>
            <a:ext cx="2443" cy="1615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84812" y="1140869"/>
            <a:ext cx="2988" cy="194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87800" y="1124575"/>
            <a:ext cx="3273" cy="16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1073" y="1114971"/>
            <a:ext cx="1255" cy="960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592328" y="1102022"/>
            <a:ext cx="2800" cy="129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595128" y="1082156"/>
            <a:ext cx="2552" cy="198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597680" y="1066490"/>
            <a:ext cx="2697" cy="156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600377" y="1048196"/>
            <a:ext cx="4257" cy="18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604634" y="1028114"/>
            <a:ext cx="3490" cy="2008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608124" y="1007529"/>
            <a:ext cx="4696" cy="2058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612820" y="988929"/>
            <a:ext cx="4621" cy="186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617441" y="970532"/>
            <a:ext cx="5144" cy="1839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622585" y="954466"/>
            <a:ext cx="5003" cy="160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627588" y="940123"/>
            <a:ext cx="4897" cy="1434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632485" y="926296"/>
            <a:ext cx="4643" cy="1382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637128" y="909334"/>
            <a:ext cx="5951" cy="1696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643079" y="892777"/>
            <a:ext cx="7045" cy="165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650124" y="878925"/>
            <a:ext cx="6880" cy="138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657004" y="865439"/>
            <a:ext cx="6858" cy="1348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663862" y="850847"/>
            <a:ext cx="8267" cy="1459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672129" y="836859"/>
            <a:ext cx="8900" cy="1398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681029" y="823395"/>
            <a:ext cx="9540" cy="1346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690569" y="809895"/>
            <a:ext cx="10883" cy="135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01452" y="796219"/>
            <a:ext cx="12235" cy="136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13687" y="782528"/>
            <a:ext cx="14249" cy="1369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27936" y="769529"/>
            <a:ext cx="15548" cy="1299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743484" y="758023"/>
            <a:ext cx="15456" cy="1150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58940" y="748175"/>
            <a:ext cx="15356" cy="984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4296" y="739655"/>
            <a:ext cx="15276" cy="85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89572" y="731853"/>
            <a:ext cx="15231" cy="780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4803" y="724825"/>
            <a:ext cx="15185" cy="702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9988" y="718406"/>
            <a:ext cx="15147" cy="64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35135" y="712705"/>
            <a:ext cx="15104" cy="57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50239" y="707280"/>
            <a:ext cx="15087" cy="542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5326" y="702464"/>
            <a:ext cx="15049" cy="481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375" y="698090"/>
            <a:ext cx="15023" cy="437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95398" y="694214"/>
            <a:ext cx="14992" cy="38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10390" y="690227"/>
            <a:ext cx="15000" cy="398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25390" y="686848"/>
            <a:ext cx="14962" cy="337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40352" y="683524"/>
            <a:ext cx="14959" cy="332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955311" y="680477"/>
            <a:ext cx="14942" cy="304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970253" y="677928"/>
            <a:ext cx="14912" cy="25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985165" y="675489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00070" y="673050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014975" y="671440"/>
            <a:ext cx="14854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029829" y="668835"/>
            <a:ext cx="14915" cy="260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044744" y="666783"/>
            <a:ext cx="14882" cy="20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059626" y="665063"/>
            <a:ext cx="14861" cy="17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074487" y="663287"/>
            <a:ext cx="14865" cy="17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089352" y="661180"/>
            <a:ext cx="14885" cy="21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104237" y="660179"/>
            <a:ext cx="14817" cy="10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119054" y="658956"/>
            <a:ext cx="14831" cy="122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133885" y="657346"/>
            <a:ext cx="14855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148740" y="655737"/>
            <a:ext cx="14854" cy="160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163594" y="654625"/>
            <a:ext cx="14825" cy="111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178419" y="653568"/>
            <a:ext cx="14820" cy="10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193239" y="652587"/>
            <a:ext cx="14817" cy="98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08056" y="651289"/>
            <a:ext cx="14835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222891" y="649991"/>
            <a:ext cx="14836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237727" y="648772"/>
            <a:ext cx="14831" cy="12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252558" y="648119"/>
            <a:ext cx="14796" cy="65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267354" y="647409"/>
            <a:ext cx="14800" cy="7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282154" y="647251"/>
            <a:ext cx="10741" cy="15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292895" y="647251"/>
            <a:ext cx="13438" cy="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580091" y="1169043"/>
            <a:ext cx="161" cy="2551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580252" y="1148173"/>
            <a:ext cx="506" cy="2087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580758" y="1132889"/>
            <a:ext cx="291" cy="1528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580671" y="1120266"/>
            <a:ext cx="378" cy="126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580439" y="1101769"/>
            <a:ext cx="232" cy="184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580032" y="1080851"/>
            <a:ext cx="407" cy="2091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580032" y="1060974"/>
            <a:ext cx="156" cy="1987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580188" y="1046860"/>
            <a:ext cx="188" cy="1411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580376" y="1028717"/>
            <a:ext cx="722" cy="1814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581098" y="1005388"/>
            <a:ext cx="1324" cy="2332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582422" y="986290"/>
            <a:ext cx="1176" cy="1909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583598" y="970677"/>
            <a:ext cx="1711" cy="156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585309" y="948889"/>
            <a:ext cx="2551" cy="2178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587860" y="925236"/>
            <a:ext cx="2936" cy="236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590796" y="906774"/>
            <a:ext cx="3656" cy="184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594452" y="888137"/>
            <a:ext cx="3468" cy="1863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597920" y="867504"/>
            <a:ext cx="5449" cy="206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603369" y="851640"/>
            <a:ext cx="4990" cy="1586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608359" y="839223"/>
            <a:ext cx="4244" cy="1241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612603" y="826300"/>
            <a:ext cx="4811" cy="129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617414" y="811931"/>
            <a:ext cx="6107" cy="1436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623521" y="799357"/>
            <a:ext cx="6802" cy="125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630323" y="785779"/>
            <a:ext cx="8205" cy="135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638528" y="772214"/>
            <a:ext cx="9545" cy="135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648073" y="758081"/>
            <a:ext cx="11593" cy="141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659666" y="744401"/>
            <a:ext cx="13577" cy="1368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673243" y="731908"/>
            <a:ext cx="14846" cy="1249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688089" y="720900"/>
            <a:ext cx="15427" cy="1100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03516" y="711495"/>
            <a:ext cx="15329" cy="940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18845" y="703583"/>
            <a:ext cx="15238" cy="791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734083" y="696886"/>
            <a:ext cx="15164" cy="66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749247" y="690412"/>
            <a:ext cx="15151" cy="64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64398" y="684877"/>
            <a:ext cx="15093" cy="553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79491" y="680226"/>
            <a:ext cx="15040" cy="465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94531" y="675686"/>
            <a:ext cx="15033" cy="454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09564" y="671533"/>
            <a:ext cx="15009" cy="4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24573" y="667989"/>
            <a:ext cx="14973" cy="354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39546" y="66532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54464" y="662171"/>
            <a:ext cx="14949" cy="315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9413" y="660119"/>
            <a:ext cx="14882" cy="205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4295" y="65745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99213" y="655794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14071" y="653797"/>
            <a:ext cx="14878" cy="19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28949" y="651635"/>
            <a:ext cx="14888" cy="21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43837" y="649970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958695" y="649134"/>
            <a:ext cx="14807" cy="83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973502" y="648575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988293" y="647794"/>
            <a:ext cx="14804" cy="78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03097" y="646848"/>
            <a:ext cx="14814" cy="94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017911" y="646289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032702" y="645730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047493" y="645170"/>
            <a:ext cx="14790" cy="5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062283" y="644998"/>
            <a:ext cx="14767" cy="17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077050" y="644660"/>
            <a:ext cx="14777" cy="33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091827" y="644101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106618" y="643542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121409" y="643542"/>
            <a:ext cx="14743" cy="21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136152" y="643698"/>
            <a:ext cx="15527" cy="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151679" y="643698"/>
            <a:ext cx="13404" cy="44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165083" y="644139"/>
            <a:ext cx="15305" cy="16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180388" y="644306"/>
            <a:ext cx="14750" cy="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195138" y="644266"/>
            <a:ext cx="14766" cy="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209904" y="644142"/>
            <a:ext cx="14764" cy="12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224668" y="644142"/>
            <a:ext cx="14720" cy="59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239388" y="644738"/>
            <a:ext cx="14725" cy="53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254113" y="645270"/>
            <a:ext cx="14732" cy="39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268845" y="645616"/>
            <a:ext cx="14759" cy="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283604" y="645138"/>
            <a:ext cx="10091" cy="4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293695" y="645138"/>
            <a:ext cx="12638" cy="2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578792" y="117382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609109" y="1150928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639426" y="1128031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669742" y="110513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00059" y="1082238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30375" y="1059342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760692" y="1036446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91009" y="1013549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21325" y="990653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51642" y="96775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1958" y="944860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12275" y="92196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42592" y="89906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972908" y="876171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03225" y="85327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033542" y="830379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063858" y="807482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094175" y="784586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124491" y="761690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154808" y="738793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185125" y="71589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215441" y="693001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245758" y="670104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276075" y="64720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26197414" y="-22712131"/>
            <a:ext cx="47829" cy="47828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6197414" y="-22474274"/>
            <a:ext cx="47829" cy="47828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5" name="Picture 21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6" name="Picture 21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68399" y="1213736"/>
            <a:ext cx="3216997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700270" y="1213736"/>
            <a:ext cx="308512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2848304" y="1213736"/>
            <a:ext cx="2937091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2996341" y="1213736"/>
            <a:ext cx="278905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144375" y="1213736"/>
            <a:ext cx="2641020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308571" y="1213736"/>
            <a:ext cx="247682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535297" y="1177629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502969" y="1065829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502969" y="954028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502969" y="8422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502969" y="7304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535297" y="618622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78440" y="751128"/>
            <a:ext cx="300695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589879" y="672898"/>
            <a:ext cx="319551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2778966" y="1266107"/>
            <a:ext cx="3006429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2427329" y="725463"/>
            <a:ext cx="335806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6" y="141762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987409" y="1633228"/>
            <a:ext cx="379798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460056" y="1847811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corresponds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460056" y="2105925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larger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is.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460056" y="2343796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4904535" y="315092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5626467" y="3150575"/>
            <a:ext cx="15892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57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7879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2682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486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02290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17093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31897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570691" y="119672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570691" y="108491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570691" y="97311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570691" y="86131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570691" y="74950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570691" y="63770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78792" y="1196720"/>
            <a:ext cx="732591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302000" y="1193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578792" y="589394"/>
            <a:ext cx="0" cy="60732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578100" y="5842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578792" y="1190676"/>
            <a:ext cx="2513" cy="604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581305" y="1176427"/>
            <a:ext cx="1064" cy="142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582369" y="1160276"/>
            <a:ext cx="2443" cy="1615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84812" y="1140869"/>
            <a:ext cx="2988" cy="194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87800" y="1124575"/>
            <a:ext cx="3273" cy="16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1073" y="1114971"/>
            <a:ext cx="1255" cy="960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592328" y="1102022"/>
            <a:ext cx="2800" cy="129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595128" y="1082156"/>
            <a:ext cx="2552" cy="198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597680" y="1066490"/>
            <a:ext cx="2697" cy="156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600377" y="1048196"/>
            <a:ext cx="4257" cy="18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604634" y="1028114"/>
            <a:ext cx="3490" cy="2008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608124" y="1007529"/>
            <a:ext cx="4696" cy="2058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612820" y="988929"/>
            <a:ext cx="4621" cy="186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617441" y="970532"/>
            <a:ext cx="5144" cy="1839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622585" y="954466"/>
            <a:ext cx="5003" cy="160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627588" y="940123"/>
            <a:ext cx="4897" cy="1434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632485" y="926296"/>
            <a:ext cx="4643" cy="1382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637128" y="909334"/>
            <a:ext cx="5951" cy="1696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643079" y="892777"/>
            <a:ext cx="7045" cy="165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650124" y="878925"/>
            <a:ext cx="6880" cy="138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657004" y="865439"/>
            <a:ext cx="6858" cy="1348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663862" y="850847"/>
            <a:ext cx="8267" cy="1459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672129" y="836859"/>
            <a:ext cx="8900" cy="1398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681029" y="823395"/>
            <a:ext cx="9540" cy="1346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690569" y="809895"/>
            <a:ext cx="10883" cy="135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01452" y="796219"/>
            <a:ext cx="12235" cy="136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13687" y="782528"/>
            <a:ext cx="14249" cy="1369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27936" y="769529"/>
            <a:ext cx="15548" cy="1299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743484" y="758023"/>
            <a:ext cx="15456" cy="1150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58940" y="748175"/>
            <a:ext cx="15356" cy="984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4296" y="739655"/>
            <a:ext cx="15276" cy="85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89572" y="731853"/>
            <a:ext cx="15231" cy="780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4803" y="724825"/>
            <a:ext cx="15185" cy="702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9988" y="718406"/>
            <a:ext cx="15147" cy="64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35135" y="712705"/>
            <a:ext cx="15104" cy="57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50239" y="707280"/>
            <a:ext cx="15087" cy="542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5326" y="702464"/>
            <a:ext cx="15049" cy="481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375" y="698090"/>
            <a:ext cx="15023" cy="437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95398" y="694214"/>
            <a:ext cx="14992" cy="38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10390" y="690227"/>
            <a:ext cx="15000" cy="398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25390" y="686848"/>
            <a:ext cx="14962" cy="337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40352" y="683524"/>
            <a:ext cx="14959" cy="332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955311" y="680477"/>
            <a:ext cx="14942" cy="304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970253" y="677928"/>
            <a:ext cx="14912" cy="25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985165" y="675489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00070" y="673050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014975" y="671440"/>
            <a:ext cx="14854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029829" y="668835"/>
            <a:ext cx="14915" cy="260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044744" y="666783"/>
            <a:ext cx="14882" cy="20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059626" y="665063"/>
            <a:ext cx="14861" cy="17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074487" y="663287"/>
            <a:ext cx="14865" cy="17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089352" y="661180"/>
            <a:ext cx="14885" cy="21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104237" y="660179"/>
            <a:ext cx="14817" cy="10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119054" y="658956"/>
            <a:ext cx="14831" cy="122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133885" y="657346"/>
            <a:ext cx="14855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148740" y="655737"/>
            <a:ext cx="14854" cy="160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163594" y="654625"/>
            <a:ext cx="14825" cy="111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178419" y="653568"/>
            <a:ext cx="14820" cy="10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193239" y="652587"/>
            <a:ext cx="14817" cy="98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08056" y="651289"/>
            <a:ext cx="14835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222891" y="649991"/>
            <a:ext cx="14836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237727" y="648772"/>
            <a:ext cx="14831" cy="12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252558" y="648119"/>
            <a:ext cx="14796" cy="65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267354" y="647409"/>
            <a:ext cx="14800" cy="7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282154" y="647251"/>
            <a:ext cx="10741" cy="15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292895" y="647251"/>
            <a:ext cx="13438" cy="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580091" y="1169043"/>
            <a:ext cx="161" cy="2551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580252" y="1148173"/>
            <a:ext cx="506" cy="2087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580758" y="1132889"/>
            <a:ext cx="291" cy="1528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580671" y="1120266"/>
            <a:ext cx="378" cy="126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580439" y="1101769"/>
            <a:ext cx="232" cy="184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580032" y="1080851"/>
            <a:ext cx="407" cy="2091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580032" y="1060974"/>
            <a:ext cx="156" cy="1987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580188" y="1046860"/>
            <a:ext cx="188" cy="1411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580376" y="1028717"/>
            <a:ext cx="722" cy="1814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581098" y="1005388"/>
            <a:ext cx="1324" cy="2332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582422" y="986290"/>
            <a:ext cx="1176" cy="1909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583598" y="970677"/>
            <a:ext cx="1711" cy="156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585309" y="948889"/>
            <a:ext cx="2551" cy="2178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587860" y="925236"/>
            <a:ext cx="2936" cy="236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590796" y="906774"/>
            <a:ext cx="3656" cy="184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594452" y="888137"/>
            <a:ext cx="3468" cy="1863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597920" y="867504"/>
            <a:ext cx="5449" cy="206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603369" y="851640"/>
            <a:ext cx="4990" cy="1586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608359" y="839223"/>
            <a:ext cx="4244" cy="1241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612603" y="826300"/>
            <a:ext cx="4811" cy="129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617414" y="811931"/>
            <a:ext cx="6107" cy="1436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623521" y="799357"/>
            <a:ext cx="6802" cy="125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630323" y="785779"/>
            <a:ext cx="8205" cy="135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638528" y="772214"/>
            <a:ext cx="9545" cy="135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648073" y="758081"/>
            <a:ext cx="11593" cy="141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659666" y="744401"/>
            <a:ext cx="13577" cy="1368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673243" y="731908"/>
            <a:ext cx="14846" cy="1249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688089" y="720900"/>
            <a:ext cx="15427" cy="1100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03516" y="711495"/>
            <a:ext cx="15329" cy="940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18845" y="703583"/>
            <a:ext cx="15238" cy="791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734083" y="696886"/>
            <a:ext cx="15164" cy="66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749247" y="690412"/>
            <a:ext cx="15151" cy="64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64398" y="684877"/>
            <a:ext cx="15093" cy="553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79491" y="680226"/>
            <a:ext cx="15040" cy="465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94531" y="675686"/>
            <a:ext cx="15033" cy="454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09564" y="671533"/>
            <a:ext cx="15009" cy="4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24573" y="667989"/>
            <a:ext cx="14973" cy="354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39546" y="66532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54464" y="662171"/>
            <a:ext cx="14949" cy="315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9413" y="660119"/>
            <a:ext cx="14882" cy="205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4295" y="65745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99213" y="655794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14071" y="653797"/>
            <a:ext cx="14878" cy="19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28949" y="651635"/>
            <a:ext cx="14888" cy="21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43837" y="649970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958695" y="649134"/>
            <a:ext cx="14807" cy="83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973502" y="648575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988293" y="647794"/>
            <a:ext cx="14804" cy="78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03097" y="646848"/>
            <a:ext cx="14814" cy="94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017911" y="646289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032702" y="645730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047493" y="645170"/>
            <a:ext cx="14790" cy="5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062283" y="644998"/>
            <a:ext cx="14767" cy="17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077050" y="644660"/>
            <a:ext cx="14777" cy="33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091827" y="644101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106618" y="643542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121409" y="643542"/>
            <a:ext cx="14743" cy="21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136152" y="643698"/>
            <a:ext cx="15527" cy="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151679" y="643698"/>
            <a:ext cx="13404" cy="44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165083" y="644139"/>
            <a:ext cx="15305" cy="16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180388" y="644306"/>
            <a:ext cx="14750" cy="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195138" y="644266"/>
            <a:ext cx="14766" cy="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209904" y="644142"/>
            <a:ext cx="14764" cy="12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224668" y="644142"/>
            <a:ext cx="14720" cy="59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239388" y="644738"/>
            <a:ext cx="14725" cy="53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254113" y="645270"/>
            <a:ext cx="14732" cy="39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268845" y="645616"/>
            <a:ext cx="14759" cy="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283604" y="645138"/>
            <a:ext cx="10091" cy="4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293695" y="645138"/>
            <a:ext cx="12638" cy="2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578792" y="117382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609109" y="1150928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639426" y="1128031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669742" y="110513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00059" y="1082238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30375" y="1059342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760692" y="1036446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91009" y="1013549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21325" y="990653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51642" y="96775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1958" y="944860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12275" y="92196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42592" y="89906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972908" y="876171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03225" y="85327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033542" y="830379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063858" y="807482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094175" y="784586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124491" y="761690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154808" y="738793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185125" y="71589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215441" y="693001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245758" y="670104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276075" y="64720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797089" y="2688195"/>
            <a:ext cx="47828" cy="47828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6197414" y="-22474273"/>
            <a:ext cx="47829" cy="47828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5" name="Picture 21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6" name="Picture 21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68399" y="1213736"/>
            <a:ext cx="3216997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700270" y="1213736"/>
            <a:ext cx="308512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2848304" y="1213736"/>
            <a:ext cx="2937091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2996341" y="1213736"/>
            <a:ext cx="278905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144375" y="1213736"/>
            <a:ext cx="2641020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308571" y="1213736"/>
            <a:ext cx="247682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535297" y="1177629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502969" y="1065829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502969" y="954028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502969" y="8422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502969" y="7304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535297" y="618622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78440" y="751128"/>
            <a:ext cx="300695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589879" y="672898"/>
            <a:ext cx="319551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2778966" y="1266107"/>
            <a:ext cx="3006429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2427329" y="725463"/>
            <a:ext cx="335806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6" y="141762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987409" y="1633228"/>
            <a:ext cx="379798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460056" y="1847811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corresponds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460056" y="2105925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larger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is.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460056" y="2343796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914183" y="2634804"/>
            <a:ext cx="48712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generate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smooth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through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points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it,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or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4904535" y="3150932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5626467" y="3150578"/>
            <a:ext cx="15892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57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57879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72682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486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022902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170939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318975" y="1188619"/>
            <a:ext cx="0" cy="162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570691" y="119672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570691" y="108491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570691" y="97311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570691" y="861310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570691" y="749507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570691" y="637704"/>
            <a:ext cx="16203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578792" y="1196720"/>
            <a:ext cx="732591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302000" y="1193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578792" y="589394"/>
            <a:ext cx="0" cy="60732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578100" y="5842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578792" y="1190676"/>
            <a:ext cx="2513" cy="604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581305" y="1176427"/>
            <a:ext cx="1064" cy="142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582369" y="1160276"/>
            <a:ext cx="2443" cy="1615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84812" y="1140869"/>
            <a:ext cx="2988" cy="194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87800" y="1124575"/>
            <a:ext cx="3273" cy="16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1073" y="1114971"/>
            <a:ext cx="1255" cy="960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592328" y="1102022"/>
            <a:ext cx="2800" cy="129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595128" y="1082156"/>
            <a:ext cx="2552" cy="198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597680" y="1066490"/>
            <a:ext cx="2697" cy="156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600377" y="1048196"/>
            <a:ext cx="4257" cy="1829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604634" y="1028114"/>
            <a:ext cx="3490" cy="2008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608124" y="1007529"/>
            <a:ext cx="4696" cy="2058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612820" y="988929"/>
            <a:ext cx="4621" cy="186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617441" y="970532"/>
            <a:ext cx="5144" cy="1839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622585" y="954466"/>
            <a:ext cx="5003" cy="1606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627588" y="940123"/>
            <a:ext cx="4897" cy="1434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632485" y="926296"/>
            <a:ext cx="4643" cy="1382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637128" y="909334"/>
            <a:ext cx="5951" cy="1696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643079" y="892777"/>
            <a:ext cx="7045" cy="165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650124" y="878925"/>
            <a:ext cx="6880" cy="138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657004" y="865439"/>
            <a:ext cx="6858" cy="1348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663862" y="850847"/>
            <a:ext cx="8267" cy="1459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672129" y="836859"/>
            <a:ext cx="8900" cy="1398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681029" y="823395"/>
            <a:ext cx="9540" cy="1346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690569" y="809895"/>
            <a:ext cx="10883" cy="1350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701452" y="796219"/>
            <a:ext cx="12235" cy="136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713687" y="782528"/>
            <a:ext cx="14249" cy="1369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727936" y="769529"/>
            <a:ext cx="15548" cy="1299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743484" y="758023"/>
            <a:ext cx="15456" cy="1150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58940" y="748175"/>
            <a:ext cx="15356" cy="984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4296" y="739655"/>
            <a:ext cx="15276" cy="85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89572" y="731853"/>
            <a:ext cx="15231" cy="780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804803" y="724825"/>
            <a:ext cx="15185" cy="702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819988" y="718406"/>
            <a:ext cx="15147" cy="64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35135" y="712705"/>
            <a:ext cx="15104" cy="57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50239" y="707280"/>
            <a:ext cx="15087" cy="542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65326" y="702464"/>
            <a:ext cx="15049" cy="481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375" y="698090"/>
            <a:ext cx="15023" cy="437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895398" y="694214"/>
            <a:ext cx="14992" cy="38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10390" y="690227"/>
            <a:ext cx="15000" cy="398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25390" y="686848"/>
            <a:ext cx="14962" cy="337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40352" y="683524"/>
            <a:ext cx="14959" cy="3324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955311" y="680477"/>
            <a:ext cx="14942" cy="304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970253" y="677928"/>
            <a:ext cx="14912" cy="254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985165" y="675489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00070" y="673050"/>
            <a:ext cx="14905" cy="243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014975" y="671440"/>
            <a:ext cx="14854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029829" y="668835"/>
            <a:ext cx="14915" cy="2605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044744" y="666783"/>
            <a:ext cx="14882" cy="205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059626" y="665063"/>
            <a:ext cx="14861" cy="172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074487" y="663287"/>
            <a:ext cx="14865" cy="1776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089352" y="661180"/>
            <a:ext cx="14885" cy="210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104237" y="660179"/>
            <a:ext cx="14817" cy="100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119054" y="658956"/>
            <a:ext cx="14831" cy="122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133885" y="657346"/>
            <a:ext cx="14855" cy="16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148740" y="655737"/>
            <a:ext cx="14854" cy="160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163594" y="654625"/>
            <a:ext cx="14825" cy="1112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178419" y="653568"/>
            <a:ext cx="14820" cy="1057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193239" y="652587"/>
            <a:ext cx="14817" cy="981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208056" y="651289"/>
            <a:ext cx="14835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222891" y="649991"/>
            <a:ext cx="14836" cy="129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237727" y="648772"/>
            <a:ext cx="14831" cy="1219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252558" y="648119"/>
            <a:ext cx="14796" cy="653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267354" y="647409"/>
            <a:ext cx="14800" cy="71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282154" y="647251"/>
            <a:ext cx="10741" cy="158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292895" y="647251"/>
            <a:ext cx="13438" cy="0"/>
          </a:xfrm>
          <a:prstGeom prst="line">
            <a:avLst/>
          </a:prstGeom>
          <a:ln w="3175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580091" y="1169043"/>
            <a:ext cx="161" cy="2551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580252" y="1148173"/>
            <a:ext cx="506" cy="2087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580758" y="1132889"/>
            <a:ext cx="291" cy="1528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580671" y="1120266"/>
            <a:ext cx="378" cy="126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580439" y="1101769"/>
            <a:ext cx="232" cy="184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580032" y="1080851"/>
            <a:ext cx="407" cy="2091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580032" y="1060974"/>
            <a:ext cx="156" cy="1987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580188" y="1046860"/>
            <a:ext cx="188" cy="1411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580376" y="1028717"/>
            <a:ext cx="722" cy="1814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581098" y="1005388"/>
            <a:ext cx="1324" cy="2332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582422" y="986290"/>
            <a:ext cx="1176" cy="1909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583598" y="970677"/>
            <a:ext cx="1711" cy="156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585309" y="948889"/>
            <a:ext cx="2551" cy="2178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587860" y="925236"/>
            <a:ext cx="2936" cy="236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590796" y="906774"/>
            <a:ext cx="3656" cy="184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594452" y="888137"/>
            <a:ext cx="3468" cy="1863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597920" y="867504"/>
            <a:ext cx="5449" cy="206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603369" y="851640"/>
            <a:ext cx="4990" cy="1586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608359" y="839223"/>
            <a:ext cx="4244" cy="1241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612603" y="826300"/>
            <a:ext cx="4811" cy="1292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617414" y="811931"/>
            <a:ext cx="6107" cy="1436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623521" y="799357"/>
            <a:ext cx="6802" cy="125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630323" y="785779"/>
            <a:ext cx="8205" cy="135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638528" y="772214"/>
            <a:ext cx="9545" cy="135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648073" y="758081"/>
            <a:ext cx="11593" cy="1413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659666" y="744401"/>
            <a:ext cx="13577" cy="1368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673243" y="731908"/>
            <a:ext cx="14846" cy="1249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688089" y="720900"/>
            <a:ext cx="15427" cy="1100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703516" y="711495"/>
            <a:ext cx="15329" cy="940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718845" y="703583"/>
            <a:ext cx="15238" cy="791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734083" y="696886"/>
            <a:ext cx="15164" cy="66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749247" y="690412"/>
            <a:ext cx="15151" cy="647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64398" y="684877"/>
            <a:ext cx="15093" cy="553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79491" y="680226"/>
            <a:ext cx="15040" cy="465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94531" y="675686"/>
            <a:ext cx="15033" cy="454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809564" y="671533"/>
            <a:ext cx="15009" cy="4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824573" y="667989"/>
            <a:ext cx="14973" cy="354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39546" y="66532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54464" y="662171"/>
            <a:ext cx="14949" cy="315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9413" y="660119"/>
            <a:ext cx="14882" cy="205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4295" y="657459"/>
            <a:ext cx="14918" cy="26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99213" y="655794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14071" y="653797"/>
            <a:ext cx="14878" cy="199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28949" y="651635"/>
            <a:ext cx="14888" cy="216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43837" y="649970"/>
            <a:ext cx="14858" cy="166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958695" y="649134"/>
            <a:ext cx="14807" cy="83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973502" y="648575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988293" y="647794"/>
            <a:ext cx="14804" cy="78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03097" y="646848"/>
            <a:ext cx="14814" cy="94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017911" y="646289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032702" y="645730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047493" y="645170"/>
            <a:ext cx="14790" cy="560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062283" y="644998"/>
            <a:ext cx="14767" cy="17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077050" y="644660"/>
            <a:ext cx="14777" cy="33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091827" y="644101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106618" y="643542"/>
            <a:ext cx="14791" cy="5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121409" y="643542"/>
            <a:ext cx="14743" cy="215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136152" y="643698"/>
            <a:ext cx="15527" cy="5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151679" y="643698"/>
            <a:ext cx="13404" cy="441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165083" y="644139"/>
            <a:ext cx="15305" cy="167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180388" y="644306"/>
            <a:ext cx="14750" cy="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195138" y="644266"/>
            <a:ext cx="14766" cy="1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209904" y="644142"/>
            <a:ext cx="14764" cy="124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224668" y="644142"/>
            <a:ext cx="14720" cy="596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239388" y="644738"/>
            <a:ext cx="14725" cy="532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254113" y="645270"/>
            <a:ext cx="14732" cy="399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268845" y="645616"/>
            <a:ext cx="14759" cy="5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283604" y="645138"/>
            <a:ext cx="10091" cy="478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293695" y="645138"/>
            <a:ext cx="12638" cy="2113"/>
          </a:xfrm>
          <a:prstGeom prst="line">
            <a:avLst/>
          </a:prstGeom>
          <a:ln w="3175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578792" y="117382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609109" y="1150928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639426" y="1128031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669742" y="110513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700059" y="1082238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730375" y="1059342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760692" y="1036446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91009" y="1013549"/>
            <a:ext cx="30316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821325" y="990653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51642" y="96775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1958" y="944860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12275" y="921964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42592" y="89906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2972908" y="876171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03225" y="853275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033542" y="830379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063858" y="807482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094175" y="784586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124491" y="761690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154808" y="738793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185125" y="715897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215441" y="693001"/>
            <a:ext cx="30317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245758" y="670104"/>
            <a:ext cx="30317" cy="22897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276075" y="647208"/>
            <a:ext cx="30316" cy="22896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797089" y="2688195"/>
            <a:ext cx="47828" cy="47828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97089" y="2926054"/>
            <a:ext cx="47828" cy="47828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5" name="Picture 21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6" name="Picture 215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68399" y="1213736"/>
            <a:ext cx="3216997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2700270" y="1213736"/>
            <a:ext cx="308512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2848304" y="1213736"/>
            <a:ext cx="2937091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2996341" y="1213736"/>
            <a:ext cx="278905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144375" y="1213736"/>
            <a:ext cx="2641020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308571" y="1213736"/>
            <a:ext cx="2476824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535297" y="1177629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502969" y="1065829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502969" y="954028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502969" y="8422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502969" y="730423"/>
            <a:ext cx="328242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0</a:t>
            </a:r>
            <a:r>
              <a:rPr sz="327" b="0">
                <a:solidFill>
                  <a:srgbClr val="000000"/>
                </a:solidFill>
                <a:latin typeface="Cambria Math"/>
              </a:rPr>
              <a:t>.</a:t>
            </a:r>
            <a:r>
              <a:rPr sz="327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535297" y="618622"/>
            <a:ext cx="3250098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78440" y="751128"/>
            <a:ext cx="3006955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589879" y="672898"/>
            <a:ext cx="319551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2778966" y="1266107"/>
            <a:ext cx="3006429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2427329" y="725463"/>
            <a:ext cx="3358066" cy="6442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327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327" b="0">
                <a:solidFill>
                  <a:srgbClr val="000000"/>
                </a:solidFill>
                <a:latin typeface="Josefin Sans"/>
              </a:rPr>
              <a:t> </a:t>
            </a:r>
            <a:r>
              <a:rPr sz="327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60056" y="1417622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measure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987409" y="1633228"/>
            <a:ext cx="379798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460056" y="1847811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corresponds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performance.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460056" y="2105925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larger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is.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460056" y="2343796"/>
            <a:ext cx="532533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Calculation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914183" y="2634804"/>
            <a:ext cx="48712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generate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smooth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through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points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under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it,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or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914183" y="2872662"/>
            <a:ext cx="487121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join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points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straight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lines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calculate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using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trapezoidal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rule.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4904535" y="315092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5626467" y="3150575"/>
            <a:ext cx="15892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57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77991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624719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1447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18174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364902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611629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64489" y="1880951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364489" y="1694613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64489" y="1508274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364489" y="1321935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64489" y="1135596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364489" y="949258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377991" y="1880951"/>
            <a:ext cx="1220986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594100" y="1866900"/>
            <a:ext cx="12700" cy="25400"/>
          </a:xfrm>
          <a:custGeom>
            <a:avLst/>
            <a:gdLst/>
            <a:ahLst/>
            <a:cxnLst/>
            <a:rect l="l" t="t" r="r" b="b"/>
            <a:pathLst>
              <a:path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377991" y="868741"/>
            <a:ext cx="0" cy="101221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362200" y="8509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1" y="0"/>
                </a:moveTo>
                <a:lnTo>
                  <a:pt x="0" y="2"/>
                </a:lnTo>
                <a:lnTo>
                  <a:pt x="1" y="1"/>
                </a:lnTo>
                <a:lnTo>
                  <a:pt x="2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377991" y="1870878"/>
            <a:ext cx="4188" cy="1007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382179" y="1847130"/>
            <a:ext cx="1773" cy="2374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383952" y="1820212"/>
            <a:ext cx="4072" cy="2691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388024" y="1787865"/>
            <a:ext cx="4980" cy="3234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393004" y="1760709"/>
            <a:ext cx="5455" cy="2715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98459" y="1744703"/>
            <a:ext cx="2092" cy="1600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400551" y="1723121"/>
            <a:ext cx="4667" cy="2158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405218" y="1690010"/>
            <a:ext cx="4252" cy="3311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409470" y="1663902"/>
            <a:ext cx="4496" cy="2610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413966" y="1633411"/>
            <a:ext cx="7095" cy="3049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421061" y="1599940"/>
            <a:ext cx="5817" cy="3347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426878" y="1565632"/>
            <a:ext cx="7827" cy="3430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434705" y="1534633"/>
            <a:ext cx="7700" cy="3099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442405" y="1503971"/>
            <a:ext cx="8575" cy="3066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450980" y="1477194"/>
            <a:ext cx="8337" cy="2677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459317" y="1453290"/>
            <a:ext cx="8163" cy="2390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467480" y="1430244"/>
            <a:ext cx="7738" cy="2304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475218" y="1401975"/>
            <a:ext cx="9919" cy="2826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85137" y="1374379"/>
            <a:ext cx="11741" cy="2759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96878" y="1351293"/>
            <a:ext cx="11467" cy="2308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508345" y="1328816"/>
            <a:ext cx="11429" cy="2247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519774" y="1304496"/>
            <a:ext cx="13778" cy="2432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533552" y="1281182"/>
            <a:ext cx="14834" cy="2331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548386" y="1258743"/>
            <a:ext cx="15899" cy="2243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64285" y="1236243"/>
            <a:ext cx="18139" cy="2250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82424" y="1213449"/>
            <a:ext cx="20392" cy="2279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602816" y="1190630"/>
            <a:ext cx="23748" cy="2281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626564" y="1168966"/>
            <a:ext cx="25913" cy="2166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52477" y="1149789"/>
            <a:ext cx="25761" cy="1917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78238" y="1133377"/>
            <a:ext cx="25594" cy="1641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03832" y="1119176"/>
            <a:ext cx="25459" cy="1420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29291" y="1106173"/>
            <a:ext cx="25385" cy="1300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54676" y="1094460"/>
            <a:ext cx="25308" cy="1171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79984" y="1083760"/>
            <a:ext cx="25245" cy="1070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05229" y="1074259"/>
            <a:ext cx="25173" cy="950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30402" y="1065218"/>
            <a:ext cx="25145" cy="90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55547" y="1057191"/>
            <a:ext cx="25082" cy="802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629" y="1049901"/>
            <a:ext cx="25038" cy="729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05667" y="1043440"/>
            <a:ext cx="24988" cy="646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30655" y="1036795"/>
            <a:ext cx="24999" cy="664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55654" y="1031164"/>
            <a:ext cx="24937" cy="563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80591" y="1025625"/>
            <a:ext cx="24931" cy="553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05522" y="1020546"/>
            <a:ext cx="24904" cy="507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30426" y="1016297"/>
            <a:ext cx="24853" cy="424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055279" y="1012232"/>
            <a:ext cx="24841" cy="406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80120" y="1008167"/>
            <a:ext cx="24842" cy="406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04962" y="1005484"/>
            <a:ext cx="24758" cy="268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29720" y="1001143"/>
            <a:ext cx="24858" cy="43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154578" y="997723"/>
            <a:ext cx="24803" cy="342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179381" y="994856"/>
            <a:ext cx="24769" cy="286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04150" y="991897"/>
            <a:ext cx="24774" cy="295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228924" y="988385"/>
            <a:ext cx="24808" cy="351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253732" y="986715"/>
            <a:ext cx="24696" cy="167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278428" y="984678"/>
            <a:ext cx="24718" cy="203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303146" y="981995"/>
            <a:ext cx="24758" cy="268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327904" y="979312"/>
            <a:ext cx="24758" cy="268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352662" y="977459"/>
            <a:ext cx="24707" cy="185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377369" y="975697"/>
            <a:ext cx="24701" cy="176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402070" y="974062"/>
            <a:ext cx="24694" cy="163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426764" y="971899"/>
            <a:ext cx="24726" cy="216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451490" y="969736"/>
            <a:ext cx="24725" cy="216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476215" y="967704"/>
            <a:ext cx="24718" cy="203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500933" y="966617"/>
            <a:ext cx="24661" cy="108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525594" y="965432"/>
            <a:ext cx="24666" cy="118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550260" y="965170"/>
            <a:ext cx="17903" cy="26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568163" y="965170"/>
            <a:ext cx="22397" cy="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380156" y="1834822"/>
            <a:ext cx="269" cy="4251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380425" y="1800040"/>
            <a:ext cx="843" cy="3478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381268" y="1774567"/>
            <a:ext cx="485" cy="2547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381123" y="1753527"/>
            <a:ext cx="630" cy="2104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380736" y="1722699"/>
            <a:ext cx="387" cy="308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380057" y="1687836"/>
            <a:ext cx="679" cy="348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380057" y="1654707"/>
            <a:ext cx="260" cy="3312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380317" y="1631184"/>
            <a:ext cx="315" cy="2352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380632" y="1600945"/>
            <a:ext cx="1202" cy="302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381834" y="1562065"/>
            <a:ext cx="2206" cy="3888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384040" y="1530234"/>
            <a:ext cx="1962" cy="3183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386002" y="1504213"/>
            <a:ext cx="2850" cy="260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388852" y="1467900"/>
            <a:ext cx="4252" cy="3631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393104" y="1428478"/>
            <a:ext cx="4893" cy="394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97997" y="1397708"/>
            <a:ext cx="6094" cy="3077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404091" y="1366646"/>
            <a:ext cx="5781" cy="3106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409872" y="1332257"/>
            <a:ext cx="9080" cy="3438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418952" y="1305818"/>
            <a:ext cx="8317" cy="264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427269" y="1285123"/>
            <a:ext cx="7073" cy="2069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434342" y="1263584"/>
            <a:ext cx="8019" cy="215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442361" y="1239637"/>
            <a:ext cx="10178" cy="2394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452539" y="1218680"/>
            <a:ext cx="11336" cy="2095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463875" y="1196050"/>
            <a:ext cx="13675" cy="2263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477550" y="1173441"/>
            <a:ext cx="15910" cy="2260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93460" y="1149885"/>
            <a:ext cx="19320" cy="2355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512780" y="1127085"/>
            <a:ext cx="22629" cy="2280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535409" y="1106265"/>
            <a:ext cx="24744" cy="2082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560153" y="1087918"/>
            <a:ext cx="25711" cy="1834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85864" y="1072242"/>
            <a:ext cx="25548" cy="1567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611412" y="1059055"/>
            <a:ext cx="25397" cy="131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636809" y="1047895"/>
            <a:ext cx="25274" cy="1116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62083" y="1037104"/>
            <a:ext cx="25251" cy="1079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87334" y="1027879"/>
            <a:ext cx="25156" cy="922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12490" y="1020128"/>
            <a:ext cx="25066" cy="775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37556" y="1012561"/>
            <a:ext cx="25055" cy="756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62611" y="1005640"/>
            <a:ext cx="25016" cy="69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87627" y="999732"/>
            <a:ext cx="24954" cy="590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12581" y="995299"/>
            <a:ext cx="24864" cy="443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37445" y="990036"/>
            <a:ext cx="24914" cy="52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2359" y="986616"/>
            <a:ext cx="24803" cy="342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7162" y="982182"/>
            <a:ext cx="24864" cy="44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12026" y="979407"/>
            <a:ext cx="24763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36789" y="976079"/>
            <a:ext cx="24797" cy="33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61586" y="972475"/>
            <a:ext cx="24814" cy="360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86400" y="969700"/>
            <a:ext cx="24763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11163" y="968308"/>
            <a:ext cx="24679" cy="13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35842" y="967376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060493" y="966075"/>
            <a:ext cx="24673" cy="130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85166" y="964498"/>
            <a:ext cx="24691" cy="157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09857" y="963566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34507" y="962634"/>
            <a:ext cx="24652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159159" y="961702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183809" y="961415"/>
            <a:ext cx="24612" cy="2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08421" y="960851"/>
            <a:ext cx="24629" cy="56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233050" y="959919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257701" y="958987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282352" y="958987"/>
            <a:ext cx="24572" cy="35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306924" y="959248"/>
            <a:ext cx="25878" cy="9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332802" y="959248"/>
            <a:ext cx="22340" cy="7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355142" y="959982"/>
            <a:ext cx="25509" cy="28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380651" y="960262"/>
            <a:ext cx="24583" cy="18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405234" y="960194"/>
            <a:ext cx="24610" cy="25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429844" y="959988"/>
            <a:ext cx="24607" cy="20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454451" y="959988"/>
            <a:ext cx="24533" cy="9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478984" y="960980"/>
            <a:ext cx="24541" cy="8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503525" y="961867"/>
            <a:ext cx="24553" cy="66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528078" y="962444"/>
            <a:ext cx="24600" cy="8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552678" y="961648"/>
            <a:ext cx="16817" cy="79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569495" y="961648"/>
            <a:ext cx="21065" cy="35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377991" y="1842791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428519" y="1804630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479047" y="1766470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529574" y="1728309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80102" y="1690148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630630" y="1651988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81158" y="1613827"/>
            <a:ext cx="50527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31685" y="1575667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82213" y="1537506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32741" y="1499346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3268" y="1461185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33796" y="1423024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84324" y="1384864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34851" y="1346703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85379" y="1308543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35907" y="1270382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186435" y="1232221"/>
            <a:ext cx="50527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236962" y="1194061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287490" y="1155900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338018" y="1117740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388545" y="1079579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439073" y="1041418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489601" y="1003258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540128" y="965097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3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2360675" y="1909305"/>
            <a:ext cx="3424720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580461" y="1909305"/>
            <a:ext cx="3204934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827184" y="1909305"/>
            <a:ext cx="2958211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073907" y="1909305"/>
            <a:ext cx="2711488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320636" y="1909305"/>
            <a:ext cx="246475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594296" y="1909305"/>
            <a:ext cx="219109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2305500" y="1849133"/>
            <a:ext cx="347989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251620" y="1662792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251620" y="1476458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251620" y="1290123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251620" y="1103789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305500" y="917448"/>
            <a:ext cx="347989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710738" y="1138298"/>
            <a:ext cx="3074657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396476" y="1007913"/>
            <a:ext cx="338891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11620" y="1996596"/>
            <a:ext cx="307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125558" y="1095517"/>
            <a:ext cx="3659837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4904535" y="315092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5623584" y="3150576"/>
            <a:ext cx="1618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58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77991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624719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1447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18174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364902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611629" y="186744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64489" y="1880951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364489" y="1694613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64489" y="1508274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364489" y="1321935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64489" y="1135596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364489" y="949258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377991" y="1880951"/>
            <a:ext cx="1220986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594100" y="1866900"/>
            <a:ext cx="12700" cy="25400"/>
          </a:xfrm>
          <a:custGeom>
            <a:avLst/>
            <a:gdLst/>
            <a:ahLst/>
            <a:cxnLst/>
            <a:rect l="l" t="t" r="r" b="b"/>
            <a:pathLst>
              <a:path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377991" y="868741"/>
            <a:ext cx="0" cy="101221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362200" y="8509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1" y="0"/>
                </a:moveTo>
                <a:lnTo>
                  <a:pt x="0" y="2"/>
                </a:lnTo>
                <a:lnTo>
                  <a:pt x="1" y="1"/>
                </a:lnTo>
                <a:lnTo>
                  <a:pt x="2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377991" y="1870878"/>
            <a:ext cx="4188" cy="1007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382179" y="1847130"/>
            <a:ext cx="1773" cy="2374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383952" y="1820212"/>
            <a:ext cx="4072" cy="2691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388024" y="1787865"/>
            <a:ext cx="4980" cy="3234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393004" y="1760709"/>
            <a:ext cx="5455" cy="2715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398459" y="1744703"/>
            <a:ext cx="2092" cy="1600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400551" y="1723121"/>
            <a:ext cx="4667" cy="2158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405218" y="1690010"/>
            <a:ext cx="4252" cy="3311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409470" y="1663902"/>
            <a:ext cx="4496" cy="2610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413966" y="1633411"/>
            <a:ext cx="7095" cy="3049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421061" y="1599940"/>
            <a:ext cx="5817" cy="3347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426878" y="1565632"/>
            <a:ext cx="7827" cy="3430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434705" y="1534633"/>
            <a:ext cx="7700" cy="3099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442405" y="1503971"/>
            <a:ext cx="8575" cy="3066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450980" y="1477194"/>
            <a:ext cx="8337" cy="2677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459317" y="1453290"/>
            <a:ext cx="8163" cy="2390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467480" y="1430244"/>
            <a:ext cx="7738" cy="2304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475218" y="1401975"/>
            <a:ext cx="9919" cy="2826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485137" y="1374379"/>
            <a:ext cx="11741" cy="2759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496878" y="1351293"/>
            <a:ext cx="11467" cy="2308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508345" y="1328816"/>
            <a:ext cx="11429" cy="2247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519774" y="1304496"/>
            <a:ext cx="13778" cy="2432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533552" y="1281182"/>
            <a:ext cx="14834" cy="2331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548386" y="1258743"/>
            <a:ext cx="15899" cy="2243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564285" y="1236243"/>
            <a:ext cx="18139" cy="2250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582424" y="1213449"/>
            <a:ext cx="20392" cy="2279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602816" y="1190630"/>
            <a:ext cx="23748" cy="2281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626564" y="1168966"/>
            <a:ext cx="25913" cy="2166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652477" y="1149789"/>
            <a:ext cx="25761" cy="1917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678238" y="1133377"/>
            <a:ext cx="25594" cy="1641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03832" y="1119176"/>
            <a:ext cx="25459" cy="1420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29291" y="1106173"/>
            <a:ext cx="25385" cy="1300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V="1">
            <a:off x="2754676" y="1094460"/>
            <a:ext cx="25308" cy="1171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V="1">
            <a:off x="2779984" y="1083760"/>
            <a:ext cx="25245" cy="1070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V="1">
            <a:off x="2805229" y="1074259"/>
            <a:ext cx="25173" cy="950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830402" y="1065218"/>
            <a:ext cx="25145" cy="90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855547" y="1057191"/>
            <a:ext cx="25082" cy="802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880629" y="1049901"/>
            <a:ext cx="25038" cy="729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905667" y="1043440"/>
            <a:ext cx="24988" cy="646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930655" y="1036795"/>
            <a:ext cx="24999" cy="664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955654" y="1031164"/>
            <a:ext cx="24937" cy="563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980591" y="1025625"/>
            <a:ext cx="24931" cy="553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3005522" y="1020546"/>
            <a:ext cx="24904" cy="507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3030426" y="1016297"/>
            <a:ext cx="24853" cy="424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3055279" y="1012232"/>
            <a:ext cx="24841" cy="406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3080120" y="1008167"/>
            <a:ext cx="24842" cy="406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3104962" y="1005484"/>
            <a:ext cx="24758" cy="268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3129720" y="1001143"/>
            <a:ext cx="24858" cy="43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3154578" y="997723"/>
            <a:ext cx="24803" cy="342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3179381" y="994856"/>
            <a:ext cx="24769" cy="286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3204150" y="991897"/>
            <a:ext cx="24774" cy="295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3228924" y="988385"/>
            <a:ext cx="24808" cy="351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3253732" y="986715"/>
            <a:ext cx="24696" cy="167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3278428" y="984678"/>
            <a:ext cx="24718" cy="203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3303146" y="981995"/>
            <a:ext cx="24758" cy="268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3327904" y="979312"/>
            <a:ext cx="24758" cy="268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3352662" y="977459"/>
            <a:ext cx="24707" cy="185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3377369" y="975697"/>
            <a:ext cx="24701" cy="176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3402070" y="974062"/>
            <a:ext cx="24694" cy="163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3426764" y="971899"/>
            <a:ext cx="24726" cy="216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3451490" y="969736"/>
            <a:ext cx="24725" cy="216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3476215" y="967704"/>
            <a:ext cx="24718" cy="203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3500933" y="966617"/>
            <a:ext cx="24661" cy="108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3525594" y="965432"/>
            <a:ext cx="24666" cy="118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3550260" y="965170"/>
            <a:ext cx="17903" cy="26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>
            <a:off x="3568163" y="965170"/>
            <a:ext cx="22397" cy="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380156" y="1834822"/>
            <a:ext cx="269" cy="4251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380425" y="1800040"/>
            <a:ext cx="843" cy="3478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381268" y="1774567"/>
            <a:ext cx="485" cy="2547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H="1" flipV="1">
            <a:off x="2381123" y="1753527"/>
            <a:ext cx="630" cy="2104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H="1" flipV="1">
            <a:off x="2380736" y="1722699"/>
            <a:ext cx="387" cy="308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H="1" flipV="1">
            <a:off x="2380057" y="1687836"/>
            <a:ext cx="679" cy="348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380057" y="1654707"/>
            <a:ext cx="260" cy="3312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380317" y="1631184"/>
            <a:ext cx="315" cy="2352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380632" y="1600945"/>
            <a:ext cx="1202" cy="302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381834" y="1562065"/>
            <a:ext cx="2206" cy="3888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384040" y="1530234"/>
            <a:ext cx="1962" cy="3183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386002" y="1504213"/>
            <a:ext cx="2850" cy="260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388852" y="1467900"/>
            <a:ext cx="4252" cy="3631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393104" y="1428478"/>
            <a:ext cx="4893" cy="394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397997" y="1397708"/>
            <a:ext cx="6094" cy="3077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404091" y="1366646"/>
            <a:ext cx="5781" cy="3106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409872" y="1332257"/>
            <a:ext cx="9080" cy="3438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418952" y="1305818"/>
            <a:ext cx="8317" cy="264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427269" y="1285123"/>
            <a:ext cx="7073" cy="2069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 flipV="1">
            <a:off x="2434342" y="1263584"/>
            <a:ext cx="8019" cy="215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442361" y="1239637"/>
            <a:ext cx="10178" cy="2394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 flipV="1">
            <a:off x="2452539" y="1218680"/>
            <a:ext cx="11336" cy="2095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 flipV="1">
            <a:off x="2463875" y="1196050"/>
            <a:ext cx="13675" cy="2263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 flipV="1">
            <a:off x="2477550" y="1173441"/>
            <a:ext cx="15910" cy="2260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493460" y="1149885"/>
            <a:ext cx="19320" cy="2355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512780" y="1127085"/>
            <a:ext cx="22629" cy="2280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 flipV="1">
            <a:off x="2535409" y="1106265"/>
            <a:ext cx="24744" cy="2082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 flipV="1">
            <a:off x="2560153" y="1087918"/>
            <a:ext cx="25711" cy="1834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 flipV="1">
            <a:off x="2585864" y="1072242"/>
            <a:ext cx="25548" cy="1567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611412" y="1059055"/>
            <a:ext cx="25397" cy="131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636809" y="1047895"/>
            <a:ext cx="25274" cy="1116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 flipV="1">
            <a:off x="2662083" y="1037104"/>
            <a:ext cx="25251" cy="1079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687334" y="1027879"/>
            <a:ext cx="25156" cy="922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12490" y="1020128"/>
            <a:ext cx="25066" cy="775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37556" y="1012561"/>
            <a:ext cx="25055" cy="756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62611" y="1005640"/>
            <a:ext cx="25016" cy="69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87627" y="999732"/>
            <a:ext cx="24954" cy="590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12581" y="995299"/>
            <a:ext cx="24864" cy="443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37445" y="990036"/>
            <a:ext cx="24914" cy="52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62359" y="986616"/>
            <a:ext cx="24803" cy="342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87162" y="982182"/>
            <a:ext cx="24864" cy="44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912026" y="979407"/>
            <a:ext cx="24763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936789" y="976079"/>
            <a:ext cx="24797" cy="33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61586" y="972475"/>
            <a:ext cx="24814" cy="360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86400" y="969700"/>
            <a:ext cx="24763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11163" y="968308"/>
            <a:ext cx="24679" cy="13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35842" y="967376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060493" y="966075"/>
            <a:ext cx="24673" cy="130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085166" y="964498"/>
            <a:ext cx="24691" cy="157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109857" y="963566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134507" y="962634"/>
            <a:ext cx="24652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159159" y="961702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183809" y="961415"/>
            <a:ext cx="24612" cy="2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208421" y="960851"/>
            <a:ext cx="24629" cy="56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233050" y="959919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257701" y="958987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nector 173"/>
          <p:cNvCxnSpPr/>
          <p:nvPr/>
        </p:nvCxnSpPr>
        <p:spPr>
          <a:xfrm>
            <a:off x="3282352" y="958987"/>
            <a:ext cx="24572" cy="35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nector 174"/>
          <p:cNvCxnSpPr/>
          <p:nvPr/>
        </p:nvCxnSpPr>
        <p:spPr>
          <a:xfrm flipV="1">
            <a:off x="3306924" y="959248"/>
            <a:ext cx="25878" cy="9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6" name="Connector 175"/>
          <p:cNvCxnSpPr/>
          <p:nvPr/>
        </p:nvCxnSpPr>
        <p:spPr>
          <a:xfrm>
            <a:off x="3332802" y="959248"/>
            <a:ext cx="22340" cy="7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7" name="Connector 176"/>
          <p:cNvCxnSpPr/>
          <p:nvPr/>
        </p:nvCxnSpPr>
        <p:spPr>
          <a:xfrm>
            <a:off x="3355142" y="959982"/>
            <a:ext cx="25509" cy="28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Connector 177"/>
          <p:cNvCxnSpPr/>
          <p:nvPr/>
        </p:nvCxnSpPr>
        <p:spPr>
          <a:xfrm>
            <a:off x="3380651" y="960262"/>
            <a:ext cx="24583" cy="18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9" name="Connector 178"/>
          <p:cNvCxnSpPr/>
          <p:nvPr/>
        </p:nvCxnSpPr>
        <p:spPr>
          <a:xfrm flipV="1">
            <a:off x="3405234" y="960194"/>
            <a:ext cx="24610" cy="25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0" name="Connector 179"/>
          <p:cNvCxnSpPr/>
          <p:nvPr/>
        </p:nvCxnSpPr>
        <p:spPr>
          <a:xfrm flipV="1">
            <a:off x="3429844" y="959988"/>
            <a:ext cx="24607" cy="20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Connector 180"/>
          <p:cNvCxnSpPr/>
          <p:nvPr/>
        </p:nvCxnSpPr>
        <p:spPr>
          <a:xfrm>
            <a:off x="3454451" y="959988"/>
            <a:ext cx="24533" cy="9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2" name="Connector 181"/>
          <p:cNvCxnSpPr/>
          <p:nvPr/>
        </p:nvCxnSpPr>
        <p:spPr>
          <a:xfrm>
            <a:off x="3478984" y="960980"/>
            <a:ext cx="24541" cy="8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3" name="Connector 182"/>
          <p:cNvCxnSpPr/>
          <p:nvPr/>
        </p:nvCxnSpPr>
        <p:spPr>
          <a:xfrm>
            <a:off x="3503525" y="961867"/>
            <a:ext cx="24553" cy="66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4" name="Connector 183"/>
          <p:cNvCxnSpPr/>
          <p:nvPr/>
        </p:nvCxnSpPr>
        <p:spPr>
          <a:xfrm flipV="1">
            <a:off x="3528078" y="962444"/>
            <a:ext cx="24600" cy="8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5" name="Connector 184"/>
          <p:cNvCxnSpPr/>
          <p:nvPr/>
        </p:nvCxnSpPr>
        <p:spPr>
          <a:xfrm flipV="1">
            <a:off x="3552678" y="961648"/>
            <a:ext cx="16817" cy="79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nector 185"/>
          <p:cNvCxnSpPr/>
          <p:nvPr/>
        </p:nvCxnSpPr>
        <p:spPr>
          <a:xfrm>
            <a:off x="3569495" y="961648"/>
            <a:ext cx="21065" cy="35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nector 186"/>
          <p:cNvCxnSpPr/>
          <p:nvPr/>
        </p:nvCxnSpPr>
        <p:spPr>
          <a:xfrm flipV="1">
            <a:off x="2377991" y="1842791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nector 187"/>
          <p:cNvCxnSpPr/>
          <p:nvPr/>
        </p:nvCxnSpPr>
        <p:spPr>
          <a:xfrm flipV="1">
            <a:off x="2428519" y="1804630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nector 188"/>
          <p:cNvCxnSpPr/>
          <p:nvPr/>
        </p:nvCxnSpPr>
        <p:spPr>
          <a:xfrm flipV="1">
            <a:off x="2479047" y="1766470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0" name="Connector 189"/>
          <p:cNvCxnSpPr/>
          <p:nvPr/>
        </p:nvCxnSpPr>
        <p:spPr>
          <a:xfrm flipV="1">
            <a:off x="2529574" y="1728309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Connector 190"/>
          <p:cNvCxnSpPr/>
          <p:nvPr/>
        </p:nvCxnSpPr>
        <p:spPr>
          <a:xfrm flipV="1">
            <a:off x="2580102" y="1690148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2" name="Connector 191"/>
          <p:cNvCxnSpPr/>
          <p:nvPr/>
        </p:nvCxnSpPr>
        <p:spPr>
          <a:xfrm flipV="1">
            <a:off x="2630630" y="1651988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3" name="Connector 192"/>
          <p:cNvCxnSpPr/>
          <p:nvPr/>
        </p:nvCxnSpPr>
        <p:spPr>
          <a:xfrm flipV="1">
            <a:off x="2681158" y="1613827"/>
            <a:ext cx="50527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Connector 193"/>
          <p:cNvCxnSpPr/>
          <p:nvPr/>
        </p:nvCxnSpPr>
        <p:spPr>
          <a:xfrm flipV="1">
            <a:off x="2731685" y="1575667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nector 194"/>
          <p:cNvCxnSpPr/>
          <p:nvPr/>
        </p:nvCxnSpPr>
        <p:spPr>
          <a:xfrm flipV="1">
            <a:off x="2782213" y="1537506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nector 195"/>
          <p:cNvCxnSpPr/>
          <p:nvPr/>
        </p:nvCxnSpPr>
        <p:spPr>
          <a:xfrm flipV="1">
            <a:off x="2832741" y="1499346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" name="Connector 196"/>
          <p:cNvCxnSpPr/>
          <p:nvPr/>
        </p:nvCxnSpPr>
        <p:spPr>
          <a:xfrm flipV="1">
            <a:off x="2883268" y="1461185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Connector 197"/>
          <p:cNvCxnSpPr/>
          <p:nvPr/>
        </p:nvCxnSpPr>
        <p:spPr>
          <a:xfrm flipV="1">
            <a:off x="2933796" y="1423024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Connector 198"/>
          <p:cNvCxnSpPr/>
          <p:nvPr/>
        </p:nvCxnSpPr>
        <p:spPr>
          <a:xfrm flipV="1">
            <a:off x="2984324" y="1384864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nector 199"/>
          <p:cNvCxnSpPr/>
          <p:nvPr/>
        </p:nvCxnSpPr>
        <p:spPr>
          <a:xfrm flipV="1">
            <a:off x="3034851" y="1346703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nector 200"/>
          <p:cNvCxnSpPr/>
          <p:nvPr/>
        </p:nvCxnSpPr>
        <p:spPr>
          <a:xfrm flipV="1">
            <a:off x="3085379" y="1308543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nector 201"/>
          <p:cNvCxnSpPr/>
          <p:nvPr/>
        </p:nvCxnSpPr>
        <p:spPr>
          <a:xfrm flipV="1">
            <a:off x="3135907" y="1270382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nector 202"/>
          <p:cNvCxnSpPr/>
          <p:nvPr/>
        </p:nvCxnSpPr>
        <p:spPr>
          <a:xfrm flipV="1">
            <a:off x="3186435" y="1232221"/>
            <a:ext cx="50527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nector 203"/>
          <p:cNvCxnSpPr/>
          <p:nvPr/>
        </p:nvCxnSpPr>
        <p:spPr>
          <a:xfrm flipV="1">
            <a:off x="3236962" y="1194061"/>
            <a:ext cx="50528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nector 204"/>
          <p:cNvCxnSpPr/>
          <p:nvPr/>
        </p:nvCxnSpPr>
        <p:spPr>
          <a:xfrm flipV="1">
            <a:off x="3287490" y="1155900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nector 205"/>
          <p:cNvCxnSpPr/>
          <p:nvPr/>
        </p:nvCxnSpPr>
        <p:spPr>
          <a:xfrm flipV="1">
            <a:off x="3338018" y="1117740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nector 206"/>
          <p:cNvCxnSpPr/>
          <p:nvPr/>
        </p:nvCxnSpPr>
        <p:spPr>
          <a:xfrm flipV="1">
            <a:off x="3388545" y="1079579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Connector 207"/>
          <p:cNvCxnSpPr/>
          <p:nvPr/>
        </p:nvCxnSpPr>
        <p:spPr>
          <a:xfrm flipV="1">
            <a:off x="3439073" y="1041418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9" name="Connector 208"/>
          <p:cNvCxnSpPr/>
          <p:nvPr/>
        </p:nvCxnSpPr>
        <p:spPr>
          <a:xfrm flipV="1">
            <a:off x="3489601" y="1003258"/>
            <a:ext cx="50527" cy="3816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nector 209"/>
          <p:cNvCxnSpPr/>
          <p:nvPr/>
        </p:nvCxnSpPr>
        <p:spPr>
          <a:xfrm flipV="1">
            <a:off x="3540128" y="965097"/>
            <a:ext cx="50528" cy="3816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Rectangle 210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2880003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213" name="Picture 212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214" name="Picture 213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2360675" y="1909305"/>
            <a:ext cx="3424720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580461" y="1909305"/>
            <a:ext cx="3204934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827184" y="1909305"/>
            <a:ext cx="2958211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073907" y="1909305"/>
            <a:ext cx="2711488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320636" y="1909305"/>
            <a:ext cx="246475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594296" y="1909305"/>
            <a:ext cx="219109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2305500" y="1849133"/>
            <a:ext cx="347989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2251620" y="1662792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2251620" y="1476458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2251620" y="1290123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2251620" y="1103789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2305500" y="917448"/>
            <a:ext cx="347989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2710738" y="1138298"/>
            <a:ext cx="3074657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2396476" y="1007913"/>
            <a:ext cx="338891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2711620" y="1996596"/>
            <a:ext cx="307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125558" y="1095517"/>
            <a:ext cx="3659837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359993" y="222348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shape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indicates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sensitivity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359993" y="23955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threshold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value.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904535" y="315092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5623584" y="3150576"/>
            <a:ext cx="1618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58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778323" y="-22827938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025052" y="-22827938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271778" y="-22827938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8518507" y="-22827938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8765233" y="-22827938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9011959" y="-22827938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764819" y="-22814436"/>
            <a:ext cx="27007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7764819" y="-23000775"/>
            <a:ext cx="27007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7764819" y="-23187114"/>
            <a:ext cx="27007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7764819" y="-23373452"/>
            <a:ext cx="27007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7764819" y="-23559791"/>
            <a:ext cx="27007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7764819" y="-23746130"/>
            <a:ext cx="27007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778323" y="-22814436"/>
            <a:ext cx="1220985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28994100" y="-228219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7778323" y="-23826647"/>
            <a:ext cx="0" cy="101221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7762200" y="-23837900"/>
            <a:ext cx="25400" cy="12700"/>
          </a:xfrm>
          <a:custGeom>
            <a:avLst/>
            <a:gdLst/>
            <a:ahLst/>
            <a:cxnLst/>
            <a:rect l="l" t="t" r="r" b="b"/>
            <a:pathLst>
              <a:path w="2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7778323" y="-23086052"/>
            <a:ext cx="42536" cy="27161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7820859" y="-23278588"/>
            <a:ext cx="42541" cy="19253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7863400" y="-23414932"/>
            <a:ext cx="42536" cy="13634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7905936" y="-23511577"/>
            <a:ext cx="42541" cy="9664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7948477" y="-23579980"/>
            <a:ext cx="42536" cy="6840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7991013" y="-23628429"/>
            <a:ext cx="42540" cy="4844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8033553" y="-23662764"/>
            <a:ext cx="42537" cy="3433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8076090" y="-23687078"/>
            <a:ext cx="42537" cy="2431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8118627" y="-23704301"/>
            <a:ext cx="42540" cy="1722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8161167" y="-23716501"/>
            <a:ext cx="42537" cy="1220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8203704" y="-23725142"/>
            <a:ext cx="42540" cy="86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8246244" y="-23731263"/>
            <a:ext cx="42537" cy="612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8288781" y="-23735599"/>
            <a:ext cx="42540" cy="433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8331321" y="-23738670"/>
            <a:ext cx="42537" cy="307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8373858" y="-23740847"/>
            <a:ext cx="42540" cy="217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8416398" y="-23742388"/>
            <a:ext cx="42537" cy="15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8458935" y="-23743479"/>
            <a:ext cx="42537" cy="109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8501472" y="-23744253"/>
            <a:ext cx="42540" cy="77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8544012" y="-23744800"/>
            <a:ext cx="42537" cy="54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8586549" y="-23745187"/>
            <a:ext cx="42540" cy="38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8629089" y="-23745462"/>
            <a:ext cx="42537" cy="27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8671626" y="-23745657"/>
            <a:ext cx="42540" cy="19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8714166" y="-23745795"/>
            <a:ext cx="42537" cy="13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8756703" y="-23745893"/>
            <a:ext cx="42537" cy="9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8799240" y="-23745962"/>
            <a:ext cx="42540" cy="6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8841780" y="-23746011"/>
            <a:ext cx="42537" cy="4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8884317" y="-23746046"/>
            <a:ext cx="42540" cy="3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8926857" y="-23746071"/>
            <a:ext cx="42537" cy="2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8969394" y="-23746088"/>
            <a:ext cx="42540" cy="1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780487" y="-22860565"/>
            <a:ext cx="270" cy="4251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80757" y="-22895348"/>
            <a:ext cx="843" cy="3478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781600" y="-22920821"/>
            <a:ext cx="484" cy="2547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H="1" flipV="1">
            <a:off x="27781454" y="-22941861"/>
            <a:ext cx="630" cy="2104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H="1" flipV="1">
            <a:off x="27781067" y="-22972689"/>
            <a:ext cx="387" cy="308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H="1" flipV="1">
            <a:off x="27780388" y="-23007552"/>
            <a:ext cx="679" cy="348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7780388" y="-23040680"/>
            <a:ext cx="260" cy="331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7780648" y="-23064204"/>
            <a:ext cx="313" cy="2352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7780961" y="-23094443"/>
            <a:ext cx="1203" cy="302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7782164" y="-23133322"/>
            <a:ext cx="2208" cy="3887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7784372" y="-23165153"/>
            <a:ext cx="1959" cy="3183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7786331" y="-23191175"/>
            <a:ext cx="2853" cy="260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7789184" y="-23227489"/>
            <a:ext cx="4251" cy="3631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7793435" y="-23266910"/>
            <a:ext cx="4893" cy="394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7798328" y="-23297680"/>
            <a:ext cx="6092" cy="3077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7804420" y="-23328741"/>
            <a:ext cx="5783" cy="3106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27810203" y="-23363132"/>
            <a:ext cx="9081" cy="3439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27819284" y="-23389570"/>
            <a:ext cx="8316" cy="2643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27827600" y="-23410264"/>
            <a:ext cx="7073" cy="2069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27834673" y="-23431803"/>
            <a:ext cx="8018" cy="215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27842691" y="-23455751"/>
            <a:ext cx="10179" cy="2394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27852870" y="-23476708"/>
            <a:ext cx="11336" cy="2095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27864206" y="-23499339"/>
            <a:ext cx="13676" cy="2263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27877882" y="-23521947"/>
            <a:ext cx="15909" cy="2260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27893791" y="-23545502"/>
            <a:ext cx="19320" cy="2355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27913111" y="-23568302"/>
            <a:ext cx="22628" cy="2280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27935739" y="-23589122"/>
            <a:ext cx="24746" cy="2082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960485" y="-23607470"/>
            <a:ext cx="25710" cy="1834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986195" y="-23623145"/>
            <a:ext cx="25549" cy="156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011744" y="-23636332"/>
            <a:ext cx="25397" cy="131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037141" y="-23647493"/>
            <a:ext cx="25273" cy="1116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8062414" y="-23658284"/>
            <a:ext cx="25251" cy="1079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8087665" y="-23667510"/>
            <a:ext cx="25155" cy="922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8112820" y="-23675260"/>
            <a:ext cx="25068" cy="775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8137888" y="-23682827"/>
            <a:ext cx="25053" cy="756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8162941" y="-23689747"/>
            <a:ext cx="25015" cy="692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187956" y="-23695655"/>
            <a:ext cx="24957" cy="590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212913" y="-23700089"/>
            <a:ext cx="24864" cy="44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8237777" y="-23705353"/>
            <a:ext cx="24913" cy="526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8262690" y="-23708772"/>
            <a:ext cx="24805" cy="341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V="1">
            <a:off x="28287495" y="-23713205"/>
            <a:ext cx="24863" cy="443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V="1">
            <a:off x="28312358" y="-23715980"/>
            <a:ext cx="24761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V="1">
            <a:off x="28337119" y="-23719308"/>
            <a:ext cx="24799" cy="33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8361918" y="-23722913"/>
            <a:ext cx="24814" cy="360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8386732" y="-23725688"/>
            <a:ext cx="24761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8411493" y="-23727080"/>
            <a:ext cx="24681" cy="13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8436174" y="-23728012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8460824" y="-23729312"/>
            <a:ext cx="24674" cy="130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8485498" y="-23730889"/>
            <a:ext cx="24690" cy="157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8510188" y="-23731822"/>
            <a:ext cx="24650" cy="93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8534838" y="-23732754"/>
            <a:ext cx="24652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8559490" y="-23733686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8584140" y="-23733973"/>
            <a:ext cx="24612" cy="2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8608752" y="-23734537"/>
            <a:ext cx="24628" cy="56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8633380" y="-23735469"/>
            <a:ext cx="24653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8658033" y="-23736400"/>
            <a:ext cx="24650" cy="93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8682683" y="-23736400"/>
            <a:ext cx="24572" cy="35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8707255" y="-23736140"/>
            <a:ext cx="25877" cy="9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>
            <a:off x="28733132" y="-23736140"/>
            <a:ext cx="22340" cy="73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>
            <a:off x="28755472" y="-23735407"/>
            <a:ext cx="25512" cy="28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>
            <a:off x="28780984" y="-23735126"/>
            <a:ext cx="24581" cy="18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8805565" y="-23735193"/>
            <a:ext cx="24610" cy="25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8830175" y="-23735400"/>
            <a:ext cx="24606" cy="20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>
            <a:off x="28854781" y="-23735400"/>
            <a:ext cx="24535" cy="9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>
            <a:off x="28879316" y="-23734408"/>
            <a:ext cx="24541" cy="88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>
            <a:off x="28903857" y="-23733520"/>
            <a:ext cx="24553" cy="66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8928410" y="-23732945"/>
            <a:ext cx="24601" cy="9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8953011" y="-23733740"/>
            <a:ext cx="16814" cy="79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>
            <a:off x="28969825" y="-23733740"/>
            <a:ext cx="21065" cy="35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778323" y="-22853256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829724" y="-22892077"/>
            <a:ext cx="51402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881126" y="-22930896"/>
            <a:ext cx="51398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932524" y="-22969715"/>
            <a:ext cx="51402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983926" y="-23008536"/>
            <a:ext cx="51401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035327" y="-23047356"/>
            <a:ext cx="51402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086729" y="-23086176"/>
            <a:ext cx="51398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138127" y="-23124996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189528" y="-23163817"/>
            <a:ext cx="51402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240930" y="-23202636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8292331" y="-23241455"/>
            <a:ext cx="51399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8343730" y="-23280276"/>
            <a:ext cx="51401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8395131" y="-23319096"/>
            <a:ext cx="51402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8446533" y="-23357915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8497934" y="-23396736"/>
            <a:ext cx="51399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8549333" y="-23435555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28600734" y="-23474376"/>
            <a:ext cx="51402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28652136" y="-23513195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28703537" y="-23552015"/>
            <a:ext cx="51399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28754936" y="-23590836"/>
            <a:ext cx="51401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28806337" y="-23629655"/>
            <a:ext cx="51402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28857739" y="-23668476"/>
            <a:ext cx="51401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28909140" y="-23707295"/>
            <a:ext cx="51399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28960539" y="-23746114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4" name="Rectangle 173"/>
          <p:cNvSpPr/>
          <p:nvPr/>
        </p:nvSpPr>
        <p:spPr>
          <a:xfrm>
            <a:off x="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2880006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76" name="Picture 175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77" name="Picture 176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59993" y="72238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904539" y="3150916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622444" y="3150563"/>
            <a:ext cx="1629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59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7778319" y="-22827936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8025049" y="-22827936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271775" y="-22827936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28518501" y="-22827936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28765230" y="-22827936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29011959" y="-22827936"/>
            <a:ext cx="0" cy="27003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764816" y="-22814435"/>
            <a:ext cx="27006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7764816" y="-23000774"/>
            <a:ext cx="27006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7764816" y="-23187113"/>
            <a:ext cx="27006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7764816" y="-23373450"/>
            <a:ext cx="27006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7764816" y="-23559789"/>
            <a:ext cx="27006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7764816" y="-23746128"/>
            <a:ext cx="27006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7778319" y="-22814435"/>
            <a:ext cx="1220986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28994100" y="-228219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7778319" y="-23826646"/>
            <a:ext cx="0" cy="101221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7762200" y="-23837900"/>
            <a:ext cx="25400" cy="12700"/>
          </a:xfrm>
          <a:custGeom>
            <a:avLst/>
            <a:gdLst/>
            <a:ahLst/>
            <a:cxnLst/>
            <a:rect l="l" t="t" r="r" b="b"/>
            <a:pathLst>
              <a:path w="2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7778319" y="-23086051"/>
            <a:ext cx="42537" cy="27161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7820856" y="-23278586"/>
            <a:ext cx="42540" cy="19253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7863396" y="-23414930"/>
            <a:ext cx="42537" cy="13634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7905933" y="-23511575"/>
            <a:ext cx="42540" cy="9664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7948473" y="-23579979"/>
            <a:ext cx="42537" cy="6840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7991010" y="-23628427"/>
            <a:ext cx="42540" cy="4844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8033550" y="-23662763"/>
            <a:ext cx="42537" cy="3433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8076087" y="-23687076"/>
            <a:ext cx="42537" cy="2431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8118624" y="-23704300"/>
            <a:ext cx="42540" cy="1722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8161164" y="-23716499"/>
            <a:ext cx="42537" cy="1219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8203701" y="-23725140"/>
            <a:ext cx="42540" cy="86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8246241" y="-23731261"/>
            <a:ext cx="42537" cy="612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8288778" y="-23735597"/>
            <a:ext cx="42540" cy="433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8331318" y="-23738668"/>
            <a:ext cx="42537" cy="307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8373855" y="-23740845"/>
            <a:ext cx="42540" cy="217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28416395" y="-23742386"/>
            <a:ext cx="42537" cy="15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28458932" y="-23743477"/>
            <a:ext cx="42537" cy="109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28501469" y="-23744251"/>
            <a:ext cx="42540" cy="77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28544009" y="-23744798"/>
            <a:ext cx="42537" cy="54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28586546" y="-23745186"/>
            <a:ext cx="42540" cy="38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28629086" y="-23745462"/>
            <a:ext cx="42537" cy="27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28671623" y="-23745656"/>
            <a:ext cx="42540" cy="19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28714163" y="-23745793"/>
            <a:ext cx="42537" cy="13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28756700" y="-23745891"/>
            <a:ext cx="42537" cy="9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28799237" y="-23745961"/>
            <a:ext cx="42540" cy="7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28841777" y="-23746009"/>
            <a:ext cx="42537" cy="4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28884314" y="-23746045"/>
            <a:ext cx="42540" cy="3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28926854" y="-23746069"/>
            <a:ext cx="42537" cy="2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28969391" y="-23746086"/>
            <a:ext cx="42540" cy="1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7780484" y="-22860564"/>
            <a:ext cx="269" cy="4251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7780753" y="-22895346"/>
            <a:ext cx="844" cy="3478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7781597" y="-22920819"/>
            <a:ext cx="483" cy="2547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H="1" flipV="1">
            <a:off x="27781451" y="-22941860"/>
            <a:ext cx="629" cy="2104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H="1" flipV="1">
            <a:off x="27781063" y="-22972687"/>
            <a:ext cx="388" cy="3082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H="1" flipV="1">
            <a:off x="27780384" y="-23007550"/>
            <a:ext cx="679" cy="348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7780384" y="-23040678"/>
            <a:ext cx="261" cy="331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7780645" y="-23064203"/>
            <a:ext cx="313" cy="2352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7780958" y="-23094441"/>
            <a:ext cx="1203" cy="3023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7782161" y="-23133321"/>
            <a:ext cx="2208" cy="3888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7784369" y="-23165151"/>
            <a:ext cx="1959" cy="3183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7786328" y="-23191173"/>
            <a:ext cx="2853" cy="260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7789181" y="-23227487"/>
            <a:ext cx="4251" cy="3631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7793432" y="-23266908"/>
            <a:ext cx="4892" cy="394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7798324" y="-23297678"/>
            <a:ext cx="6093" cy="3077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7804417" y="-23328740"/>
            <a:ext cx="5783" cy="3106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27810200" y="-23363130"/>
            <a:ext cx="9081" cy="3439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27819281" y="-23389567"/>
            <a:ext cx="8316" cy="2643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27827597" y="-23410262"/>
            <a:ext cx="7072" cy="2069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27834669" y="-23431802"/>
            <a:ext cx="8019" cy="2154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27842688" y="-23455749"/>
            <a:ext cx="10179" cy="2394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27852867" y="-23476706"/>
            <a:ext cx="11336" cy="2095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27864203" y="-23499337"/>
            <a:ext cx="13676" cy="2263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27877879" y="-23521945"/>
            <a:ext cx="15909" cy="2260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27893788" y="-23545500"/>
            <a:ext cx="19320" cy="2355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27913108" y="-23568300"/>
            <a:ext cx="22628" cy="2280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27935736" y="-23589121"/>
            <a:ext cx="24746" cy="208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7960482" y="-23607469"/>
            <a:ext cx="25710" cy="1834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7986192" y="-23623144"/>
            <a:ext cx="25549" cy="156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8011741" y="-23636330"/>
            <a:ext cx="25397" cy="1318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8037138" y="-23647491"/>
            <a:ext cx="25273" cy="1116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8062411" y="-23658283"/>
            <a:ext cx="25251" cy="107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8087662" y="-23667508"/>
            <a:ext cx="25155" cy="922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8112817" y="-23675258"/>
            <a:ext cx="25068" cy="775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8137885" y="-23682825"/>
            <a:ext cx="25053" cy="756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8162938" y="-23689746"/>
            <a:ext cx="25015" cy="69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8187953" y="-23695654"/>
            <a:ext cx="24957" cy="590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212910" y="-23700088"/>
            <a:ext cx="24864" cy="44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8237774" y="-23705351"/>
            <a:ext cx="24913" cy="52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8262687" y="-23708771"/>
            <a:ext cx="24804" cy="342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V="1">
            <a:off x="28287491" y="-23713203"/>
            <a:ext cx="24864" cy="44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V="1">
            <a:off x="28312355" y="-23715978"/>
            <a:ext cx="24761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V="1">
            <a:off x="28337116" y="-23719307"/>
            <a:ext cx="24799" cy="332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8361915" y="-23722911"/>
            <a:ext cx="24814" cy="360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8386729" y="-23725686"/>
            <a:ext cx="24761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28411490" y="-23727078"/>
            <a:ext cx="24681" cy="13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28436171" y="-23728010"/>
            <a:ext cx="24649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28460820" y="-23729311"/>
            <a:ext cx="24675" cy="130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28485495" y="-23730889"/>
            <a:ext cx="24690" cy="157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28510185" y="-23731821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28534835" y="-23732752"/>
            <a:ext cx="24652" cy="93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28559487" y="-23733684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28584137" y="-23733971"/>
            <a:ext cx="24612" cy="2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28608749" y="-23734535"/>
            <a:ext cx="24628" cy="56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28633377" y="-23735467"/>
            <a:ext cx="24653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28658030" y="-23736399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28682680" y="-23736399"/>
            <a:ext cx="24572" cy="35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28707252" y="-23736138"/>
            <a:ext cx="25877" cy="9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>
            <a:off x="28733129" y="-23736138"/>
            <a:ext cx="22340" cy="73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>
            <a:off x="28755469" y="-23735403"/>
            <a:ext cx="25509" cy="27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>
            <a:off x="28780978" y="-23735124"/>
            <a:ext cx="24584" cy="1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28805562" y="-23735193"/>
            <a:ext cx="24610" cy="25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28830172" y="-23735399"/>
            <a:ext cx="24606" cy="20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>
            <a:off x="28854778" y="-23735399"/>
            <a:ext cx="24535" cy="9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>
            <a:off x="28879313" y="-23734407"/>
            <a:ext cx="24541" cy="88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>
            <a:off x="28903854" y="-23733518"/>
            <a:ext cx="24553" cy="66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28928407" y="-23732943"/>
            <a:ext cx="24600" cy="9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28953007" y="-23733738"/>
            <a:ext cx="16815" cy="79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>
            <a:off x="28969822" y="-23733738"/>
            <a:ext cx="21065" cy="35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7778319" y="-22853254"/>
            <a:ext cx="51402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7829721" y="-22892075"/>
            <a:ext cx="51401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7881122" y="-22930894"/>
            <a:ext cx="51399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7932521" y="-22969714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7983922" y="-23008535"/>
            <a:ext cx="51402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8035324" y="-23047354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8086725" y="-23086175"/>
            <a:ext cx="51399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8138124" y="-23124994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8189525" y="-23163815"/>
            <a:ext cx="51402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240927" y="-23202634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8292328" y="-23241454"/>
            <a:ext cx="51399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8343727" y="-23280275"/>
            <a:ext cx="51401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8395128" y="-23319094"/>
            <a:ext cx="51402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28446530" y="-23357913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28497931" y="-23396734"/>
            <a:ext cx="51399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28549330" y="-23435554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28600731" y="-23474374"/>
            <a:ext cx="51402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28652133" y="-23513194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28703534" y="-23552013"/>
            <a:ext cx="51399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28754933" y="-23590834"/>
            <a:ext cx="51401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28806334" y="-23629653"/>
            <a:ext cx="51402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28857736" y="-23668474"/>
            <a:ext cx="51401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28909137" y="-23707294"/>
            <a:ext cx="51399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28960536" y="-23746113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4" name="Rectangle 173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76" name="Picture 175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77" name="Picture 176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59993" y="72238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60058" y="936318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intersect.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637096" y="1151924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respect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respect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637096" y="132399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negatives.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5622441" y="3150564"/>
            <a:ext cx="1629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59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 flipV="1">
            <a:off x="2377991" y="257238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 flipV="1">
            <a:off x="2624719" y="257238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 flipV="1">
            <a:off x="2871447" y="257238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 flipV="1">
            <a:off x="3118174" y="257238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 flipV="1">
            <a:off x="3364902" y="257238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 flipV="1">
            <a:off x="3611629" y="2572389"/>
            <a:ext cx="0" cy="27005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364489" y="2585891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364489" y="2399553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364489" y="2213214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2364489" y="2026875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2364489" y="1840536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2364489" y="1654198"/>
            <a:ext cx="27004" cy="0"/>
          </a:xfrm>
          <a:prstGeom prst="line">
            <a:avLst/>
          </a:prstGeom>
          <a:ln w="3175">
            <a:solidFill>
              <a:srgbClr val="7F807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2377991" y="2585891"/>
            <a:ext cx="1220986" cy="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reeform 48"/>
          <p:cNvSpPr/>
          <p:nvPr/>
        </p:nvSpPr>
        <p:spPr>
          <a:xfrm>
            <a:off x="3594100" y="2578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0" name="Connector 49"/>
          <p:cNvCxnSpPr/>
          <p:nvPr/>
        </p:nvCxnSpPr>
        <p:spPr>
          <a:xfrm flipV="1">
            <a:off x="2377991" y="1573681"/>
            <a:ext cx="0" cy="101221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Freeform 50"/>
          <p:cNvSpPr/>
          <p:nvPr/>
        </p:nvSpPr>
        <p:spPr>
          <a:xfrm>
            <a:off x="2362200" y="1562100"/>
            <a:ext cx="25400" cy="25400"/>
          </a:xfrm>
          <a:custGeom>
            <a:avLst/>
            <a:gdLst/>
            <a:ahLst/>
            <a:cxnLst/>
            <a:rect l="l" t="t" r="r" b="b"/>
            <a:pathLst>
              <a:path w="2" h="2">
                <a:moveTo>
                  <a:pt x="1" y="0"/>
                </a:moveTo>
                <a:lnTo>
                  <a:pt x="0" y="2"/>
                </a:lnTo>
                <a:lnTo>
                  <a:pt x="1" y="1"/>
                </a:lnTo>
                <a:lnTo>
                  <a:pt x="2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 flipV="1">
            <a:off x="2377991" y="2314275"/>
            <a:ext cx="42539" cy="27161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 flipV="1">
            <a:off x="2420530" y="2121740"/>
            <a:ext cx="42538" cy="19253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nector 53"/>
          <p:cNvCxnSpPr/>
          <p:nvPr/>
        </p:nvCxnSpPr>
        <p:spPr>
          <a:xfrm flipV="1">
            <a:off x="2463068" y="1985396"/>
            <a:ext cx="42538" cy="13634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nector 54"/>
          <p:cNvCxnSpPr/>
          <p:nvPr/>
        </p:nvCxnSpPr>
        <p:spPr>
          <a:xfrm flipV="1">
            <a:off x="2505606" y="1888751"/>
            <a:ext cx="42538" cy="9664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nector 55"/>
          <p:cNvCxnSpPr/>
          <p:nvPr/>
        </p:nvCxnSpPr>
        <p:spPr>
          <a:xfrm flipV="1">
            <a:off x="2548144" y="1820347"/>
            <a:ext cx="42539" cy="68404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nector 56"/>
          <p:cNvCxnSpPr/>
          <p:nvPr/>
        </p:nvCxnSpPr>
        <p:spPr>
          <a:xfrm flipV="1">
            <a:off x="2590683" y="1771899"/>
            <a:ext cx="42538" cy="4844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 flipV="1">
            <a:off x="2633221" y="1737563"/>
            <a:ext cx="42538" cy="34336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 flipV="1">
            <a:off x="2675759" y="1713250"/>
            <a:ext cx="42539" cy="2431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nector 59"/>
          <p:cNvCxnSpPr/>
          <p:nvPr/>
        </p:nvCxnSpPr>
        <p:spPr>
          <a:xfrm flipV="1">
            <a:off x="2718298" y="1696027"/>
            <a:ext cx="42538" cy="1722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ector 60"/>
          <p:cNvCxnSpPr/>
          <p:nvPr/>
        </p:nvCxnSpPr>
        <p:spPr>
          <a:xfrm flipV="1">
            <a:off x="2760836" y="1683827"/>
            <a:ext cx="42538" cy="12200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ector 61"/>
          <p:cNvCxnSpPr/>
          <p:nvPr/>
        </p:nvCxnSpPr>
        <p:spPr>
          <a:xfrm flipV="1">
            <a:off x="2803374" y="1675186"/>
            <a:ext cx="42538" cy="86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ector 62"/>
          <p:cNvCxnSpPr/>
          <p:nvPr/>
        </p:nvCxnSpPr>
        <p:spPr>
          <a:xfrm flipV="1">
            <a:off x="2845912" y="1669064"/>
            <a:ext cx="42539" cy="612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ector 63"/>
          <p:cNvCxnSpPr/>
          <p:nvPr/>
        </p:nvCxnSpPr>
        <p:spPr>
          <a:xfrm flipV="1">
            <a:off x="2888451" y="1664729"/>
            <a:ext cx="42538" cy="433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ector 64"/>
          <p:cNvCxnSpPr/>
          <p:nvPr/>
        </p:nvCxnSpPr>
        <p:spPr>
          <a:xfrm flipV="1">
            <a:off x="2930989" y="1661657"/>
            <a:ext cx="42538" cy="307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ector 65"/>
          <p:cNvCxnSpPr/>
          <p:nvPr/>
        </p:nvCxnSpPr>
        <p:spPr>
          <a:xfrm flipV="1">
            <a:off x="2973527" y="1659482"/>
            <a:ext cx="42539" cy="217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nector 66"/>
          <p:cNvCxnSpPr/>
          <p:nvPr/>
        </p:nvCxnSpPr>
        <p:spPr>
          <a:xfrm flipV="1">
            <a:off x="3016066" y="1657941"/>
            <a:ext cx="42538" cy="1541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nector 67"/>
          <p:cNvCxnSpPr/>
          <p:nvPr/>
        </p:nvCxnSpPr>
        <p:spPr>
          <a:xfrm flipV="1">
            <a:off x="3058604" y="1656849"/>
            <a:ext cx="42538" cy="1092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nector 68"/>
          <p:cNvCxnSpPr/>
          <p:nvPr/>
        </p:nvCxnSpPr>
        <p:spPr>
          <a:xfrm flipV="1">
            <a:off x="3101142" y="1656076"/>
            <a:ext cx="42539" cy="773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nector 69"/>
          <p:cNvCxnSpPr/>
          <p:nvPr/>
        </p:nvCxnSpPr>
        <p:spPr>
          <a:xfrm flipV="1">
            <a:off x="3143681" y="1655528"/>
            <a:ext cx="42538" cy="54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nector 70"/>
          <p:cNvCxnSpPr/>
          <p:nvPr/>
        </p:nvCxnSpPr>
        <p:spPr>
          <a:xfrm flipV="1">
            <a:off x="3186219" y="1655140"/>
            <a:ext cx="42538" cy="38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 flipV="1">
            <a:off x="3228757" y="1654865"/>
            <a:ext cx="42539" cy="27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 flipV="1">
            <a:off x="3271296" y="1654670"/>
            <a:ext cx="42538" cy="19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 flipV="1">
            <a:off x="3313834" y="1654533"/>
            <a:ext cx="42538" cy="13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 flipV="1">
            <a:off x="3356372" y="1654435"/>
            <a:ext cx="42538" cy="98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 flipV="1">
            <a:off x="3398910" y="1654366"/>
            <a:ext cx="42539" cy="6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 flipV="1">
            <a:off x="3441449" y="1654317"/>
            <a:ext cx="42538" cy="49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 flipV="1">
            <a:off x="3483987" y="1654282"/>
            <a:ext cx="42538" cy="3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 flipV="1">
            <a:off x="3526525" y="1654257"/>
            <a:ext cx="42538" cy="25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 flipV="1">
            <a:off x="3569063" y="1654240"/>
            <a:ext cx="42539" cy="17"/>
          </a:xfrm>
          <a:prstGeom prst="line">
            <a:avLst/>
          </a:prstGeom>
          <a:ln w="5061">
            <a:solidFill>
              <a:srgbClr val="1B9E7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 flipV="1">
            <a:off x="2380156" y="2539762"/>
            <a:ext cx="269" cy="4251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nector 81"/>
          <p:cNvCxnSpPr/>
          <p:nvPr/>
        </p:nvCxnSpPr>
        <p:spPr>
          <a:xfrm flipV="1">
            <a:off x="2380425" y="2504980"/>
            <a:ext cx="843" cy="3478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nector 82"/>
          <p:cNvCxnSpPr/>
          <p:nvPr/>
        </p:nvCxnSpPr>
        <p:spPr>
          <a:xfrm flipV="1">
            <a:off x="2381268" y="2479506"/>
            <a:ext cx="485" cy="2547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nector 83"/>
          <p:cNvCxnSpPr/>
          <p:nvPr/>
        </p:nvCxnSpPr>
        <p:spPr>
          <a:xfrm flipH="1" flipV="1">
            <a:off x="2381123" y="2458467"/>
            <a:ext cx="630" cy="210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ctor 84"/>
          <p:cNvCxnSpPr/>
          <p:nvPr/>
        </p:nvCxnSpPr>
        <p:spPr>
          <a:xfrm flipH="1" flipV="1">
            <a:off x="2380736" y="2427639"/>
            <a:ext cx="387" cy="308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ector 85"/>
          <p:cNvCxnSpPr/>
          <p:nvPr/>
        </p:nvCxnSpPr>
        <p:spPr>
          <a:xfrm flipH="1" flipV="1">
            <a:off x="2380057" y="2392776"/>
            <a:ext cx="679" cy="348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ector 86"/>
          <p:cNvCxnSpPr/>
          <p:nvPr/>
        </p:nvCxnSpPr>
        <p:spPr>
          <a:xfrm flipV="1">
            <a:off x="2380057" y="2359647"/>
            <a:ext cx="260" cy="3312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nector 87"/>
          <p:cNvCxnSpPr/>
          <p:nvPr/>
        </p:nvCxnSpPr>
        <p:spPr>
          <a:xfrm flipV="1">
            <a:off x="2380317" y="2336124"/>
            <a:ext cx="315" cy="2352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nector 88"/>
          <p:cNvCxnSpPr/>
          <p:nvPr/>
        </p:nvCxnSpPr>
        <p:spPr>
          <a:xfrm flipV="1">
            <a:off x="2380632" y="2305885"/>
            <a:ext cx="1202" cy="302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nector 89"/>
          <p:cNvCxnSpPr/>
          <p:nvPr/>
        </p:nvCxnSpPr>
        <p:spPr>
          <a:xfrm flipV="1">
            <a:off x="2381834" y="2267005"/>
            <a:ext cx="2206" cy="3888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 90"/>
          <p:cNvCxnSpPr/>
          <p:nvPr/>
        </p:nvCxnSpPr>
        <p:spPr>
          <a:xfrm flipV="1">
            <a:off x="2384040" y="2235174"/>
            <a:ext cx="1962" cy="3183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nector 91"/>
          <p:cNvCxnSpPr/>
          <p:nvPr/>
        </p:nvCxnSpPr>
        <p:spPr>
          <a:xfrm flipV="1">
            <a:off x="2386002" y="2209153"/>
            <a:ext cx="2850" cy="260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nector 92"/>
          <p:cNvCxnSpPr/>
          <p:nvPr/>
        </p:nvCxnSpPr>
        <p:spPr>
          <a:xfrm flipV="1">
            <a:off x="2388852" y="2172840"/>
            <a:ext cx="4252" cy="3631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 93"/>
          <p:cNvCxnSpPr/>
          <p:nvPr/>
        </p:nvCxnSpPr>
        <p:spPr>
          <a:xfrm flipV="1">
            <a:off x="2393104" y="2133418"/>
            <a:ext cx="4893" cy="394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nector 94"/>
          <p:cNvCxnSpPr/>
          <p:nvPr/>
        </p:nvCxnSpPr>
        <p:spPr>
          <a:xfrm flipV="1">
            <a:off x="2397997" y="2102648"/>
            <a:ext cx="6094" cy="3077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nector 95"/>
          <p:cNvCxnSpPr/>
          <p:nvPr/>
        </p:nvCxnSpPr>
        <p:spPr>
          <a:xfrm flipV="1">
            <a:off x="2404091" y="2071586"/>
            <a:ext cx="5781" cy="3106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 96"/>
          <p:cNvCxnSpPr/>
          <p:nvPr/>
        </p:nvCxnSpPr>
        <p:spPr>
          <a:xfrm flipV="1">
            <a:off x="2409872" y="2037197"/>
            <a:ext cx="9080" cy="3438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nector 97"/>
          <p:cNvCxnSpPr/>
          <p:nvPr/>
        </p:nvCxnSpPr>
        <p:spPr>
          <a:xfrm flipV="1">
            <a:off x="2418952" y="2010758"/>
            <a:ext cx="8317" cy="264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nector 98"/>
          <p:cNvCxnSpPr/>
          <p:nvPr/>
        </p:nvCxnSpPr>
        <p:spPr>
          <a:xfrm flipV="1">
            <a:off x="2427269" y="1990063"/>
            <a:ext cx="7073" cy="2069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nector 99"/>
          <p:cNvCxnSpPr/>
          <p:nvPr/>
        </p:nvCxnSpPr>
        <p:spPr>
          <a:xfrm flipV="1">
            <a:off x="2434342" y="1968524"/>
            <a:ext cx="8019" cy="2153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nector 100"/>
          <p:cNvCxnSpPr/>
          <p:nvPr/>
        </p:nvCxnSpPr>
        <p:spPr>
          <a:xfrm flipV="1">
            <a:off x="2442361" y="1944577"/>
            <a:ext cx="10178" cy="2394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nector 101"/>
          <p:cNvCxnSpPr/>
          <p:nvPr/>
        </p:nvCxnSpPr>
        <p:spPr>
          <a:xfrm flipV="1">
            <a:off x="2452539" y="1923619"/>
            <a:ext cx="11336" cy="2095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nector 102"/>
          <p:cNvCxnSpPr/>
          <p:nvPr/>
        </p:nvCxnSpPr>
        <p:spPr>
          <a:xfrm flipV="1">
            <a:off x="2463875" y="1900989"/>
            <a:ext cx="13675" cy="2263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nector 103"/>
          <p:cNvCxnSpPr/>
          <p:nvPr/>
        </p:nvCxnSpPr>
        <p:spPr>
          <a:xfrm flipV="1">
            <a:off x="2477550" y="1878381"/>
            <a:ext cx="15910" cy="2260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nector 104"/>
          <p:cNvCxnSpPr/>
          <p:nvPr/>
        </p:nvCxnSpPr>
        <p:spPr>
          <a:xfrm flipV="1">
            <a:off x="2493460" y="1854825"/>
            <a:ext cx="19320" cy="2355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nector 105"/>
          <p:cNvCxnSpPr/>
          <p:nvPr/>
        </p:nvCxnSpPr>
        <p:spPr>
          <a:xfrm flipV="1">
            <a:off x="2512780" y="1832025"/>
            <a:ext cx="22629" cy="2280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nector 106"/>
          <p:cNvCxnSpPr/>
          <p:nvPr/>
        </p:nvCxnSpPr>
        <p:spPr>
          <a:xfrm flipV="1">
            <a:off x="2535409" y="1811205"/>
            <a:ext cx="24744" cy="2082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nector 107"/>
          <p:cNvCxnSpPr/>
          <p:nvPr/>
        </p:nvCxnSpPr>
        <p:spPr>
          <a:xfrm flipV="1">
            <a:off x="2560153" y="1792858"/>
            <a:ext cx="25711" cy="1834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nector 108"/>
          <p:cNvCxnSpPr/>
          <p:nvPr/>
        </p:nvCxnSpPr>
        <p:spPr>
          <a:xfrm flipV="1">
            <a:off x="2585864" y="1777182"/>
            <a:ext cx="25548" cy="1567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nector 109"/>
          <p:cNvCxnSpPr/>
          <p:nvPr/>
        </p:nvCxnSpPr>
        <p:spPr>
          <a:xfrm flipV="1">
            <a:off x="2611412" y="1763995"/>
            <a:ext cx="25397" cy="131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ctor 110"/>
          <p:cNvCxnSpPr/>
          <p:nvPr/>
        </p:nvCxnSpPr>
        <p:spPr>
          <a:xfrm flipV="1">
            <a:off x="2636809" y="1752835"/>
            <a:ext cx="25274" cy="1116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nector 111"/>
          <p:cNvCxnSpPr/>
          <p:nvPr/>
        </p:nvCxnSpPr>
        <p:spPr>
          <a:xfrm flipV="1">
            <a:off x="2662083" y="1742044"/>
            <a:ext cx="25251" cy="1079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nector 112"/>
          <p:cNvCxnSpPr/>
          <p:nvPr/>
        </p:nvCxnSpPr>
        <p:spPr>
          <a:xfrm flipV="1">
            <a:off x="2687334" y="1732819"/>
            <a:ext cx="25156" cy="922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nector 113"/>
          <p:cNvCxnSpPr/>
          <p:nvPr/>
        </p:nvCxnSpPr>
        <p:spPr>
          <a:xfrm flipV="1">
            <a:off x="2712490" y="1725068"/>
            <a:ext cx="25066" cy="775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nector 114"/>
          <p:cNvCxnSpPr/>
          <p:nvPr/>
        </p:nvCxnSpPr>
        <p:spPr>
          <a:xfrm flipV="1">
            <a:off x="2737556" y="1717501"/>
            <a:ext cx="25055" cy="756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nector 115"/>
          <p:cNvCxnSpPr/>
          <p:nvPr/>
        </p:nvCxnSpPr>
        <p:spPr>
          <a:xfrm flipV="1">
            <a:off x="2762611" y="1710580"/>
            <a:ext cx="25016" cy="692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nector 116"/>
          <p:cNvCxnSpPr/>
          <p:nvPr/>
        </p:nvCxnSpPr>
        <p:spPr>
          <a:xfrm flipV="1">
            <a:off x="2787627" y="1704672"/>
            <a:ext cx="24954" cy="590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nector 117"/>
          <p:cNvCxnSpPr/>
          <p:nvPr/>
        </p:nvCxnSpPr>
        <p:spPr>
          <a:xfrm flipV="1">
            <a:off x="2812581" y="1700238"/>
            <a:ext cx="24864" cy="44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nector 118"/>
          <p:cNvCxnSpPr/>
          <p:nvPr/>
        </p:nvCxnSpPr>
        <p:spPr>
          <a:xfrm flipV="1">
            <a:off x="2837445" y="1694975"/>
            <a:ext cx="24914" cy="5263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nector 119"/>
          <p:cNvCxnSpPr/>
          <p:nvPr/>
        </p:nvCxnSpPr>
        <p:spPr>
          <a:xfrm flipV="1">
            <a:off x="2862359" y="1691556"/>
            <a:ext cx="24803" cy="3419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nector 120"/>
          <p:cNvCxnSpPr/>
          <p:nvPr/>
        </p:nvCxnSpPr>
        <p:spPr>
          <a:xfrm flipV="1">
            <a:off x="2887162" y="1687122"/>
            <a:ext cx="24864" cy="44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nector 121"/>
          <p:cNvCxnSpPr/>
          <p:nvPr/>
        </p:nvCxnSpPr>
        <p:spPr>
          <a:xfrm flipV="1">
            <a:off x="2912026" y="1684347"/>
            <a:ext cx="24763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nector 122"/>
          <p:cNvCxnSpPr/>
          <p:nvPr/>
        </p:nvCxnSpPr>
        <p:spPr>
          <a:xfrm flipV="1">
            <a:off x="2936789" y="1681019"/>
            <a:ext cx="24797" cy="332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nector 123"/>
          <p:cNvCxnSpPr/>
          <p:nvPr/>
        </p:nvCxnSpPr>
        <p:spPr>
          <a:xfrm flipV="1">
            <a:off x="2961586" y="1677415"/>
            <a:ext cx="24814" cy="360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nector 124"/>
          <p:cNvCxnSpPr/>
          <p:nvPr/>
        </p:nvCxnSpPr>
        <p:spPr>
          <a:xfrm flipV="1">
            <a:off x="2986400" y="1674640"/>
            <a:ext cx="24763" cy="277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nector 125"/>
          <p:cNvCxnSpPr/>
          <p:nvPr/>
        </p:nvCxnSpPr>
        <p:spPr>
          <a:xfrm flipV="1">
            <a:off x="3011163" y="1673248"/>
            <a:ext cx="24679" cy="13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nector 126"/>
          <p:cNvCxnSpPr/>
          <p:nvPr/>
        </p:nvCxnSpPr>
        <p:spPr>
          <a:xfrm flipV="1">
            <a:off x="3035842" y="1672316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nector 127"/>
          <p:cNvCxnSpPr/>
          <p:nvPr/>
        </p:nvCxnSpPr>
        <p:spPr>
          <a:xfrm flipV="1">
            <a:off x="3060493" y="1671015"/>
            <a:ext cx="24673" cy="1301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nector 128"/>
          <p:cNvCxnSpPr/>
          <p:nvPr/>
        </p:nvCxnSpPr>
        <p:spPr>
          <a:xfrm flipV="1">
            <a:off x="3085166" y="1669438"/>
            <a:ext cx="24691" cy="157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nector 129"/>
          <p:cNvCxnSpPr/>
          <p:nvPr/>
        </p:nvCxnSpPr>
        <p:spPr>
          <a:xfrm flipV="1">
            <a:off x="3109857" y="1668506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nector 130"/>
          <p:cNvCxnSpPr/>
          <p:nvPr/>
        </p:nvCxnSpPr>
        <p:spPr>
          <a:xfrm flipV="1">
            <a:off x="3134507" y="1667574"/>
            <a:ext cx="24652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nector 131"/>
          <p:cNvCxnSpPr/>
          <p:nvPr/>
        </p:nvCxnSpPr>
        <p:spPr>
          <a:xfrm flipV="1">
            <a:off x="3159159" y="1666642"/>
            <a:ext cx="24650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nector 132"/>
          <p:cNvCxnSpPr/>
          <p:nvPr/>
        </p:nvCxnSpPr>
        <p:spPr>
          <a:xfrm flipV="1">
            <a:off x="3183809" y="1666355"/>
            <a:ext cx="24612" cy="2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Connector 133"/>
          <p:cNvCxnSpPr/>
          <p:nvPr/>
        </p:nvCxnSpPr>
        <p:spPr>
          <a:xfrm flipV="1">
            <a:off x="3208421" y="1665791"/>
            <a:ext cx="24629" cy="56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Connector 134"/>
          <p:cNvCxnSpPr/>
          <p:nvPr/>
        </p:nvCxnSpPr>
        <p:spPr>
          <a:xfrm flipV="1">
            <a:off x="3233050" y="1664859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nector 135"/>
          <p:cNvCxnSpPr/>
          <p:nvPr/>
        </p:nvCxnSpPr>
        <p:spPr>
          <a:xfrm flipV="1">
            <a:off x="3257701" y="1663927"/>
            <a:ext cx="24651" cy="93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Connector 136"/>
          <p:cNvCxnSpPr/>
          <p:nvPr/>
        </p:nvCxnSpPr>
        <p:spPr>
          <a:xfrm>
            <a:off x="3282352" y="1663927"/>
            <a:ext cx="24572" cy="35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nector 137"/>
          <p:cNvCxnSpPr/>
          <p:nvPr/>
        </p:nvCxnSpPr>
        <p:spPr>
          <a:xfrm flipV="1">
            <a:off x="3306924" y="1664188"/>
            <a:ext cx="25878" cy="9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nector 138"/>
          <p:cNvCxnSpPr/>
          <p:nvPr/>
        </p:nvCxnSpPr>
        <p:spPr>
          <a:xfrm>
            <a:off x="3332802" y="1664188"/>
            <a:ext cx="22340" cy="734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nector 139"/>
          <p:cNvCxnSpPr/>
          <p:nvPr/>
        </p:nvCxnSpPr>
        <p:spPr>
          <a:xfrm>
            <a:off x="3355142" y="1664922"/>
            <a:ext cx="25509" cy="28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nector 140"/>
          <p:cNvCxnSpPr/>
          <p:nvPr/>
        </p:nvCxnSpPr>
        <p:spPr>
          <a:xfrm>
            <a:off x="3380651" y="1665202"/>
            <a:ext cx="24583" cy="188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nector 141"/>
          <p:cNvCxnSpPr/>
          <p:nvPr/>
        </p:nvCxnSpPr>
        <p:spPr>
          <a:xfrm flipV="1">
            <a:off x="3405234" y="1665134"/>
            <a:ext cx="24610" cy="25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nector 142"/>
          <p:cNvCxnSpPr/>
          <p:nvPr/>
        </p:nvCxnSpPr>
        <p:spPr>
          <a:xfrm flipV="1">
            <a:off x="3429844" y="1664928"/>
            <a:ext cx="24607" cy="20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nector 143"/>
          <p:cNvCxnSpPr/>
          <p:nvPr/>
        </p:nvCxnSpPr>
        <p:spPr>
          <a:xfrm>
            <a:off x="3454451" y="1664928"/>
            <a:ext cx="24533" cy="99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nector 144"/>
          <p:cNvCxnSpPr/>
          <p:nvPr/>
        </p:nvCxnSpPr>
        <p:spPr>
          <a:xfrm>
            <a:off x="3478984" y="1665920"/>
            <a:ext cx="24541" cy="887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nector 145"/>
          <p:cNvCxnSpPr/>
          <p:nvPr/>
        </p:nvCxnSpPr>
        <p:spPr>
          <a:xfrm>
            <a:off x="3503525" y="1666807"/>
            <a:ext cx="24553" cy="666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nector 146"/>
          <p:cNvCxnSpPr/>
          <p:nvPr/>
        </p:nvCxnSpPr>
        <p:spPr>
          <a:xfrm flipV="1">
            <a:off x="3528078" y="1667383"/>
            <a:ext cx="24600" cy="90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nector 147"/>
          <p:cNvCxnSpPr/>
          <p:nvPr/>
        </p:nvCxnSpPr>
        <p:spPr>
          <a:xfrm flipV="1">
            <a:off x="3552678" y="1666588"/>
            <a:ext cx="16817" cy="795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nector 148"/>
          <p:cNvCxnSpPr/>
          <p:nvPr/>
        </p:nvCxnSpPr>
        <p:spPr>
          <a:xfrm>
            <a:off x="3569495" y="1666588"/>
            <a:ext cx="21065" cy="3522"/>
          </a:xfrm>
          <a:prstGeom prst="line">
            <a:avLst/>
          </a:prstGeom>
          <a:ln w="5061">
            <a:solidFill>
              <a:srgbClr val="D95F0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nector 149"/>
          <p:cNvCxnSpPr/>
          <p:nvPr/>
        </p:nvCxnSpPr>
        <p:spPr>
          <a:xfrm flipV="1">
            <a:off x="2377991" y="2547071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nector 150"/>
          <p:cNvCxnSpPr/>
          <p:nvPr/>
        </p:nvCxnSpPr>
        <p:spPr>
          <a:xfrm flipV="1">
            <a:off x="2429392" y="2508251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2" name="Connector 151"/>
          <p:cNvCxnSpPr/>
          <p:nvPr/>
        </p:nvCxnSpPr>
        <p:spPr>
          <a:xfrm flipV="1">
            <a:off x="2480793" y="2469432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Connector 152"/>
          <p:cNvCxnSpPr/>
          <p:nvPr/>
        </p:nvCxnSpPr>
        <p:spPr>
          <a:xfrm flipV="1">
            <a:off x="2532194" y="2430612"/>
            <a:ext cx="51400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4" name="Connector 153"/>
          <p:cNvCxnSpPr/>
          <p:nvPr/>
        </p:nvCxnSpPr>
        <p:spPr>
          <a:xfrm flipV="1">
            <a:off x="2583594" y="239179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Connector 154"/>
          <p:cNvCxnSpPr/>
          <p:nvPr/>
        </p:nvCxnSpPr>
        <p:spPr>
          <a:xfrm flipV="1">
            <a:off x="2634995" y="235297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nector 155"/>
          <p:cNvCxnSpPr/>
          <p:nvPr/>
        </p:nvCxnSpPr>
        <p:spPr>
          <a:xfrm flipV="1">
            <a:off x="2686396" y="231415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nector 156"/>
          <p:cNvCxnSpPr/>
          <p:nvPr/>
        </p:nvCxnSpPr>
        <p:spPr>
          <a:xfrm flipV="1">
            <a:off x="2737797" y="2275332"/>
            <a:ext cx="51400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nector 157"/>
          <p:cNvCxnSpPr/>
          <p:nvPr/>
        </p:nvCxnSpPr>
        <p:spPr>
          <a:xfrm flipV="1">
            <a:off x="2789197" y="223651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nector 158"/>
          <p:cNvCxnSpPr/>
          <p:nvPr/>
        </p:nvCxnSpPr>
        <p:spPr>
          <a:xfrm flipV="1">
            <a:off x="2840598" y="219769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 159"/>
          <p:cNvCxnSpPr/>
          <p:nvPr/>
        </p:nvCxnSpPr>
        <p:spPr>
          <a:xfrm flipV="1">
            <a:off x="2891999" y="2158872"/>
            <a:ext cx="51400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nector 160"/>
          <p:cNvCxnSpPr/>
          <p:nvPr/>
        </p:nvCxnSpPr>
        <p:spPr>
          <a:xfrm flipV="1">
            <a:off x="2943399" y="212005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2" name="Connector 161"/>
          <p:cNvCxnSpPr/>
          <p:nvPr/>
        </p:nvCxnSpPr>
        <p:spPr>
          <a:xfrm flipV="1">
            <a:off x="2994800" y="208123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nector 162"/>
          <p:cNvCxnSpPr/>
          <p:nvPr/>
        </p:nvCxnSpPr>
        <p:spPr>
          <a:xfrm flipV="1">
            <a:off x="3046201" y="204241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4" name="Connector 163"/>
          <p:cNvCxnSpPr/>
          <p:nvPr/>
        </p:nvCxnSpPr>
        <p:spPr>
          <a:xfrm flipV="1">
            <a:off x="3097602" y="200359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nector 164"/>
          <p:cNvCxnSpPr/>
          <p:nvPr/>
        </p:nvCxnSpPr>
        <p:spPr>
          <a:xfrm flipV="1">
            <a:off x="3149003" y="1964772"/>
            <a:ext cx="51400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nector 165"/>
          <p:cNvCxnSpPr/>
          <p:nvPr/>
        </p:nvCxnSpPr>
        <p:spPr>
          <a:xfrm flipV="1">
            <a:off x="3200403" y="192595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nector 166"/>
          <p:cNvCxnSpPr/>
          <p:nvPr/>
        </p:nvCxnSpPr>
        <p:spPr>
          <a:xfrm flipV="1">
            <a:off x="3251804" y="188713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nector 167"/>
          <p:cNvCxnSpPr/>
          <p:nvPr/>
        </p:nvCxnSpPr>
        <p:spPr>
          <a:xfrm flipV="1">
            <a:off x="3303205" y="184831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nector 168"/>
          <p:cNvCxnSpPr/>
          <p:nvPr/>
        </p:nvCxnSpPr>
        <p:spPr>
          <a:xfrm flipV="1">
            <a:off x="3354606" y="1809492"/>
            <a:ext cx="51400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0" name="Connector 169"/>
          <p:cNvCxnSpPr/>
          <p:nvPr/>
        </p:nvCxnSpPr>
        <p:spPr>
          <a:xfrm flipV="1">
            <a:off x="3406006" y="177067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1" name="Connector 170"/>
          <p:cNvCxnSpPr/>
          <p:nvPr/>
        </p:nvCxnSpPr>
        <p:spPr>
          <a:xfrm flipV="1">
            <a:off x="3457407" y="1731852"/>
            <a:ext cx="51401" cy="38820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nector 171"/>
          <p:cNvCxnSpPr/>
          <p:nvPr/>
        </p:nvCxnSpPr>
        <p:spPr>
          <a:xfrm flipV="1">
            <a:off x="3508808" y="1693033"/>
            <a:ext cx="51401" cy="38819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Connector 172"/>
          <p:cNvCxnSpPr/>
          <p:nvPr/>
        </p:nvCxnSpPr>
        <p:spPr>
          <a:xfrm flipV="1">
            <a:off x="3560209" y="1654212"/>
            <a:ext cx="51400" cy="38821"/>
          </a:xfrm>
          <a:prstGeom prst="line">
            <a:avLst/>
          </a:prstGeom>
          <a:ln w="3175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4" name="Rectangle 173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76" name="Picture 175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177" name="Picture 176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ROC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curves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59993" y="72238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60058" y="936318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same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intersect.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case,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637096" y="1151924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respect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positives,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respect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false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637096" y="132399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negatives.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360675" y="2614245"/>
            <a:ext cx="3424720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2580461" y="2614245"/>
            <a:ext cx="3204934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2827184" y="2614245"/>
            <a:ext cx="2958211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3073907" y="2614245"/>
            <a:ext cx="2711488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3320636" y="2614245"/>
            <a:ext cx="246475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594296" y="2614245"/>
            <a:ext cx="219109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2305500" y="2554073"/>
            <a:ext cx="347989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2251620" y="2367732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2251620" y="2181397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4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2251620" y="1995063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6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2251620" y="1808722"/>
            <a:ext cx="353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0</a:t>
            </a:r>
            <a:r>
              <a:rPr sz="545" b="0">
                <a:solidFill>
                  <a:srgbClr val="000000"/>
                </a:solidFill>
                <a:latin typeface="Cambria Math"/>
              </a:rPr>
              <a:t>.</a:t>
            </a:r>
            <a:r>
              <a:rPr sz="545" b="0">
                <a:solidFill>
                  <a:srgbClr val="000000"/>
                </a:solidFill>
                <a:latin typeface="Cambria Math"/>
              </a:rPr>
              <a:t>8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2305500" y="1622388"/>
            <a:ext cx="347989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Cambria Math"/>
              </a:rPr>
              <a:t>1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2665005" y="1771508"/>
            <a:ext cx="3120390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1B9E77"/>
                </a:solidFill>
                <a:latin typeface="Josefin Sans"/>
              </a:rPr>
              <a:t>NN1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2396476" y="1712847"/>
            <a:ext cx="3388919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D95F02"/>
                </a:solidFill>
                <a:latin typeface="Josefin Sans"/>
              </a:rPr>
              <a:t>NN2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2711620" y="2701536"/>
            <a:ext cx="3073775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Josefin Sans"/>
              </a:rPr>
              <a:t>False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2125558" y="1800456"/>
            <a:ext cx="3659837" cy="10737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5" b="0">
                <a:solidFill>
                  <a:srgbClr val="000000"/>
                </a:solidFill>
                <a:latin typeface="Josefin Sans"/>
              </a:rPr>
              <a:t>True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Positive</a:t>
            </a:r>
            <a:r>
              <a:rPr sz="545" b="0">
                <a:solidFill>
                  <a:srgbClr val="000000"/>
                </a:solidFill>
                <a:latin typeface="Josefin Sans"/>
              </a:rPr>
              <a:t> </a:t>
            </a:r>
            <a:r>
              <a:rPr sz="545" b="0">
                <a:solidFill>
                  <a:srgbClr val="000000"/>
                </a:solidFill>
                <a:latin typeface="Josefin Sans"/>
              </a:rPr>
              <a:t>Ratio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5622441" y="3150564"/>
            <a:ext cx="1629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59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Lecture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outline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Gold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U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CCCC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 </a:t>
            </a:r>
            <a:r>
              <a:rPr sz="1090" b="0">
                <a:solidFill>
                  <a:srgbClr val="CCCCCC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CCD6E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 </a:t>
            </a:r>
            <a:r>
              <a:rPr sz="1090" b="0">
                <a:solidFill>
                  <a:srgbClr val="CCD6E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15456" y="3150565"/>
            <a:ext cx="16993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60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247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4" y="3150917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38531" y="3150564"/>
            <a:ext cx="1468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61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247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5" y="1257857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unknown,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38531" y="3150565"/>
            <a:ext cx="1468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61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247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5" y="1257857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unknown,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5" y="1515972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but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categories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3" y="1731565"/>
            <a:ext cx="51483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category.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38531" y="3150565"/>
            <a:ext cx="1468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61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247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5" y="1257857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‘gold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standard’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unknown,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know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60055" y="1515972"/>
            <a:ext cx="5325340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but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categories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known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3" y="1731565"/>
            <a:ext cx="51483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category.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1" y="1989681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must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mutually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exclusive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collectively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59991" y="2161753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exhaustive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data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assumed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normally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distributed.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4" y="3150919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38531" y="3150565"/>
            <a:ext cx="1468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61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088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9" y="3150918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3955" y="3150564"/>
            <a:ext cx="16144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62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088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20" y="1248423"/>
            <a:ext cx="5284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9" y="3150918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3955" y="3150564"/>
            <a:ext cx="16144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62</a:t>
            </a: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088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20" y="1248423"/>
            <a:ext cx="5284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74714" y="1525075"/>
            <a:ext cx="531068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2.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9" y="3150918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3955" y="3150564"/>
            <a:ext cx="16144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62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088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20" y="1248423"/>
            <a:ext cx="5284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74714" y="1525075"/>
            <a:ext cx="531068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2.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72910" y="1783190"/>
            <a:ext cx="531248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3.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9" y="3150918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3955" y="3150564"/>
            <a:ext cx="16144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62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0885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01320" y="1248423"/>
            <a:ext cx="528407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1.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74714" y="1525075"/>
            <a:ext cx="531068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2.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72910" y="1783190"/>
            <a:ext cx="531248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3.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table,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73190" y="2041305"/>
            <a:ext cx="531220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4.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7096" y="2213378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23952" y="3150564"/>
            <a:ext cx="16144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62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42183" y="-23452388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01429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2976" y="3150563"/>
            <a:ext cx="16241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63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42183" y="-23452388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5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01429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5" y="1290963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4" y="1463035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category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category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7" y="3150917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2976" y="3150563"/>
            <a:ext cx="16241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63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1854" y="1947937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5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01429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5" y="1290963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4" y="1463035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category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occurrence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category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271941" y="1817091"/>
            <a:ext cx="351345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70886" y="1730285"/>
            <a:ext cx="3114509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603450" y="1842300"/>
            <a:ext cx="318194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16492" y="2069680"/>
            <a:ext cx="3168903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41854" y="1745894"/>
            <a:ext cx="294354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84754" y="1969339"/>
            <a:ext cx="270064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904537" y="3150915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622976" y="3150562"/>
            <a:ext cx="16241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63</a:t>
            </a: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1853" y="1082014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6966564" y="-23221717"/>
            <a:ext cx="40382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27543794" y="-23221717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28238065" y="-23221717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28932336" y="-23221717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27025088" y="-22636475"/>
            <a:ext cx="403823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602315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8296585" y="-22636475"/>
            <a:ext cx="46234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8932336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7" name="Picture 46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8" name="Picture 47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5767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271940" y="951169"/>
            <a:ext cx="35134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670885" y="864363"/>
            <a:ext cx="31145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603448" y="976378"/>
            <a:ext cx="31819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616491" y="1203758"/>
            <a:ext cx="31689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41853" y="879984"/>
            <a:ext cx="294354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84753" y="1103416"/>
            <a:ext cx="27006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5623127" y="3150565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64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1853" y="1082014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6966564" y="-23221717"/>
            <a:ext cx="40382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27543794" y="-23221717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28238065" y="-23221717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28932336" y="-23221717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27025088" y="-22636475"/>
            <a:ext cx="403823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602315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8296585" y="-22636475"/>
            <a:ext cx="46234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8932336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7" name="Picture 46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8" name="Picture 47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5767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271940" y="951169"/>
            <a:ext cx="35134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670885" y="864363"/>
            <a:ext cx="31145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603448" y="976378"/>
            <a:ext cx="31819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616491" y="1203758"/>
            <a:ext cx="31689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41853" y="879984"/>
            <a:ext cx="294354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84753" y="1103416"/>
            <a:ext cx="27006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59993" y="1445080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set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4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9993" y="1584247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5623127" y="3150565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64</a:t>
            </a: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1853" y="1082014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26966567" y="-23221717"/>
            <a:ext cx="40382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27543797" y="-23221717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28238068" y="-23221717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28932339" y="-23221717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27025088" y="-22636475"/>
            <a:ext cx="403823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602315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8296585" y="-22636475"/>
            <a:ext cx="46234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8932336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7" name="Picture 46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8" name="Picture 47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5767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271940" y="951169"/>
            <a:ext cx="35134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670885" y="864363"/>
            <a:ext cx="31145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603448" y="976378"/>
            <a:ext cx="31819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616491" y="1203758"/>
            <a:ext cx="31689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41853" y="879984"/>
            <a:ext cx="294354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84753" y="1103416"/>
            <a:ext cx="27006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59993" y="1445080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set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4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9993" y="1584247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9993" y="180946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6,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14,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5623127" y="3150565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64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1853" y="1082014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1566240" y="2178608"/>
            <a:ext cx="403822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2143468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2837739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532010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27025088" y="-22636475"/>
            <a:ext cx="403823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602315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8296585" y="-22636475"/>
            <a:ext cx="46234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8932336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7" name="Picture 46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8" name="Picture 47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5767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271940" y="951169"/>
            <a:ext cx="35134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670885" y="864363"/>
            <a:ext cx="31145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603448" y="976378"/>
            <a:ext cx="31819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616491" y="1203758"/>
            <a:ext cx="31689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41853" y="879984"/>
            <a:ext cx="294354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84753" y="1103416"/>
            <a:ext cx="27006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59993" y="1445080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set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4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9993" y="1584247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9993" y="180946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6,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14,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269314" y="2093053"/>
            <a:ext cx="451608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342289" y="2025616"/>
            <a:ext cx="444310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=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(6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5)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738897" y="2195315"/>
            <a:ext cx="404649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2011248" y="2025616"/>
            <a:ext cx="37741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(10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10)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345385" y="2195315"/>
            <a:ext cx="344001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10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05519" y="2025616"/>
            <a:ext cx="307987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(14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15)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039656" y="2195315"/>
            <a:ext cx="274573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15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99790" y="2025616"/>
            <a:ext cx="238560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(20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20)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733927" y="2195315"/>
            <a:ext cx="205146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20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100564" y="2118086"/>
            <a:ext cx="16848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.</a:t>
            </a:r>
            <a:r>
              <a:rPr sz="896" b="0">
                <a:solidFill>
                  <a:srgbClr val="000000"/>
                </a:solidFill>
                <a:latin typeface="Cambria Math"/>
              </a:rPr>
              <a:t>267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23127" y="3150565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64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1853" y="1082014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1566240" y="2178608"/>
            <a:ext cx="403822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2143468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2837739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532010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27025088" y="-22636475"/>
            <a:ext cx="403823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7602315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8296585" y="-22636475"/>
            <a:ext cx="46234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28932336" y="-22636475"/>
            <a:ext cx="520864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7" name="Picture 46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8" name="Picture 47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5767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271940" y="951169"/>
            <a:ext cx="35134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670885" y="864363"/>
            <a:ext cx="31145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603448" y="976378"/>
            <a:ext cx="31819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616491" y="1203758"/>
            <a:ext cx="31689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41853" y="879984"/>
            <a:ext cx="294354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84753" y="1103416"/>
            <a:ext cx="27006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59993" y="1445080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set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4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9993" y="1584247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9993" y="180946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6,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14,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269314" y="2093053"/>
            <a:ext cx="451608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342289" y="2025616"/>
            <a:ext cx="444310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=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(6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5)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738897" y="2195315"/>
            <a:ext cx="404649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2011248" y="2025616"/>
            <a:ext cx="37741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(10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10)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345385" y="2195315"/>
            <a:ext cx="344001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10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05519" y="2025616"/>
            <a:ext cx="307987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(14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15)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039656" y="2195315"/>
            <a:ext cx="274573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15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99790" y="2025616"/>
            <a:ext cx="238560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(20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20)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733927" y="2195315"/>
            <a:ext cx="205146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20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100564" y="2118086"/>
            <a:ext cx="16848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.</a:t>
            </a:r>
            <a:r>
              <a:rPr sz="896" b="0">
                <a:solidFill>
                  <a:srgbClr val="000000"/>
                </a:solidFill>
                <a:latin typeface="Cambria Math"/>
              </a:rPr>
              <a:t>267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59995" y="2394710"/>
            <a:ext cx="54254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second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8,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25.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904535" y="3150919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623127" y="3150565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64</a:t>
            </a: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1853" y="1082014"/>
            <a:ext cx="631025" cy="0"/>
          </a:xfrm>
          <a:prstGeom prst="line">
            <a:avLst/>
          </a:prstGeom>
          <a:ln w="5537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1566240" y="2178608"/>
            <a:ext cx="403822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2143468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2837739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532010" y="2178608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1624761" y="2763850"/>
            <a:ext cx="403822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2201989" y="2763850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2896260" y="2763850"/>
            <a:ext cx="462343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3532009" y="2763850"/>
            <a:ext cx="520865" cy="0"/>
          </a:xfrm>
          <a:prstGeom prst="line">
            <a:avLst/>
          </a:prstGeom>
          <a:ln w="4813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7" name="Picture 46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8" name="Picture 47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59993" y="57677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271940" y="951169"/>
            <a:ext cx="351345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670885" y="864363"/>
            <a:ext cx="3114510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603448" y="976378"/>
            <a:ext cx="318194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616491" y="1203758"/>
            <a:ext cx="316890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41853" y="879984"/>
            <a:ext cx="2943543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(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O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)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084753" y="1103416"/>
            <a:ext cx="270064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E</a:t>
            </a:r>
            <a:r>
              <a:rPr sz="7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59993" y="1445080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set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50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patterns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4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9993" y="1584247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9993" y="1809468"/>
            <a:ext cx="542540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6,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10,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14,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20.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269314" y="2093053"/>
            <a:ext cx="451608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342289" y="2025616"/>
            <a:ext cx="444310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1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=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(6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5)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738897" y="2195315"/>
            <a:ext cx="404649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2011248" y="2025616"/>
            <a:ext cx="3774147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(10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10)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345385" y="2195315"/>
            <a:ext cx="344001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10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05519" y="2025616"/>
            <a:ext cx="307987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(14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15)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039656" y="2195315"/>
            <a:ext cx="274573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15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99790" y="2025616"/>
            <a:ext cx="238560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(20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20)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733927" y="2195315"/>
            <a:ext cx="205146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20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100564" y="2118086"/>
            <a:ext cx="16848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896" b="0">
                <a:solidFill>
                  <a:srgbClr val="000000"/>
                </a:solidFill>
                <a:latin typeface="Cambria Math"/>
              </a:rPr>
              <a:t>.</a:t>
            </a:r>
            <a:r>
              <a:rPr sz="896" b="0">
                <a:solidFill>
                  <a:srgbClr val="000000"/>
                </a:solidFill>
                <a:latin typeface="Cambria Math"/>
              </a:rPr>
              <a:t>267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59995" y="2394710"/>
            <a:ext cx="5425401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second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produces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results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of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15,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8,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896" b="0">
                <a:solidFill>
                  <a:srgbClr val="000000"/>
                </a:solidFill>
                <a:latin typeface="Josefin Sans"/>
              </a:rPr>
              <a:t> </a:t>
            </a:r>
            <a:r>
              <a:rPr sz="896" b="0">
                <a:solidFill>
                  <a:srgbClr val="000000"/>
                </a:solidFill>
                <a:latin typeface="Josefin Sans"/>
              </a:rPr>
              <a:t>25.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327835" y="2678294"/>
            <a:ext cx="445756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400810" y="2610857"/>
            <a:ext cx="438458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=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(2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5)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797405" y="2780557"/>
            <a:ext cx="3987990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5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069769" y="2610857"/>
            <a:ext cx="3715626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(15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10)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403906" y="2780557"/>
            <a:ext cx="338148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10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4040" y="2610857"/>
            <a:ext cx="302135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(8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15)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068916" y="2780557"/>
            <a:ext cx="2716479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15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399790" y="2610857"/>
            <a:ext cx="2385605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+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</a:t>
            </a:r>
            <a:r>
              <a:rPr sz="896" b="0">
                <a:solidFill>
                  <a:srgbClr val="000000"/>
                </a:solidFill>
                <a:latin typeface="Cambria Math"/>
              </a:rPr>
              <a:t>(25</a:t>
            </a:r>
            <a:r>
              <a:rPr sz="896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896" b="0">
                <a:solidFill>
                  <a:srgbClr val="000000"/>
                </a:solidFill>
                <a:latin typeface="Cambria Math"/>
              </a:rPr>
              <a:t>20)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33927" y="2780557"/>
            <a:ext cx="2051468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20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100563" y="2703328"/>
            <a:ext cx="1684832" cy="17650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896" b="0">
                <a:solidFill>
                  <a:srgbClr val="000000"/>
                </a:solidFill>
                <a:latin typeface="Cambria Math"/>
              </a:rPr>
              <a:t>= 8</a:t>
            </a:r>
            <a:r>
              <a:rPr sz="896" b="0">
                <a:solidFill>
                  <a:srgbClr val="000000"/>
                </a:solidFill>
                <a:latin typeface="Cambria Math"/>
              </a:rPr>
              <a:t>.</a:t>
            </a:r>
            <a:r>
              <a:rPr sz="896" b="0">
                <a:solidFill>
                  <a:srgbClr val="000000"/>
                </a:solidFill>
                <a:latin typeface="Cambria Math"/>
              </a:rPr>
              <a:t>82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5623127" y="3150564"/>
            <a:ext cx="1622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64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4632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4" y="3150918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2440" y="3150564"/>
            <a:ext cx="1629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65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4632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1" y="130377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4" y="3150916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2440" y="3150563"/>
            <a:ext cx="1629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65</a:t>
            </a: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4632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1" y="1303778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1" y="1561892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example,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4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therefore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440810" y="1873906"/>
            <a:ext cx="3344585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4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1 = 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4" y="3150916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2440" y="3150563"/>
            <a:ext cx="1629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65</a:t>
            </a: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6395843" y="-24136500"/>
            <a:ext cx="376896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472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table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5" y="3150915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2289" y="3150562"/>
            <a:ext cx="1631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66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995514" y="1263826"/>
            <a:ext cx="376896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472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table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699739" y="1085782"/>
            <a:ext cx="308565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000000"/>
                </a:solidFill>
                <a:latin typeface="Josefin Sans"/>
              </a:rPr>
              <a:t>Area</a:t>
            </a:r>
            <a:r>
              <a:rPr sz="597" b="1">
                <a:solidFill>
                  <a:srgbClr val="000000"/>
                </a:solidFill>
                <a:latin typeface="Josefin Sans"/>
              </a:rPr>
              <a:t> </a:t>
            </a:r>
            <a:r>
              <a:rPr sz="597" b="1">
                <a:solidFill>
                  <a:srgbClr val="000000"/>
                </a:solidFill>
                <a:latin typeface="Josefin Sans"/>
              </a:rPr>
              <a:t>to</a:t>
            </a:r>
            <a:r>
              <a:rPr sz="597" b="1">
                <a:solidFill>
                  <a:srgbClr val="000000"/>
                </a:solidFill>
                <a:latin typeface="Josefin Sans"/>
              </a:rPr>
              <a:t> </a:t>
            </a:r>
            <a:r>
              <a:rPr sz="597" b="1">
                <a:solidFill>
                  <a:srgbClr val="000000"/>
                </a:solidFill>
                <a:latin typeface="Josefin Sans"/>
              </a:rPr>
              <a:t>the</a:t>
            </a:r>
            <a:r>
              <a:rPr sz="597" b="1">
                <a:solidFill>
                  <a:srgbClr val="000000"/>
                </a:solidFill>
                <a:latin typeface="Josefin Sans"/>
              </a:rPr>
              <a:t> </a:t>
            </a:r>
            <a:r>
              <a:rPr sz="597" b="1">
                <a:solidFill>
                  <a:srgbClr val="000000"/>
                </a:solidFill>
                <a:latin typeface="Josefin Sans"/>
              </a:rPr>
              <a:t>right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73250" y="1173998"/>
            <a:ext cx="471214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df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04489" y="1173998"/>
            <a:ext cx="44809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0.995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653321" y="1173998"/>
            <a:ext cx="413207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0.990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001470" y="1173998"/>
            <a:ext cx="37839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0.975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334891" y="1173998"/>
            <a:ext cx="345050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0.950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676435" y="1173998"/>
            <a:ext cx="31089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0.900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34680" y="1173998"/>
            <a:ext cx="27507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0.100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379716" y="1173998"/>
            <a:ext cx="24056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0.050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742061" y="1173998"/>
            <a:ext cx="204333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0.025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20272" y="1173998"/>
            <a:ext cx="166512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0.010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485957" y="1173998"/>
            <a:ext cx="129943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0.005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094929" y="1267623"/>
            <a:ext cx="469046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294132" y="1267623"/>
            <a:ext cx="44912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0.000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646456" y="1267623"/>
            <a:ext cx="413893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0.000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00677" y="1267623"/>
            <a:ext cx="37847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0.001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331745" y="1267623"/>
            <a:ext cx="34536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0.004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687940" y="1267623"/>
            <a:ext cx="30974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0.016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036241" y="1267623"/>
            <a:ext cx="27491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2.706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99345" y="1267623"/>
            <a:ext cx="23860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3.841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746506" y="1267623"/>
            <a:ext cx="203888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5.024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122820" y="1267623"/>
            <a:ext cx="166257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6.635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501334" y="1267623"/>
            <a:ext cx="12840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7.879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087640" y="1356192"/>
            <a:ext cx="469775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305745" y="1356192"/>
            <a:ext cx="44796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0.010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650705" y="1356192"/>
            <a:ext cx="413469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0.020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4167" y="1356192"/>
            <a:ext cx="378122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0.051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343206" y="1356192"/>
            <a:ext cx="344218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0.103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00313" y="1356192"/>
            <a:ext cx="308508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0.211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033886" y="1356192"/>
            <a:ext cx="27515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4.605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398052" y="1356192"/>
            <a:ext cx="238734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5.991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752957" y="1356192"/>
            <a:ext cx="203243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7.378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4127979" y="1356192"/>
            <a:ext cx="165741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9.210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482884" y="1356192"/>
            <a:ext cx="13025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10.597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087144" y="1444762"/>
            <a:ext cx="46982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303883" y="1444762"/>
            <a:ext cx="448151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0.072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673060" y="1444762"/>
            <a:ext cx="411233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0.115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008379" y="1444762"/>
            <a:ext cx="377701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0.216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339447" y="1444762"/>
            <a:ext cx="344594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0.352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84331" y="1444762"/>
            <a:ext cx="31010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0.584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045840" y="1444762"/>
            <a:ext cx="27395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6.251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400669" y="1444762"/>
            <a:ext cx="23847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7.815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749349" y="1444762"/>
            <a:ext cx="20360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9.348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4119437" y="1444762"/>
            <a:ext cx="16659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11.345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486488" y="1444762"/>
            <a:ext cx="129890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12.838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087220" y="1533332"/>
            <a:ext cx="46981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303883" y="1533332"/>
            <a:ext cx="448151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0.207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659623" y="1533332"/>
            <a:ext cx="412577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0.297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002154" y="1533332"/>
            <a:ext cx="37832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0.484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356451" y="1533332"/>
            <a:ext cx="34289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0.711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691770" y="1533332"/>
            <a:ext cx="30936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1.064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043411" y="1533332"/>
            <a:ext cx="274198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7.779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392850" y="1533332"/>
            <a:ext cx="239254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9.488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753069" y="1533332"/>
            <a:ext cx="20323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11.143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4115641" y="1533332"/>
            <a:ext cx="16697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13.277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4481781" y="1533332"/>
            <a:ext cx="13036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14.860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6877" y="1621902"/>
            <a:ext cx="46985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315231" y="1621902"/>
            <a:ext cx="44701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0.412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657306" y="1621902"/>
            <a:ext cx="412808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0.554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2008416" y="1621902"/>
            <a:ext cx="37769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0.831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358386" y="1621902"/>
            <a:ext cx="34270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1.145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699474" y="1621902"/>
            <a:ext cx="308592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1.610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037982" y="1621902"/>
            <a:ext cx="274741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9.236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381196" y="1621902"/>
            <a:ext cx="240419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11.070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738454" y="1621902"/>
            <a:ext cx="20469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12.833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107706" y="1621902"/>
            <a:ext cx="167768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15.086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82881" y="1621902"/>
            <a:ext cx="13025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16.750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86801" y="1710472"/>
            <a:ext cx="469859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307032" y="1710472"/>
            <a:ext cx="44783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0.676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660191" y="1710472"/>
            <a:ext cx="412520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0.872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2014109" y="1710472"/>
            <a:ext cx="377128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1.237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350187" y="1710472"/>
            <a:ext cx="343520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1.635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685354" y="1710472"/>
            <a:ext cx="31000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2.204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3021888" y="1710472"/>
            <a:ext cx="276350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10.645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379677" y="1710472"/>
            <a:ext cx="24057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12.592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738681" y="1710472"/>
            <a:ext cx="20467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14.449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120005" y="1710472"/>
            <a:ext cx="166539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16.812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4485841" y="1710472"/>
            <a:ext cx="12995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18.548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88821" y="1799029"/>
            <a:ext cx="46965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04952" y="1799029"/>
            <a:ext cx="448044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0.989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669422" y="1799029"/>
            <a:ext cx="411597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1.239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2007474" y="1799029"/>
            <a:ext cx="377792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1.690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352586" y="1799029"/>
            <a:ext cx="34328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2.167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2689044" y="1799029"/>
            <a:ext cx="30963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2.833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032409" y="1799029"/>
            <a:ext cx="275298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12.017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376914" y="1799029"/>
            <a:ext cx="24084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14.067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741080" y="1799029"/>
            <a:ext cx="20443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16.013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4114964" y="1799029"/>
            <a:ext cx="16704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18.475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476929" y="1799029"/>
            <a:ext cx="130846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20.278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1087373" y="1887599"/>
            <a:ext cx="46980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1317169" y="1887599"/>
            <a:ext cx="44682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1.344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668734" y="1887599"/>
            <a:ext cx="41166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1.646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2008911" y="1887599"/>
            <a:ext cx="377648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2.180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2345445" y="1887599"/>
            <a:ext cx="34399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2.733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2685394" y="1887599"/>
            <a:ext cx="310000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3.490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026331" y="1887599"/>
            <a:ext cx="27590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13.362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76681" y="1887599"/>
            <a:ext cx="24087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15.507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738570" y="1887599"/>
            <a:ext cx="20468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17.535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4092944" y="1887599"/>
            <a:ext cx="16924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20.090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4485199" y="1887599"/>
            <a:ext cx="13001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21.955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086801" y="1976168"/>
            <a:ext cx="469859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318420" y="1976168"/>
            <a:ext cx="446697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1.735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658749" y="1976168"/>
            <a:ext cx="41266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2.088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998850" y="1976168"/>
            <a:ext cx="378654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2.700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343430" y="1976168"/>
            <a:ext cx="34419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3.325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695830" y="1976168"/>
            <a:ext cx="30895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4.168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026214" y="1976168"/>
            <a:ext cx="27591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14.684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386053" y="1976168"/>
            <a:ext cx="239934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16.919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733822" y="1976168"/>
            <a:ext cx="205157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19.023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4111273" y="1976168"/>
            <a:ext cx="16741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21.666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477868" y="1976168"/>
            <a:ext cx="130752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23.589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071434" y="2064738"/>
            <a:ext cx="47139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316869" y="2064738"/>
            <a:ext cx="44685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2.156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661678" y="2064738"/>
            <a:ext cx="41237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2.558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006941" y="2064738"/>
            <a:ext cx="37784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3.247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340590" y="2064738"/>
            <a:ext cx="34448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3.940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87751" y="2064738"/>
            <a:ext cx="30976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4.865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027473" y="2064738"/>
            <a:ext cx="27579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15.987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377443" y="2064738"/>
            <a:ext cx="240795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18.307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728096" y="2064738"/>
            <a:ext cx="205729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20.483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4100917" y="2064738"/>
            <a:ext cx="168447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23.209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486264" y="2064738"/>
            <a:ext cx="12991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25.188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1100619" y="2173107"/>
            <a:ext cx="468477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388147" y="2173107"/>
            <a:ext cx="439724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740470" y="2173107"/>
            <a:ext cx="40449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2083116" y="2173107"/>
            <a:ext cx="37022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421927" y="2173107"/>
            <a:ext cx="33634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766998" y="2173107"/>
            <a:ext cx="301839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3117125" y="2173107"/>
            <a:ext cx="266827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470197" y="2173107"/>
            <a:ext cx="231519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828338" y="2173107"/>
            <a:ext cx="19570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4202746" y="2173107"/>
            <a:ext cx="158264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576482" y="2173107"/>
            <a:ext cx="120891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4904535" y="3150915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5622289" y="3150562"/>
            <a:ext cx="1631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66</a:t>
            </a: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995514" y="1263826"/>
            <a:ext cx="3768966" cy="0"/>
          </a:xfrm>
          <a:prstGeom prst="line">
            <a:avLst/>
          </a:prstGeom>
          <a:ln w="5054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-3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0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84722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obtain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values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from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table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699739" y="1085782"/>
            <a:ext cx="308565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000000"/>
                </a:solidFill>
                <a:latin typeface="Josefin Sans"/>
              </a:rPr>
              <a:t>Area</a:t>
            </a:r>
            <a:r>
              <a:rPr sz="597" b="1">
                <a:solidFill>
                  <a:srgbClr val="000000"/>
                </a:solidFill>
                <a:latin typeface="Josefin Sans"/>
              </a:rPr>
              <a:t> </a:t>
            </a:r>
            <a:r>
              <a:rPr sz="597" b="1">
                <a:solidFill>
                  <a:srgbClr val="000000"/>
                </a:solidFill>
                <a:latin typeface="Josefin Sans"/>
              </a:rPr>
              <a:t>to</a:t>
            </a:r>
            <a:r>
              <a:rPr sz="597" b="1">
                <a:solidFill>
                  <a:srgbClr val="000000"/>
                </a:solidFill>
                <a:latin typeface="Josefin Sans"/>
              </a:rPr>
              <a:t> </a:t>
            </a:r>
            <a:r>
              <a:rPr sz="597" b="1">
                <a:solidFill>
                  <a:srgbClr val="000000"/>
                </a:solidFill>
                <a:latin typeface="Josefin Sans"/>
              </a:rPr>
              <a:t>the</a:t>
            </a:r>
            <a:r>
              <a:rPr sz="597" b="1">
                <a:solidFill>
                  <a:srgbClr val="000000"/>
                </a:solidFill>
                <a:latin typeface="Josefin Sans"/>
              </a:rPr>
              <a:t> </a:t>
            </a:r>
            <a:r>
              <a:rPr sz="597" b="1">
                <a:solidFill>
                  <a:srgbClr val="000000"/>
                </a:solidFill>
                <a:latin typeface="Josefin Sans"/>
              </a:rPr>
              <a:t>right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73250" y="1173998"/>
            <a:ext cx="471214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df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04489" y="1173998"/>
            <a:ext cx="44809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0.995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653321" y="1173998"/>
            <a:ext cx="413207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0.990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001470" y="1173998"/>
            <a:ext cx="37839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0.975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334891" y="1173998"/>
            <a:ext cx="345050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0.950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676435" y="1173998"/>
            <a:ext cx="31089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0.900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34680" y="1173998"/>
            <a:ext cx="27507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0.100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379716" y="1173998"/>
            <a:ext cx="24056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0.050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742061" y="1173998"/>
            <a:ext cx="204333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0.025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20272" y="1173998"/>
            <a:ext cx="166512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0.010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485957" y="1173998"/>
            <a:ext cx="129943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0.005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094929" y="1267623"/>
            <a:ext cx="469046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294132" y="1267623"/>
            <a:ext cx="44912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0.000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646456" y="1267623"/>
            <a:ext cx="413893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0.000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00677" y="1267623"/>
            <a:ext cx="37847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0.001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331745" y="1267623"/>
            <a:ext cx="34536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0.004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687940" y="1267623"/>
            <a:ext cx="30974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0.016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036241" y="1267623"/>
            <a:ext cx="27491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2.706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99345" y="1267623"/>
            <a:ext cx="23860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3.841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746506" y="1267623"/>
            <a:ext cx="203888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5.024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122820" y="1267623"/>
            <a:ext cx="166257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6.635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501334" y="1267623"/>
            <a:ext cx="12840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7.879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087640" y="1356192"/>
            <a:ext cx="469775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305745" y="1356192"/>
            <a:ext cx="44796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0.010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650705" y="1356192"/>
            <a:ext cx="413469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0.020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4167" y="1356192"/>
            <a:ext cx="378122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0.051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343206" y="1356192"/>
            <a:ext cx="344218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0.103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00313" y="1356192"/>
            <a:ext cx="308508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0.211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033886" y="1356192"/>
            <a:ext cx="27515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4.605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398052" y="1356192"/>
            <a:ext cx="238734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5.991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752957" y="1356192"/>
            <a:ext cx="203243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7.378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4127979" y="1356192"/>
            <a:ext cx="165741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9.210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482884" y="1356192"/>
            <a:ext cx="130251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10.597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087144" y="1444762"/>
            <a:ext cx="46982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303883" y="1444762"/>
            <a:ext cx="448151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0.072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673060" y="1444762"/>
            <a:ext cx="411233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0.115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008379" y="1444762"/>
            <a:ext cx="377701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0.216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339447" y="1444762"/>
            <a:ext cx="344594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0.352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84331" y="1444762"/>
            <a:ext cx="31010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0.584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045840" y="1444762"/>
            <a:ext cx="27395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6.251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400669" y="1444762"/>
            <a:ext cx="23847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7.815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749349" y="1444762"/>
            <a:ext cx="20360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9.348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4119437" y="1444762"/>
            <a:ext cx="16659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11.345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486488" y="1444762"/>
            <a:ext cx="129890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12.838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087220" y="1533332"/>
            <a:ext cx="46981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4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303883" y="1533332"/>
            <a:ext cx="448151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0.207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659623" y="1533332"/>
            <a:ext cx="412577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0.297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002154" y="1533332"/>
            <a:ext cx="37832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0.484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356451" y="1533332"/>
            <a:ext cx="34289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0.711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691770" y="1533332"/>
            <a:ext cx="30936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1.064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043411" y="1533332"/>
            <a:ext cx="274198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7.779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392850" y="1533332"/>
            <a:ext cx="239254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9.488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753069" y="1533332"/>
            <a:ext cx="20323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11.143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4115641" y="1533332"/>
            <a:ext cx="16697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13.277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4481781" y="1533332"/>
            <a:ext cx="13036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14.860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6877" y="1621902"/>
            <a:ext cx="46985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5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315231" y="1621902"/>
            <a:ext cx="44701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0.412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657306" y="1621902"/>
            <a:ext cx="412808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0.554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2008416" y="1621902"/>
            <a:ext cx="37769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0.831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358386" y="1621902"/>
            <a:ext cx="34270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1.145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699474" y="1621902"/>
            <a:ext cx="308592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1.610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037982" y="1621902"/>
            <a:ext cx="274741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9.236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381196" y="1621902"/>
            <a:ext cx="240419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11.070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738454" y="1621902"/>
            <a:ext cx="20469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12.833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107706" y="1621902"/>
            <a:ext cx="167768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15.086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482881" y="1621902"/>
            <a:ext cx="13025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16.750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86801" y="1710472"/>
            <a:ext cx="469859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307032" y="1710472"/>
            <a:ext cx="44783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0.676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660191" y="1710472"/>
            <a:ext cx="412520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0.872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2014109" y="1710472"/>
            <a:ext cx="377128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1.237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350187" y="1710472"/>
            <a:ext cx="343520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1.635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685354" y="1710472"/>
            <a:ext cx="310004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2.204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3021888" y="1710472"/>
            <a:ext cx="276350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10.645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379677" y="1710472"/>
            <a:ext cx="24057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12.592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738681" y="1710472"/>
            <a:ext cx="20467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14.449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120005" y="1710472"/>
            <a:ext cx="166539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16.812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4485841" y="1710472"/>
            <a:ext cx="12995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18.548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88821" y="1799029"/>
            <a:ext cx="469657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7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04952" y="1799029"/>
            <a:ext cx="448044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0.989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669422" y="1799029"/>
            <a:ext cx="411597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1.239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2007474" y="1799029"/>
            <a:ext cx="377792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1.690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352586" y="1799029"/>
            <a:ext cx="34328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2.167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2689044" y="1799029"/>
            <a:ext cx="30963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2.833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032409" y="1799029"/>
            <a:ext cx="275298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12.017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376914" y="1799029"/>
            <a:ext cx="24084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14.067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741080" y="1799029"/>
            <a:ext cx="20443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16.013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4114964" y="1799029"/>
            <a:ext cx="16704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18.475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476929" y="1799029"/>
            <a:ext cx="130846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20.278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1087373" y="1887599"/>
            <a:ext cx="46980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8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1317169" y="1887599"/>
            <a:ext cx="44682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1.344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668734" y="1887599"/>
            <a:ext cx="41166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1.646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2008911" y="1887599"/>
            <a:ext cx="377648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2.180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2345445" y="1887599"/>
            <a:ext cx="34399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2.733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2685394" y="1887599"/>
            <a:ext cx="310000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3.490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026331" y="1887599"/>
            <a:ext cx="275906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13.362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76681" y="1887599"/>
            <a:ext cx="240871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15.507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738570" y="1887599"/>
            <a:ext cx="20468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17.535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4092944" y="1887599"/>
            <a:ext cx="169245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20.090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4485199" y="1887599"/>
            <a:ext cx="130019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21.955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086801" y="1976168"/>
            <a:ext cx="469859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9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318420" y="1976168"/>
            <a:ext cx="446697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1.735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658749" y="1976168"/>
            <a:ext cx="412664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2.088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998850" y="1976168"/>
            <a:ext cx="378654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2.700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343430" y="1976168"/>
            <a:ext cx="34419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3.325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2695830" y="1976168"/>
            <a:ext cx="308956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4.168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026214" y="1976168"/>
            <a:ext cx="275918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14.684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3386053" y="1976168"/>
            <a:ext cx="239934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16.919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733822" y="1976168"/>
            <a:ext cx="205157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19.023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4111273" y="1976168"/>
            <a:ext cx="16741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21.666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477868" y="1976168"/>
            <a:ext cx="130752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23.589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071434" y="2064738"/>
            <a:ext cx="47139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10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316869" y="2064738"/>
            <a:ext cx="446852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2.156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661678" y="2064738"/>
            <a:ext cx="412371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2.558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006941" y="2064738"/>
            <a:ext cx="37784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3.247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2340590" y="2064738"/>
            <a:ext cx="344480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3.940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87751" y="2064738"/>
            <a:ext cx="309764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4.865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3027473" y="2064738"/>
            <a:ext cx="275792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15.987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377443" y="2064738"/>
            <a:ext cx="240795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18.307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728096" y="2064738"/>
            <a:ext cx="205729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20.483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4100917" y="2064738"/>
            <a:ext cx="168447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23.209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486264" y="2064738"/>
            <a:ext cx="129913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25.188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1100619" y="2173107"/>
            <a:ext cx="468477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388147" y="2173107"/>
            <a:ext cx="439724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740470" y="2173107"/>
            <a:ext cx="404492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2083116" y="2173107"/>
            <a:ext cx="37022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421927" y="2173107"/>
            <a:ext cx="336346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766998" y="2173107"/>
            <a:ext cx="301839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3117125" y="2173107"/>
            <a:ext cx="266827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470197" y="2173107"/>
            <a:ext cx="231519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828338" y="2173107"/>
            <a:ext cx="19570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4202746" y="2173107"/>
            <a:ext cx="158264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576482" y="2173107"/>
            <a:ext cx="120891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Josefin Sans"/>
              </a:rPr>
              <a:t>...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359991" y="2456097"/>
            <a:ext cx="5425404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degree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freedom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df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3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significance,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7.815.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904532" y="3150915"/>
            <a:ext cx="880863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622286" y="3150562"/>
            <a:ext cx="16310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66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44136" y="-23957391"/>
            <a:ext cx="508546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2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6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6292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9" y="3150916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6318" y="3150562"/>
            <a:ext cx="15907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67</a:t>
            </a: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244136" y="-23957391"/>
            <a:ext cx="508546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6292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5" y="861931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5" y="1007448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difference”.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6315" y="3150562"/>
            <a:ext cx="15908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67</a:t>
            </a: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3808" y="1442935"/>
            <a:ext cx="508546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6292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5" y="861931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5" y="1007448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difference”.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392463" y="1347089"/>
            <a:ext cx="339293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χ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03816" y="1282385"/>
            <a:ext cx="30815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655353" y="1365020"/>
            <a:ext cx="31300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57423" y="1531750"/>
            <a:ext cx="312797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5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43808" y="1293790"/>
            <a:ext cx="29415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O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E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38601" y="1464958"/>
            <a:ext cx="27467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E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626315" y="3150562"/>
            <a:ext cx="15908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67</a:t>
            </a: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3808" y="1442935"/>
            <a:ext cx="508546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6292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5" y="861931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5" y="1007448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difference”.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392463" y="1347089"/>
            <a:ext cx="339293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χ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03816" y="1282385"/>
            <a:ext cx="30815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655353" y="1365020"/>
            <a:ext cx="31300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57423" y="1531750"/>
            <a:ext cx="312797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5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43808" y="1293790"/>
            <a:ext cx="29415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O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E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38601" y="1464958"/>
            <a:ext cx="27467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E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02538" y="1751338"/>
            <a:ext cx="538285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between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187568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904535" y="3150916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626315" y="3150562"/>
            <a:ext cx="15908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67</a:t>
            </a: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3808" y="1442935"/>
            <a:ext cx="508546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6292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5" y="861931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5" y="1007448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difference”.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392463" y="1347089"/>
            <a:ext cx="339293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χ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03816" y="1282385"/>
            <a:ext cx="30815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655353" y="1365020"/>
            <a:ext cx="31300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57423" y="1531750"/>
            <a:ext cx="312797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5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43808" y="1293790"/>
            <a:ext cx="29415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O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E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38601" y="1464958"/>
            <a:ext cx="27467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E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02538" y="1751338"/>
            <a:ext cx="538285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between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187568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13124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sufficiently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big,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59993" y="235359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26315" y="3150564"/>
            <a:ext cx="15908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67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2843808" y="1442935"/>
            <a:ext cx="508546" cy="0"/>
          </a:xfrm>
          <a:prstGeom prst="line">
            <a:avLst/>
          </a:prstGeom>
          <a:ln w="4559">
            <a:solidFill>
              <a:srgbClr val="00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2880003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40" name="Picture 39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6292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5" y="861931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Our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“the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5" y="1007448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difference”.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392463" y="1347089"/>
            <a:ext cx="339293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χ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</a:t>
            </a:r>
            <a:r>
              <a:rPr sz="797" b="0">
                <a:solidFill>
                  <a:srgbClr val="000000"/>
                </a:solidFill>
                <a:latin typeface="Cambria Math"/>
              </a:rPr>
              <a:t>=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03816" y="1282385"/>
            <a:ext cx="308157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655353" y="1365020"/>
            <a:ext cx="3130042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57423" y="1531750"/>
            <a:ext cx="312797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597" b="0">
                <a:solidFill>
                  <a:srgbClr val="000000"/>
                </a:solidFill>
                <a:latin typeface="Cambria Math"/>
              </a:rPr>
              <a:t>=1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43808" y="1293790"/>
            <a:ext cx="2941587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(</a:t>
            </a:r>
            <a:r>
              <a:rPr sz="797" b="0">
                <a:solidFill>
                  <a:srgbClr val="000000"/>
                </a:solidFill>
                <a:latin typeface="Cambria Math"/>
              </a:rPr>
              <a:t>O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 −</a:t>
            </a:r>
            <a:r>
              <a:rPr sz="797" b="0">
                <a:solidFill>
                  <a:srgbClr val="000000"/>
                </a:solidFill>
                <a:latin typeface="Cambria Math"/>
              </a:rPr>
              <a:t>E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  <a:r>
              <a:rPr sz="797" b="0">
                <a:solidFill>
                  <a:srgbClr val="000000"/>
                </a:solidFill>
                <a:latin typeface="Cambria Math"/>
              </a:rPr>
              <a:t>)</a:t>
            </a:r>
            <a:r>
              <a:rPr sz="5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38601" y="1464958"/>
            <a:ext cx="2746794" cy="15689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E</a:t>
            </a:r>
            <a:r>
              <a:rPr sz="597" b="0">
                <a:solidFill>
                  <a:srgbClr val="000000"/>
                </a:solidFill>
                <a:latin typeface="Cambria Math"/>
              </a:rPr>
              <a:t>i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02538" y="1751338"/>
            <a:ext cx="538285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between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1875689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13124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sufficiently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big,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59993" y="235359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9993" y="256143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boundary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threshold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conclude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between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59993" y="278378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904535" y="3150917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5626315" y="3150564"/>
            <a:ext cx="15908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67</a:t>
            </a: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7696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3433" y="3150562"/>
            <a:ext cx="16196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68</a:t>
            </a: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7696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5" y="1284790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greater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707537" y="1593184"/>
            <a:ext cx="207785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hypothesis,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23433" y="3150562"/>
            <a:ext cx="16196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68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7696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5" y="1284790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greater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equal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707537" y="1593184"/>
            <a:ext cx="2077858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hypothesis,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5" y="1801020"/>
            <a:ext cx="5425401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whereas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260586" y="2109414"/>
            <a:ext cx="252480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3433" y="3150562"/>
            <a:ext cx="16196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68</a:t>
            </a: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047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2290" y="3150562"/>
            <a:ext cx="16310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69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047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5" y="951558"/>
            <a:ext cx="542540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430173" y="1209684"/>
            <a:ext cx="435522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09345" y="1209684"/>
            <a:ext cx="427605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186521" y="1229917"/>
            <a:ext cx="359887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8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22290" y="3150562"/>
            <a:ext cx="16310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69</a:t>
            </a: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047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5" y="951558"/>
            <a:ext cx="542540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430173" y="1209684"/>
            <a:ext cx="435522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09345" y="1209684"/>
            <a:ext cx="427605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186521" y="1229917"/>
            <a:ext cx="359887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8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37563" y="1639871"/>
            <a:ext cx="344783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416734" y="1662440"/>
            <a:ext cx="336866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04537" y="3150916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622290" y="3150562"/>
            <a:ext cx="16310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69</a:t>
            </a: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3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8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047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5" y="951558"/>
            <a:ext cx="542540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430173" y="1209684"/>
            <a:ext cx="435522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09345" y="1209684"/>
            <a:ext cx="427605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186521" y="1229917"/>
            <a:ext cx="359887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8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37563" y="1639871"/>
            <a:ext cx="344783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416734" y="1662440"/>
            <a:ext cx="336866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45390" y="1887853"/>
            <a:ext cx="50400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not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rejected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904540" y="3150916"/>
            <a:ext cx="8808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22294" y="3150562"/>
            <a:ext cx="16310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69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3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8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047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5" y="951558"/>
            <a:ext cx="542540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430173" y="1209684"/>
            <a:ext cx="435522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09345" y="1209684"/>
            <a:ext cx="427605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186521" y="1229917"/>
            <a:ext cx="359887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8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37563" y="1639871"/>
            <a:ext cx="344783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416734" y="1662440"/>
            <a:ext cx="336866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45390" y="1887853"/>
            <a:ext cx="50400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not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rejected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369201" y="2383836"/>
            <a:ext cx="341619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448373" y="2404766"/>
            <a:ext cx="333702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8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≥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904540" y="3150916"/>
            <a:ext cx="8808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622294" y="3150562"/>
            <a:ext cx="16310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69</a:t>
            </a: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3" y="3146740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8" y="3146740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7047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determine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if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1">
                <a:solidFill>
                  <a:srgbClr val="000000"/>
                </a:solidFill>
                <a:latin typeface="Josefin Sans"/>
              </a:rPr>
              <a:t>rejected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5" y="951558"/>
            <a:ext cx="542540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In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our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example,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430173" y="1209684"/>
            <a:ext cx="435522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09345" y="1209684"/>
            <a:ext cx="427605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186521" y="1229917"/>
            <a:ext cx="359887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8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critical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value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37563" y="1639871"/>
            <a:ext cx="344783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416734" y="1662440"/>
            <a:ext cx="3368661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1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0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267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45390" y="1887853"/>
            <a:ext cx="5040005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not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rejected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369201" y="2383836"/>
            <a:ext cx="3416194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Cambria Math"/>
              </a:rPr>
              <a:t>χ</a:t>
            </a: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448373" y="2404766"/>
            <a:ext cx="3337022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97" b="0">
                <a:solidFill>
                  <a:srgbClr val="000000"/>
                </a:solidFill>
                <a:latin typeface="Cambria Math"/>
              </a:rPr>
              <a:t>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</a:t>
            </a:r>
            <a:r>
              <a:rPr sz="996" b="0">
                <a:solidFill>
                  <a:srgbClr val="000000"/>
                </a:solidFill>
                <a:latin typeface="Cambria Math"/>
              </a:rPr>
              <a:t>= 8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82</a:t>
            </a:r>
            <a:r>
              <a:rPr sz="996" b="0">
                <a:solidFill>
                  <a:srgbClr val="000000"/>
                </a:solidFill>
                <a:latin typeface="Cambria Math"/>
              </a:rPr>
              <a:t> ≥</a:t>
            </a:r>
            <a:r>
              <a:rPr sz="996" b="0">
                <a:solidFill>
                  <a:srgbClr val="000000"/>
                </a:solidFill>
                <a:latin typeface="Cambria Math"/>
              </a:rPr>
              <a:t>7</a:t>
            </a:r>
            <a:r>
              <a:rPr sz="996" b="0">
                <a:solidFill>
                  <a:srgbClr val="000000"/>
                </a:solidFill>
                <a:latin typeface="Cambria Math"/>
              </a:rPr>
              <a:t>.</a:t>
            </a:r>
            <a:r>
              <a:rPr sz="996" b="0">
                <a:solidFill>
                  <a:srgbClr val="000000"/>
                </a:solidFill>
                <a:latin typeface="Cambria Math"/>
              </a:rPr>
              <a:t>815</a:t>
            </a:r>
            <a:r>
              <a:rPr sz="996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7097" y="2682428"/>
            <a:ext cx="5018298" cy="196113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996" b="0">
                <a:solidFill>
                  <a:srgbClr val="000000"/>
                </a:solidFill>
                <a:latin typeface="Josefin Sans"/>
              </a:rPr>
              <a:t>the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is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rejected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at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for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second</a:t>
            </a:r>
            <a:r>
              <a:rPr sz="996" b="0">
                <a:solidFill>
                  <a:srgbClr val="000000"/>
                </a:solidFill>
                <a:latin typeface="Josefin Sans"/>
              </a:rPr>
              <a:t> </a:t>
            </a:r>
            <a:r>
              <a:rPr sz="996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04540" y="3150916"/>
            <a:ext cx="88085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22294" y="3150562"/>
            <a:ext cx="163102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69</a:t>
            </a: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287066" y="1294627"/>
            <a:ext cx="349832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373743" y="1322669"/>
            <a:ext cx="34116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267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7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815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5744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4" y="3150931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19481" y="3150577"/>
            <a:ext cx="1659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70</a:t>
            </a: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-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2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287066" y="1294627"/>
            <a:ext cx="349832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373743" y="1322669"/>
            <a:ext cx="341165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1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0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267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7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815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5744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8325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between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200461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4" y="3150931"/>
            <a:ext cx="88086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481" y="3150577"/>
            <a:ext cx="165915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70</a:t>
            </a: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321698" y="1294627"/>
            <a:ext cx="346369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408389" y="1320874"/>
            <a:ext cx="337700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8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82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≥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7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815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5744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second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7" y="3150931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42559" y="3150577"/>
            <a:ext cx="14283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71</a:t>
            </a: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321698" y="1294627"/>
            <a:ext cx="346369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408389" y="1320874"/>
            <a:ext cx="3377006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= 8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82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≥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7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.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815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,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57442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null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hypothesis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rejected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0.05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level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second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83253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means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59993" y="200461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second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significantly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different.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04537" y="3150931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42559" y="3150577"/>
            <a:ext cx="142836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71</a:t>
            </a: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597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second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43180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one.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27978" y="3150565"/>
            <a:ext cx="15741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72</a:t>
            </a: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597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Therefore,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say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better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second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43180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one.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68992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very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least,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first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configuration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acceptable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while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second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86199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not.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7978" y="3150565"/>
            <a:ext cx="15741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72</a:t>
            </a: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1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1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94067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9" y="3150917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27004" y="3150563"/>
            <a:ext cx="15839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73</a:t>
            </a: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94067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1154605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entire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once,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1370211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oppose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designed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analyse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(one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6" y="1542283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category)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time.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9" y="3150918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7004" y="3150565"/>
            <a:ext cx="15839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73</a:t>
            </a: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6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940671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1154605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performance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entire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once,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1370211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oppose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ROC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curve,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which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designed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analyse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output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neuron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(one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7096" y="1542283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category)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time.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60058" y="1756878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 is necessary to determine the categories that are possible.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 some cases, not all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7096" y="1972471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categories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zero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have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7096" y="2144543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handled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with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care,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whether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remove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them,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include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7096" y="231661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division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zero.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904539" y="3150918"/>
            <a:ext cx="88085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27004" y="3150565"/>
            <a:ext cx="158391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73</a:t>
            </a: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783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633758" y="3150564"/>
            <a:ext cx="15163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74</a:t>
            </a: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783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1292273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general,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≤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20%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150786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counts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individual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counts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least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33758" y="3150564"/>
            <a:ext cx="15163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74</a:t>
            </a: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5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0783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1">
                <a:solidFill>
                  <a:srgbClr val="000000"/>
                </a:solidFill>
                <a:latin typeface="Josefin Sans"/>
              </a:rPr>
              <a:t>Notes: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60058" y="1292273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general,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only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≤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20%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expected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7096" y="150786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counts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&lt;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individual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counts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least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0058" y="1722461"/>
            <a:ext cx="5325337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MSAM10"/>
              </a:rPr>
              <a:t>▶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should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obvious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that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designing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tuning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computational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intelligence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7096" y="1938054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system,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goal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minimise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value,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i.e.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observed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frequency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7096" y="2110126"/>
            <a:ext cx="514829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distribution should be as similar to the expected frequency distribution as possible.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04537" y="3150918"/>
            <a:ext cx="88085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633758" y="3150564"/>
            <a:ext cx="151637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74</a:t>
            </a: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4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Chi-square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 </a:t>
            </a:r>
            <a:r>
              <a:rPr sz="1434" b="1">
                <a:solidFill>
                  <a:srgbClr val="914300"/>
                </a:solidFill>
                <a:latin typeface="Josefin Sans"/>
              </a:rPr>
              <a:t>test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1283903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system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categorises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objects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into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3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categories,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set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59993" y="1455975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consists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20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items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for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each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perform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testing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classification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1628047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algorithms.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result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of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shows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30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15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whereas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II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74984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shows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23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18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B,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and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19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C.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Use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 </a:t>
            </a:r>
            <a:r>
              <a:rPr sz="1090" b="0">
                <a:solidFill>
                  <a:srgbClr val="000000"/>
                </a:solidFill>
                <a:latin typeface="Cambria Math"/>
              </a:rPr>
              <a:t>χ</a:t>
            </a:r>
            <a:r>
              <a:rPr sz="797" b="0">
                <a:solidFill>
                  <a:srgbClr val="000000"/>
                </a:solidFill>
                <a:latin typeface="Cambria Math"/>
              </a:rPr>
              <a:t>2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test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evaluate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the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two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algorithms.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04536" y="3150917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26467" y="3150564"/>
            <a:ext cx="158928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75</a:t>
            </a: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59996" cy="323999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4501605" y="3061969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44196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Freeform 4"/>
          <p:cNvSpPr/>
          <p:nvPr/>
        </p:nvSpPr>
        <p:spPr>
          <a:xfrm>
            <a:off x="4597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4753748" y="3072091"/>
            <a:ext cx="43019" cy="30366"/>
          </a:xfrm>
          <a:prstGeom prst="rect">
            <a:avLst/>
          </a:prstGeom>
          <a:noFill/>
          <a:ln w="5060">
            <a:solidFill>
              <a:srgbClr val="99ADC7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" name="Connector 6"/>
          <p:cNvCxnSpPr/>
          <p:nvPr/>
        </p:nvCxnSpPr>
        <p:spPr>
          <a:xfrm flipV="1">
            <a:off x="4764240" y="3061817"/>
            <a:ext cx="0" cy="1016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nector 7"/>
          <p:cNvCxnSpPr/>
          <p:nvPr/>
        </p:nvCxnSpPr>
        <p:spPr>
          <a:xfrm>
            <a:off x="4764240" y="3061817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or 8"/>
          <p:cNvCxnSpPr/>
          <p:nvPr/>
        </p:nvCxnSpPr>
        <p:spPr>
          <a:xfrm>
            <a:off x="4807421" y="3061817"/>
            <a:ext cx="0" cy="3048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Connector 9"/>
          <p:cNvCxnSpPr/>
          <p:nvPr/>
        </p:nvCxnSpPr>
        <p:spPr>
          <a:xfrm flipH="1">
            <a:off x="4797260" y="3092297"/>
            <a:ext cx="1016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 flipV="1">
            <a:off x="4774400" y="3051656"/>
            <a:ext cx="0" cy="1016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4774400" y="3051656"/>
            <a:ext cx="43181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4817581" y="3051656"/>
            <a:ext cx="0" cy="30481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 flipH="1">
            <a:off x="4807421" y="3082137"/>
            <a:ext cx="10160" cy="0"/>
          </a:xfrm>
          <a:prstGeom prst="line">
            <a:avLst/>
          </a:prstGeom>
          <a:ln w="5060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Freeform 14"/>
          <p:cNvSpPr/>
          <p:nvPr/>
        </p:nvSpPr>
        <p:spPr>
          <a:xfrm>
            <a:off x="46863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48641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5048072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49530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51308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5035372" y="3051656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5048072" y="30770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5035372" y="30897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048072" y="3102457"/>
            <a:ext cx="38101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303965" y="3051656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316665" y="30643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316665" y="3077057"/>
            <a:ext cx="38100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reeform 26"/>
          <p:cNvSpPr/>
          <p:nvPr/>
        </p:nvSpPr>
        <p:spPr>
          <a:xfrm>
            <a:off x="52324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Freeform 27"/>
          <p:cNvSpPr/>
          <p:nvPr/>
        </p:nvSpPr>
        <p:spPr>
          <a:xfrm>
            <a:off x="5410200" y="3060700"/>
            <a:ext cx="25400" cy="38100"/>
          </a:xfrm>
          <a:custGeom>
            <a:avLst/>
            <a:gdLst/>
            <a:ahLst/>
            <a:cxnLst/>
            <a:rect l="l" t="t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CCD6E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303965" y="30897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316665" y="3102457"/>
            <a:ext cx="38100" cy="0"/>
          </a:xfrm>
          <a:prstGeom prst="line">
            <a:avLst/>
          </a:prstGeom>
          <a:ln w="7591">
            <a:solidFill>
              <a:srgbClr val="CCD6E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572544" y="3051656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585244" y="30643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585244" y="30770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572544" y="30897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585244" y="3102457"/>
            <a:ext cx="38101" cy="0"/>
          </a:xfrm>
          <a:prstGeom prst="line">
            <a:avLst/>
          </a:prstGeom>
          <a:ln w="7591">
            <a:solidFill>
              <a:srgbClr val="99ADC7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0" y="3146743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2880003" y="3146743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38" name="Picture 37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6404" y="63277"/>
            <a:ext cx="575962" cy="231502"/>
          </a:xfrm>
          <a:prstGeom prst="rect">
            <a:avLst/>
          </a:prstGeom>
        </p:spPr>
      </p:pic>
      <p:pic>
        <p:nvPicPr>
          <p:cNvPr id="39" name="Picture 38" descr="imag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703" y="88661"/>
            <a:ext cx="575974" cy="20611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8000" y="127151"/>
            <a:ext cx="5677395" cy="28240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434" b="1">
                <a:solidFill>
                  <a:srgbClr val="914300"/>
                </a:solidFill>
                <a:latin typeface="Josefin Sans"/>
              </a:rPr>
              <a:t>Summary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9993" y="42892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Introduction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67816" y="627186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Gold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Standard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59993" y="835516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Percent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Correct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9993" y="1043834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Errors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67816" y="124209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Average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Sum-Squared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567816" y="144035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Absolute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7816" y="1638614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Normalised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Error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59993" y="1846932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Mann-Whitney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U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Test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59993" y="205525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Matrices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7816" y="225352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Contingency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67816" y="2451782"/>
            <a:ext cx="5217579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0000"/>
                </a:solidFill>
                <a:latin typeface="Josefin Sans"/>
              </a:rPr>
              <a:t>Confusion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 </a:t>
            </a:r>
            <a:r>
              <a:rPr sz="1090" b="0">
                <a:solidFill>
                  <a:srgbClr val="000000"/>
                </a:solidFill>
                <a:latin typeface="Josefin Sans"/>
              </a:rPr>
              <a:t>Matrices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59993" y="2660100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Receiver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Operating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Characteristic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(ROC)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Curves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59993" y="2868418"/>
            <a:ext cx="5425402" cy="21474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090" b="0">
                <a:solidFill>
                  <a:srgbClr val="003373"/>
                </a:solidFill>
                <a:latin typeface="Josefin Sans"/>
              </a:rPr>
              <a:t>Chi-Square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 </a:t>
            </a:r>
            <a:r>
              <a:rPr sz="1090" b="0">
                <a:solidFill>
                  <a:srgbClr val="003373"/>
                </a:solidFill>
                <a:latin typeface="Josefin Sans"/>
              </a:rPr>
              <a:t>Test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904535" y="3150918"/>
            <a:ext cx="88086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627445" y="3150565"/>
            <a:ext cx="157950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76</a:t>
            </a: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5760073" cy="324004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0" y="3146742"/>
            <a:ext cx="2880004" cy="93256"/>
          </a:xfrm>
          <a:prstGeom prst="rect">
            <a:avLst/>
          </a:prstGeom>
          <a:solidFill>
            <a:srgbClr val="26A8E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2880004" y="3146742"/>
            <a:ext cx="2880004" cy="93256"/>
          </a:xfrm>
          <a:prstGeom prst="rect">
            <a:avLst/>
          </a:prstGeom>
          <a:solidFill>
            <a:srgbClr val="00337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5" name="Picture 4" descr="imag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5759988" cy="3239998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4122610" y="1461234"/>
            <a:ext cx="1662785" cy="48793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2478" b="1">
                <a:solidFill>
                  <a:srgbClr val="FFFFFF"/>
                </a:solidFill>
                <a:latin typeface="Josefin Sans"/>
              </a:rPr>
              <a:t>Thank</a:t>
            </a:r>
            <a:r>
              <a:rPr sz="2478" b="1">
                <a:solidFill>
                  <a:srgbClr val="914300"/>
                </a:solidFill>
                <a:latin typeface="Josefin Sans"/>
              </a:rPr>
              <a:t> </a:t>
            </a:r>
            <a:r>
              <a:rPr sz="2478" b="1">
                <a:solidFill>
                  <a:srgbClr val="914300"/>
                </a:solidFill>
                <a:latin typeface="Josefin Sans"/>
              </a:rPr>
              <a:t>you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904536" y="3150918"/>
            <a:ext cx="880859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1">
                <a:solidFill>
                  <a:srgbClr val="FFFFFF"/>
                </a:solidFill>
                <a:latin typeface="Josefin Sans"/>
              </a:rPr>
              <a:t>Created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with</a:t>
            </a:r>
            <a:r>
              <a:rPr sz="597" b="1">
                <a:solidFill>
                  <a:srgbClr val="FFFFFF"/>
                </a:solidFill>
                <a:latin typeface="Josefin Sans"/>
              </a:rPr>
              <a:t> </a:t>
            </a:r>
            <a:r>
              <a:rPr sz="597" b="1">
                <a:solidFill>
                  <a:srgbClr val="FFFFFF"/>
                </a:solidFill>
                <a:latin typeface="Josefin Sans"/>
              </a:rPr>
              <a:t>L</a:t>
            </a:r>
            <a:r>
              <a:rPr sz="498" b="1">
                <a:solidFill>
                  <a:srgbClr val="FFFFFF"/>
                </a:solidFill>
                <a:latin typeface="Josefin Sans"/>
              </a:rPr>
              <a:t>A</a:t>
            </a:r>
            <a:r>
              <a:rPr sz="597" b="1">
                <a:solidFill>
                  <a:srgbClr val="FFFFFF"/>
                </a:solidFill>
                <a:latin typeface="Josefin Sans"/>
              </a:rPr>
              <a:t>TEX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630341" y="3150564"/>
            <a:ext cx="155054" cy="117669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97" b="0">
                <a:solidFill>
                  <a:srgbClr val="FFFFFF"/>
                </a:solidFill>
                <a:latin typeface="Josefin Sans"/>
              </a:rPr>
              <a:t>77</a:t>
            </a: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Box 1"/>
          <p:cNvSpPr txBox="1"/>
          <p:nvPr/>
        </p:nvSpPr>
        <p:spPr>
          <a:xfrm>
            <a:off x="1009284" y="479056"/>
            <a:ext cx="4181140" cy="143485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728" b="0">
                <a:solidFill>
                  <a:srgbClr val="0D3361"/>
                </a:solidFill>
                <a:latin typeface="Arial"/>
              </a:rPr>
              <a:t>CSC3034 Current Course Update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009284" y="722056"/>
            <a:ext cx="4181140" cy="239142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1214" b="1">
                <a:solidFill>
                  <a:srgbClr val="0D3361"/>
                </a:solidFill>
                <a:latin typeface="Arial"/>
              </a:rPr>
              <a:t>10 Performance Merics - presentation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1009284" y="1027928"/>
            <a:ext cx="4181140" cy="11957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07" b="0">
                <a:solidFill>
                  <a:srgbClr val="1A1A1A"/>
                </a:solidFill>
                <a:latin typeface="Arial"/>
              </a:rPr>
              <a:t>Synchronized from the current CSC3034 course site on 14 August 2026.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124998" y="1367356"/>
            <a:ext cx="4065426" cy="11957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07" b="0">
                <a:solidFill>
                  <a:srgbClr val="1A1A1A"/>
                </a:solidFill>
                <a:latin typeface="Arial"/>
              </a:rPr>
              <a:t>•  Current labs connect core CI algorithms with physical-AI simulation examples.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124998" y="1629642"/>
            <a:ext cx="4065426" cy="11957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07" b="0">
                <a:solidFill>
                  <a:srgbClr val="1A1A1A"/>
                </a:solidFill>
                <a:latin typeface="Arial"/>
              </a:rPr>
              <a:t>•  Isaac Sim examples use its bundled Python 3.12 environment and current launchers.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124998" y="1891927"/>
            <a:ext cx="4065426" cy="119571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07" b="0">
                <a:solidFill>
                  <a:srgbClr val="1A1A1A"/>
                </a:solidFill>
                <a:latin typeface="Arial"/>
              </a:rPr>
              <a:t>•  Every simulator-dependent example includes a CPU/Matplotlib learning fallback.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009284" y="2670916"/>
            <a:ext cx="4181140" cy="131528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668" b="1">
                <a:solidFill>
                  <a:srgbClr val="0D3361"/>
                </a:solidFill>
                <a:latin typeface="Arial"/>
              </a:rPr>
              <a:t>Current materials author: Dr Tang Tiong Yew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009284" y="2856791"/>
            <a:ext cx="4181140" cy="107614"/>
          </a:xfrm>
          <a:prstGeom prst="rect">
            <a:avLst/>
          </a:prstGeom>
          <a:noFill/>
        </p:spPr>
        <p:txBody>
          <a:bodyPr wrap="none" lIns="0" rIns="0" tIns="0" bIns="0" anchor="t"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sz="546" b="0">
                <a:solidFill>
                  <a:srgbClr val="0D3361"/>
                </a:solidFill>
                <a:latin typeface="Arial"/>
              </a:rPr>
              <a:t>See the synchronized lab notes and runnable examples for full instructions.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10 Performance Merics - presentation</dc:title>
  <dc:subject>Editable objects converted from 10 Performance Merics - presentation.pdf</dc:subject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