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jp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jp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jp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jp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jp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jp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jp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jp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jp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jp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jp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jp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jp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jp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jp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jp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jp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jp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jp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jp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jp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jp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jp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jp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jp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jp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jp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jp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jp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jp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jp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jp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1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9-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 Hybrid Intelligence Systems - presentation</dc:title>
  <dc:subject>Converted from 09 Hybrid Intelligence Systems - presentation.pdf; 243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