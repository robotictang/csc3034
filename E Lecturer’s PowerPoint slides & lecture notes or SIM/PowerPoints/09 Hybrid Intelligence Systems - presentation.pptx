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</p:sldIdLst>
  <p:sldSz cx="5759996" cy="323999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872" y="63277"/>
            <a:ext cx="575962" cy="231502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Hybrid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Intelligent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 </a:t>
            </a:r>
            <a:r>
              <a:rPr sz="2066" b="1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Computational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 </a:t>
            </a:r>
            <a:r>
              <a:rPr sz="1090" b="1">
                <a:solidFill>
                  <a:srgbClr val="005A7D"/>
                </a:solidFill>
                <a:latin typeface="Josefin Sans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Richard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Wong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outline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78311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Introduction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8104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1068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ANFIS: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0373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Networks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24640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4123" y="3150694"/>
            <a:ext cx="1212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760319" y="-24026415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762860" y="-24026415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97800" y="-24026415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760319" y="-23486589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9925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Previously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several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technologies,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16463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computation,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1" y="3150918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3131" y="3150694"/>
            <a:ext cx="122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1" y="1373911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1" y="1373911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2" y="1373911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1" y="1913737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9925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Previously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several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technologies,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16463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computation,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8927" y="1488406"/>
            <a:ext cx="53064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927" y="1660478"/>
            <a:ext cx="53064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technologies.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1" y="3150918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3131" y="3150694"/>
            <a:ext cx="122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1" y="1373911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1" y="1373911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2" y="1373911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1" y="1913737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Introduction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9925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Previously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several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technologies,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16463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computation,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8927" y="1488406"/>
            <a:ext cx="53064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927" y="1660478"/>
            <a:ext cx="53064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technologies.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9991" y="2063780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artificial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netwrorks,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9991" y="2235865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1651" y="3150919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3131" y="3150695"/>
            <a:ext cx="122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760323" y="-2393834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762864" y="-23938340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97803" y="-23938340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760323" y="-23398514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Soft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873" y="1036999"/>
            <a:ext cx="4934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‘hard’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7" y="3150930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3289" y="3150706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760323" y="-2393834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762864" y="-23938340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97803" y="-23938340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760323" y="-23398514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Soft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873" y="1036999"/>
            <a:ext cx="4934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‘hard’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55911" y="1036590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7" y="3150930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3289" y="3150706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760323" y="-2393834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762864" y="-23938340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97803" y="-23938340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760323" y="-23398514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Soft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873" y="1036999"/>
            <a:ext cx="4934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‘hard’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55911" y="1036590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34819" y="1259694"/>
            <a:ext cx="3950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657" y="3150930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3289" y="3150706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760323" y="-2393834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762864" y="-23938340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97803" y="-23938340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760323" y="-23398514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Soft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873" y="1036999"/>
            <a:ext cx="4934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‘hard’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55911" y="1036590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34819" y="1259694"/>
            <a:ext cx="3950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5914" y="1259285"/>
            <a:ext cx="282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7" y="3150930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3289" y="3150706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6" y="1461985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6" y="1461985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6" y="1461985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6" y="2001811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Soft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873" y="1036999"/>
            <a:ext cx="4934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‘hard’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55911" y="1036590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34819" y="1259694"/>
            <a:ext cx="3950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5914" y="1259285"/>
            <a:ext cx="282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8932" y="1576480"/>
            <a:ext cx="53064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capable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uncertain,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imprecise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incomplete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8932" y="1748553"/>
            <a:ext cx="53064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manner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reflects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thinking.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1657" y="3150930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3289" y="3150706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6" y="1461985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6" y="1461985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6" y="1461985"/>
            <a:ext cx="0" cy="539826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6" y="2001811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Soft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computing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873" y="1036999"/>
            <a:ext cx="493452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Traditional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‘hard’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55911" y="1036590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34819" y="1259694"/>
            <a:ext cx="39505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5914" y="1259285"/>
            <a:ext cx="282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8932" y="1576480"/>
            <a:ext cx="53064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Soft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computing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capable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operating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uncertain,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imprecise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incomplete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8932" y="1748553"/>
            <a:ext cx="53064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manner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reflects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thinking.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996" y="2151854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technologies?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1657" y="3150930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3289" y="3150706"/>
            <a:ext cx="122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760320" y="-24612178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762861" y="-24612192"/>
            <a:ext cx="0" cy="534772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97800" y="-24612192"/>
            <a:ext cx="0" cy="534772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760320" y="-24077420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5760322" y="-23613335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5762863" y="-23613347"/>
            <a:ext cx="0" cy="534772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797803" y="-23613347"/>
            <a:ext cx="0" cy="534772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5760322" y="-23078575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Lotfi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Zadeh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said. . 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4" y="3150918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2600" y="3150694"/>
            <a:ext cx="1227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788148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3" y="788136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788136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322907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5760322" y="-23613335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5762863" y="-23613347"/>
            <a:ext cx="0" cy="534772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797803" y="-23613347"/>
            <a:ext cx="0" cy="534772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5760322" y="-23078575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Lotfi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Zadeh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said. . 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94764" y="897576"/>
            <a:ext cx="43906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. . . British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German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mechanics,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French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cuisine,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13470" y="1069661"/>
            <a:ext cx="38719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Swiss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banking,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Italian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love. . 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1654" y="3150918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2600" y="3150694"/>
            <a:ext cx="1227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788148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3" y="788136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788136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322907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5760319" y="-23613335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5762860" y="-23613347"/>
            <a:ext cx="0" cy="534772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30797800" y="-23613347"/>
            <a:ext cx="0" cy="534772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5760319" y="-23078575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Lotfi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Zadeh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said. . 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94764" y="897576"/>
            <a:ext cx="43906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. . . British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German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mechanics,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French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cuisine,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13470" y="1069661"/>
            <a:ext cx="38719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Swiss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banking,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Italian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love. . 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02432" y="1472950"/>
            <a:ext cx="33829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1651" y="3150918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2597" y="3150694"/>
            <a:ext cx="1227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788148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3" y="788136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788136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322907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59991" y="1786991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62531" y="1786979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397472" y="1786979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59991" y="2321750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Lotfi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Zadeh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said. . 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94764" y="897576"/>
            <a:ext cx="43906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. . . British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German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mechanics,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French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cuisine,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13470" y="1069661"/>
            <a:ext cx="38719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Swiss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banking,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Italian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love. . 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02432" y="1472950"/>
            <a:ext cx="33829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94762" y="1896419"/>
            <a:ext cx="43906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. . . British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cuisine,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German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French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mechanics,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13468" y="2068491"/>
            <a:ext cx="38719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Swiss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love,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Italian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banking. . 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01651" y="3150918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2597" y="3150694"/>
            <a:ext cx="1227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3" y="788148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3" y="788136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3" y="788136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3" y="1322907"/>
            <a:ext cx="5039995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59991" y="1786991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362531" y="1786979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397472" y="1786979"/>
            <a:ext cx="0" cy="5347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59991" y="2321750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Lotfi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Zadeh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said. . 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94764" y="897576"/>
            <a:ext cx="43906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. . . British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German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mechanics,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French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cuisine,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13470" y="1069661"/>
            <a:ext cx="38719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Swiss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banking,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Italian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love. . 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02432" y="1472950"/>
            <a:ext cx="33829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94762" y="1896419"/>
            <a:ext cx="43906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. . . British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cuisine,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German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police,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French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mechanics,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13468" y="2068491"/>
            <a:ext cx="38719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Swiss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love,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Italian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banking. . 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35756" y="2471792"/>
            <a:ext cx="33496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01651" y="3150918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2597" y="3150694"/>
            <a:ext cx="1227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7692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Likewise,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2448" y="3150692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7692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Likewise,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5" y="1639777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 need to understand the strengths and weaknesses of different components in order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811849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create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2448" y="3150692"/>
            <a:ext cx="1229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8523381" y="-24560900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29400500" y="-245618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0289500" y="-245364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524200" y="-243205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9400500" y="-243205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0289500" y="-243205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524200" y="-24091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9400500" y="-240919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6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30289500" y="-24091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9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8524200" y="-238760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9400500" y="-23876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287320" y="-23892853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8524200" y="-236474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9400500" y="-236474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0276800" y="-236728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12"/>
                </a:moveTo>
                <a:lnTo>
                  <a:pt x="13" y="12"/>
                </a:lnTo>
                <a:lnTo>
                  <a:pt x="6" y="0"/>
                </a:lnTo>
                <a:lnTo>
                  <a:pt x="0" y="12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523347" y="-23447474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9400500" y="-23444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0289500" y="-23431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2"/>
                </a:lnTo>
                <a:lnTo>
                  <a:pt x="5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8511500" y="-232283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3" y="12"/>
                </a:moveTo>
                <a:lnTo>
                  <a:pt x="10" y="12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1"/>
                </a:lnTo>
                <a:lnTo>
                  <a:pt x="3" y="12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400500" y="-232029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287304" y="-23224791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85115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9400500" y="-22987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02768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2860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39555" y="274406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9718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4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4" y="0"/>
                </a:lnTo>
                <a:lnTo>
                  <a:pt x="0" y="6"/>
                </a:lnTo>
                <a:lnTo>
                  <a:pt x="3" y="11"/>
                </a:lnTo>
                <a:lnTo>
                  <a:pt x="4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340100" y="2768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8" y="11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-37" y="314674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79966" y="314674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Comparisons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8557" y="623955"/>
            <a:ext cx="2806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EC/GA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3139" y="623955"/>
            <a:ext cx="1822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8723" y="623955"/>
            <a:ext cx="9066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489263" y="2753598"/>
            <a:ext cx="329613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826092" y="2753598"/>
            <a:ext cx="29593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85223" y="2753598"/>
            <a:ext cx="26001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01615" y="3150925"/>
            <a:ext cx="8837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6435" y="3150701"/>
            <a:ext cx="11896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23054" y="839425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87800" y="8382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889500" y="863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28524200" y="-243205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9400500" y="-243205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30289500" y="-243205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524200" y="-24091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9400500" y="-240919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6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30289500" y="-24091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9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8524200" y="-238760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9400500" y="-23876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287326" y="-23892853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8524200" y="-236474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9400500" y="-236474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0276800" y="-236728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12"/>
                </a:moveTo>
                <a:lnTo>
                  <a:pt x="13" y="12"/>
                </a:lnTo>
                <a:lnTo>
                  <a:pt x="6" y="0"/>
                </a:lnTo>
                <a:lnTo>
                  <a:pt x="0" y="12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523353" y="-23447474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9400500" y="-23444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0289500" y="-23431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2"/>
                </a:lnTo>
                <a:lnTo>
                  <a:pt x="5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8511500" y="-232283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3" y="12"/>
                </a:moveTo>
                <a:lnTo>
                  <a:pt x="10" y="12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1"/>
                </a:lnTo>
                <a:lnTo>
                  <a:pt x="3" y="12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400500" y="-232029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287310" y="-23224791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85115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9400500" y="-22987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02768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2860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39561" y="274406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9718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4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4" y="0"/>
                </a:lnTo>
                <a:lnTo>
                  <a:pt x="0" y="6"/>
                </a:lnTo>
                <a:lnTo>
                  <a:pt x="3" y="11"/>
                </a:lnTo>
                <a:lnTo>
                  <a:pt x="4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340100" y="2768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8" y="11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-31" y="314674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79972" y="314674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Comparisons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8557" y="623955"/>
            <a:ext cx="2806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EC/GA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3139" y="623955"/>
            <a:ext cx="1822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8723" y="623955"/>
            <a:ext cx="9066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5251" y="846637"/>
            <a:ext cx="4630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489269" y="2753598"/>
            <a:ext cx="32961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26099" y="2753598"/>
            <a:ext cx="2959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185229" y="2753598"/>
            <a:ext cx="26001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01622" y="3150925"/>
            <a:ext cx="88377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6441" y="3150701"/>
            <a:ext cx="118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23054" y="839425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87800" y="8382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889500" y="863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1242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4000500" y="1079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48895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524200" y="-24091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9400500" y="-240919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6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30289500" y="-240919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9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8524200" y="-238760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9400500" y="-23876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287332" y="-23892853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8524200" y="-236474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9400500" y="-236474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0276800" y="-236728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12"/>
                </a:moveTo>
                <a:lnTo>
                  <a:pt x="13" y="12"/>
                </a:lnTo>
                <a:lnTo>
                  <a:pt x="6" y="0"/>
                </a:lnTo>
                <a:lnTo>
                  <a:pt x="0" y="12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523359" y="-23447474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9400500" y="-23444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0289500" y="-23431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2"/>
                </a:lnTo>
                <a:lnTo>
                  <a:pt x="5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8511500" y="-232283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3" y="12"/>
                </a:moveTo>
                <a:lnTo>
                  <a:pt x="10" y="12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1"/>
                </a:lnTo>
                <a:lnTo>
                  <a:pt x="3" y="12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400500" y="-232029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287317" y="-23224791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85115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9400500" y="-22987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02768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2860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39567" y="274406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9718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4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4" y="0"/>
                </a:lnTo>
                <a:lnTo>
                  <a:pt x="0" y="6"/>
                </a:lnTo>
                <a:lnTo>
                  <a:pt x="3" y="11"/>
                </a:lnTo>
                <a:lnTo>
                  <a:pt x="4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340100" y="2768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8" y="11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-25" y="314674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79978" y="314674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Comparisons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8557" y="623955"/>
            <a:ext cx="2806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EC/GA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3139" y="623955"/>
            <a:ext cx="1822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8723" y="623955"/>
            <a:ext cx="9066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5251" y="846637"/>
            <a:ext cx="4630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21254" y="1069320"/>
            <a:ext cx="436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89275" y="2753598"/>
            <a:ext cx="32961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26105" y="2753598"/>
            <a:ext cx="29592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5235" y="2753598"/>
            <a:ext cx="260016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01628" y="3150925"/>
            <a:ext cx="8837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6447" y="3150701"/>
            <a:ext cx="1189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23054" y="839425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87800" y="8382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889500" y="863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1242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4000500" y="1079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48895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1242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000500" y="13081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8895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8524200" y="-238760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9400500" y="-23876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287341" y="-23892853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8524200" y="-236474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9400500" y="-236474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0276800" y="-236728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12"/>
                </a:moveTo>
                <a:lnTo>
                  <a:pt x="13" y="12"/>
                </a:lnTo>
                <a:lnTo>
                  <a:pt x="6" y="0"/>
                </a:lnTo>
                <a:lnTo>
                  <a:pt x="0" y="12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523369" y="-23447474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9400500" y="-23444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0289500" y="-23431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2"/>
                </a:lnTo>
                <a:lnTo>
                  <a:pt x="5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8511500" y="-232283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3" y="12"/>
                </a:moveTo>
                <a:lnTo>
                  <a:pt x="10" y="12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1"/>
                </a:lnTo>
                <a:lnTo>
                  <a:pt x="3" y="12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400500" y="-232029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287326" y="-23224791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85115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9400500" y="-22987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02768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2860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39579" y="274406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9718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4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4" y="0"/>
                </a:lnTo>
                <a:lnTo>
                  <a:pt x="0" y="6"/>
                </a:lnTo>
                <a:lnTo>
                  <a:pt x="3" y="11"/>
                </a:lnTo>
                <a:lnTo>
                  <a:pt x="4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340100" y="2768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8" y="11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-13" y="314674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79991" y="314674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Comparisons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8557" y="623955"/>
            <a:ext cx="2806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EC/GA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3139" y="623955"/>
            <a:ext cx="1822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8723" y="623955"/>
            <a:ext cx="9066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5251" y="846637"/>
            <a:ext cx="4630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21254" y="1069320"/>
            <a:ext cx="436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43705" y="1292002"/>
            <a:ext cx="43416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Imprecision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89288" y="2753598"/>
            <a:ext cx="329610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26117" y="2753598"/>
            <a:ext cx="295927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5248" y="2753598"/>
            <a:ext cx="260014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01640" y="3150925"/>
            <a:ext cx="8837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6460" y="3150701"/>
            <a:ext cx="1189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23054" y="839425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87800" y="8382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889500" y="863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1242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4000500" y="1079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48895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1242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000500" y="13081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8895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124200" y="15240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4000500" y="1524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87017" y="150747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8524200" y="-236474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9400500" y="-236474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30276800" y="-236728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12"/>
                </a:moveTo>
                <a:lnTo>
                  <a:pt x="13" y="12"/>
                </a:lnTo>
                <a:lnTo>
                  <a:pt x="6" y="0"/>
                </a:lnTo>
                <a:lnTo>
                  <a:pt x="0" y="12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523375" y="-23447474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9400500" y="-23444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0289500" y="-23431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2"/>
                </a:lnTo>
                <a:lnTo>
                  <a:pt x="5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8511500" y="-232283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3" y="12"/>
                </a:moveTo>
                <a:lnTo>
                  <a:pt x="10" y="12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1"/>
                </a:lnTo>
                <a:lnTo>
                  <a:pt x="3" y="12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400500" y="-232029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287332" y="-23224791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85115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9400500" y="-22987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02768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2860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39586" y="274406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9718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4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4" y="0"/>
                </a:lnTo>
                <a:lnTo>
                  <a:pt x="0" y="6"/>
                </a:lnTo>
                <a:lnTo>
                  <a:pt x="3" y="11"/>
                </a:lnTo>
                <a:lnTo>
                  <a:pt x="4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340100" y="2768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8" y="11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-6" y="314674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79997" y="314674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Comparisons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8557" y="623955"/>
            <a:ext cx="2806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EC/GA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3139" y="623955"/>
            <a:ext cx="1822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8723" y="623955"/>
            <a:ext cx="9066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5251" y="846637"/>
            <a:ext cx="4630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21254" y="1069320"/>
            <a:ext cx="436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43705" y="1292002"/>
            <a:ext cx="43416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Imprecision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46068" y="1514685"/>
            <a:ext cx="3839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Adaptability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489294" y="2753598"/>
            <a:ext cx="32961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26123" y="2753598"/>
            <a:ext cx="29592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5254" y="2753598"/>
            <a:ext cx="2600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01646" y="3150925"/>
            <a:ext cx="8837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6466" y="3150701"/>
            <a:ext cx="1189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23054" y="839425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87800" y="8382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889500" y="863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1242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4000500" y="1079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48895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1242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000500" y="13081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8895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124200" y="15240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4000500" y="1524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87017" y="150747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124200" y="1752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000500" y="17526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876800" y="17272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12"/>
                </a:moveTo>
                <a:lnTo>
                  <a:pt x="13" y="12"/>
                </a:lnTo>
                <a:lnTo>
                  <a:pt x="6" y="0"/>
                </a:lnTo>
                <a:lnTo>
                  <a:pt x="0" y="12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523381" y="-23447474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9400500" y="-23444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30289500" y="-23431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2"/>
                </a:lnTo>
                <a:lnTo>
                  <a:pt x="5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8511500" y="-232283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3" y="12"/>
                </a:moveTo>
                <a:lnTo>
                  <a:pt x="10" y="12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1"/>
                </a:lnTo>
                <a:lnTo>
                  <a:pt x="3" y="12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400500" y="-232029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287338" y="-23224791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85115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9400500" y="-22987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02768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2860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39592" y="274406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9718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4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4" y="0"/>
                </a:lnTo>
                <a:lnTo>
                  <a:pt x="0" y="6"/>
                </a:lnTo>
                <a:lnTo>
                  <a:pt x="3" y="11"/>
                </a:lnTo>
                <a:lnTo>
                  <a:pt x="4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340100" y="2768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8" y="11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3" y="314674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Comparisons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8557" y="623955"/>
            <a:ext cx="2806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EC/GA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3139" y="623955"/>
            <a:ext cx="1822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8723" y="623955"/>
            <a:ext cx="9066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5251" y="846637"/>
            <a:ext cx="4630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21254" y="1069320"/>
            <a:ext cx="436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43705" y="1292002"/>
            <a:ext cx="43416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Imprecision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46068" y="1514685"/>
            <a:ext cx="3839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Adaptability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51832" y="1737380"/>
            <a:ext cx="40335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489300" y="2753598"/>
            <a:ext cx="32960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26130" y="2753598"/>
            <a:ext cx="29592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185260" y="2753598"/>
            <a:ext cx="26001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01653" y="3150925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6472" y="3150701"/>
            <a:ext cx="118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23054" y="839425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87800" y="8382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889500" y="863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1242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4000500" y="1079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48895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1242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000500" y="13081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8895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124200" y="15240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4000500" y="1524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87017" y="150747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124200" y="1752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000500" y="17526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876800" y="17272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12"/>
                </a:moveTo>
                <a:lnTo>
                  <a:pt x="13" y="12"/>
                </a:lnTo>
                <a:lnTo>
                  <a:pt x="6" y="0"/>
                </a:lnTo>
                <a:lnTo>
                  <a:pt x="0" y="12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23054" y="1952852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987800" y="19558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889500" y="1968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2"/>
                </a:lnTo>
                <a:lnTo>
                  <a:pt x="5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8511500" y="-232283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3" y="12"/>
                </a:moveTo>
                <a:lnTo>
                  <a:pt x="10" y="12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1"/>
                </a:lnTo>
                <a:lnTo>
                  <a:pt x="3" y="12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29400500" y="-232029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287341" y="-23224791"/>
            <a:ext cx="144000" cy="143998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85115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9400500" y="-22987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02768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2860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39592" y="274406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9718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4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4" y="0"/>
                </a:lnTo>
                <a:lnTo>
                  <a:pt x="0" y="6"/>
                </a:lnTo>
                <a:lnTo>
                  <a:pt x="3" y="11"/>
                </a:lnTo>
                <a:lnTo>
                  <a:pt x="4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340100" y="2768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8" y="11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3" y="314674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Comparisons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8557" y="623955"/>
            <a:ext cx="2806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EC/GA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3139" y="623955"/>
            <a:ext cx="1822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8723" y="623955"/>
            <a:ext cx="9066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5251" y="846637"/>
            <a:ext cx="4630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21254" y="1069320"/>
            <a:ext cx="436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43705" y="1292002"/>
            <a:ext cx="43416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Imprecision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46068" y="1514685"/>
            <a:ext cx="3839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Adaptability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51832" y="1737380"/>
            <a:ext cx="40335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80308" y="1960064"/>
            <a:ext cx="42050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Explanation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89300" y="2753598"/>
            <a:ext cx="329609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826130" y="2753598"/>
            <a:ext cx="295926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85260" y="2753598"/>
            <a:ext cx="260013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01653" y="3150925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6472" y="3150701"/>
            <a:ext cx="11892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23054" y="839425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87800" y="8382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889500" y="863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1242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4000500" y="1079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48895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1242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000500" y="13081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8895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124200" y="15240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4000500" y="1524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87017" y="150747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124200" y="1752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000500" y="17526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876800" y="17272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12"/>
                </a:moveTo>
                <a:lnTo>
                  <a:pt x="13" y="12"/>
                </a:lnTo>
                <a:lnTo>
                  <a:pt x="6" y="0"/>
                </a:lnTo>
                <a:lnTo>
                  <a:pt x="0" y="12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23054" y="1952852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987800" y="19558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889500" y="1968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2"/>
                </a:lnTo>
                <a:lnTo>
                  <a:pt x="5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3111500" y="21717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3" y="12"/>
                </a:moveTo>
                <a:lnTo>
                  <a:pt x="10" y="12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1"/>
                </a:lnTo>
                <a:lnTo>
                  <a:pt x="3" y="12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000500" y="21971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6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87017" y="2175534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85115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9400500" y="-22987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30276800" y="-229997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5"/>
                </a:lnTo>
                <a:lnTo>
                  <a:pt x="10" y="0"/>
                </a:lnTo>
                <a:lnTo>
                  <a:pt x="3" y="0"/>
                </a:lnTo>
                <a:lnTo>
                  <a:pt x="0" y="5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2860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39598" y="274406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9718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4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4" y="0"/>
                </a:lnTo>
                <a:lnTo>
                  <a:pt x="0" y="6"/>
                </a:lnTo>
                <a:lnTo>
                  <a:pt x="3" y="11"/>
                </a:lnTo>
                <a:lnTo>
                  <a:pt x="4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340100" y="2768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8" y="11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" y="314674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9" y="314674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Comparisons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8557" y="623955"/>
            <a:ext cx="2806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EC/GA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3139" y="623955"/>
            <a:ext cx="1822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8723" y="623955"/>
            <a:ext cx="9066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5251" y="846637"/>
            <a:ext cx="4630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21254" y="1069320"/>
            <a:ext cx="436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43705" y="1292002"/>
            <a:ext cx="43416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Imprecision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46068" y="1514685"/>
            <a:ext cx="3839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Adaptability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51832" y="1737380"/>
            <a:ext cx="40335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80308" y="1960064"/>
            <a:ext cx="42050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Explanation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5922" y="2182747"/>
            <a:ext cx="53494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89306" y="2753598"/>
            <a:ext cx="329608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26136" y="2753598"/>
            <a:ext cx="295925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185266" y="2753598"/>
            <a:ext cx="260012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01659" y="3150925"/>
            <a:ext cx="8837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6478" y="3150701"/>
            <a:ext cx="1189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23054" y="839425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87800" y="8382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4889500" y="863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8"/>
                </a:lnTo>
                <a:lnTo>
                  <a:pt x="11" y="8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1242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4000500" y="1079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4889500" y="1079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31242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4000500" y="13081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4889500" y="13081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9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124200" y="15240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10"/>
                </a:lnTo>
                <a:lnTo>
                  <a:pt x="2" y="11"/>
                </a:lnTo>
                <a:lnTo>
                  <a:pt x="3" y="11"/>
                </a:lnTo>
                <a:lnTo>
                  <a:pt x="4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4000500" y="1524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2"/>
                </a:lnTo>
                <a:lnTo>
                  <a:pt x="7" y="11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87017" y="150747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3124200" y="1752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2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2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4000500" y="17526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5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1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9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9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4876800" y="17272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0" y="12"/>
                </a:moveTo>
                <a:lnTo>
                  <a:pt x="13" y="12"/>
                </a:lnTo>
                <a:lnTo>
                  <a:pt x="6" y="0"/>
                </a:lnTo>
                <a:lnTo>
                  <a:pt x="0" y="12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123054" y="1952852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3987800" y="1955800"/>
            <a:ext cx="177800" cy="139700"/>
          </a:xfrm>
          <a:custGeom>
            <a:avLst/>
            <a:gdLst/>
            <a:ahLst/>
            <a:cxnLst/>
            <a:rect l="l" t="t" r="r" b="b"/>
            <a:pathLst>
              <a:path w="14" h="11">
                <a:moveTo>
                  <a:pt x="0" y="11"/>
                </a:moveTo>
                <a:lnTo>
                  <a:pt x="14" y="11"/>
                </a:lnTo>
                <a:lnTo>
                  <a:pt x="7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889500" y="1968500"/>
            <a:ext cx="139700" cy="152400"/>
          </a:xfrm>
          <a:custGeom>
            <a:avLst/>
            <a:gdLst/>
            <a:ahLst/>
            <a:cxnLst/>
            <a:rect l="l" t="t" r="r" b="b"/>
            <a:pathLst>
              <a:path w="11" h="12">
                <a:moveTo>
                  <a:pt x="11" y="6"/>
                </a:moveTo>
                <a:lnTo>
                  <a:pt x="11" y="5"/>
                </a:lnTo>
                <a:lnTo>
                  <a:pt x="11" y="4"/>
                </a:lnTo>
                <a:lnTo>
                  <a:pt x="10" y="3"/>
                </a:lnTo>
                <a:lnTo>
                  <a:pt x="9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1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1" y="9"/>
                </a:lnTo>
                <a:lnTo>
                  <a:pt x="1" y="10"/>
                </a:lnTo>
                <a:lnTo>
                  <a:pt x="2" y="11"/>
                </a:lnTo>
                <a:lnTo>
                  <a:pt x="3" y="11"/>
                </a:lnTo>
                <a:lnTo>
                  <a:pt x="4" y="12"/>
                </a:lnTo>
                <a:lnTo>
                  <a:pt x="5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9" y="10"/>
                </a:lnTo>
                <a:lnTo>
                  <a:pt x="10" y="9"/>
                </a:lnTo>
                <a:lnTo>
                  <a:pt x="11" y="8"/>
                </a:lnTo>
                <a:lnTo>
                  <a:pt x="11" y="7"/>
                </a:lnTo>
                <a:lnTo>
                  <a:pt x="11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3111500" y="2171700"/>
            <a:ext cx="165100" cy="152400"/>
          </a:xfrm>
          <a:custGeom>
            <a:avLst/>
            <a:gdLst/>
            <a:ahLst/>
            <a:cxnLst/>
            <a:rect l="l" t="t" r="r" b="b"/>
            <a:pathLst>
              <a:path w="13" h="12">
                <a:moveTo>
                  <a:pt x="3" y="12"/>
                </a:moveTo>
                <a:lnTo>
                  <a:pt x="10" y="12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1"/>
                </a:lnTo>
                <a:lnTo>
                  <a:pt x="3" y="12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000500" y="2197100"/>
            <a:ext cx="152400" cy="139700"/>
          </a:xfrm>
          <a:custGeom>
            <a:avLst/>
            <a:gdLst/>
            <a:ahLst/>
            <a:cxnLst/>
            <a:rect l="l" t="t" r="r" b="b"/>
            <a:pathLst>
              <a:path w="12" h="11">
                <a:moveTo>
                  <a:pt x="12" y="6"/>
                </a:moveTo>
                <a:lnTo>
                  <a:pt x="12" y="4"/>
                </a:lnTo>
                <a:lnTo>
                  <a:pt x="11" y="3"/>
                </a:lnTo>
                <a:lnTo>
                  <a:pt x="11" y="2"/>
                </a:lnTo>
                <a:lnTo>
                  <a:pt x="10" y="2"/>
                </a:lnTo>
                <a:lnTo>
                  <a:pt x="9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0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7" y="11"/>
                </a:lnTo>
                <a:lnTo>
                  <a:pt x="8" y="11"/>
                </a:lnTo>
                <a:lnTo>
                  <a:pt x="9" y="10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87017" y="2175534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3111500" y="24003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000500" y="2413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2" h="12">
                <a:moveTo>
                  <a:pt x="12" y="6"/>
                </a:moveTo>
                <a:lnTo>
                  <a:pt x="12" y="5"/>
                </a:ln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7" y="0"/>
                </a:lnTo>
                <a:lnTo>
                  <a:pt x="6" y="0"/>
                </a:lnTo>
                <a:lnTo>
                  <a:pt x="5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2"/>
                </a:lnTo>
                <a:lnTo>
                  <a:pt x="6" y="12"/>
                </a:lnTo>
                <a:lnTo>
                  <a:pt x="7" y="12"/>
                </a:lnTo>
                <a:lnTo>
                  <a:pt x="8" y="11"/>
                </a:lnTo>
                <a:lnTo>
                  <a:pt x="9" y="11"/>
                </a:lnTo>
                <a:lnTo>
                  <a:pt x="10" y="10"/>
                </a:lnTo>
                <a:lnTo>
                  <a:pt x="11" y="9"/>
                </a:lnTo>
                <a:lnTo>
                  <a:pt x="11" y="8"/>
                </a:lnTo>
                <a:lnTo>
                  <a:pt x="12" y="7"/>
                </a:lnTo>
                <a:lnTo>
                  <a:pt x="12" y="6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876800" y="24003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3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3" y="0"/>
                </a:lnTo>
                <a:lnTo>
                  <a:pt x="0" y="6"/>
                </a:lnTo>
                <a:lnTo>
                  <a:pt x="3" y="10"/>
                </a:lnTo>
                <a:lnTo>
                  <a:pt x="3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2860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0" y="11"/>
                </a:moveTo>
                <a:lnTo>
                  <a:pt x="13" y="11"/>
                </a:lnTo>
                <a:lnTo>
                  <a:pt x="6" y="0"/>
                </a:lnTo>
                <a:lnTo>
                  <a:pt x="0" y="11"/>
                </a:lnTo>
                <a:close/>
              </a:path>
            </a:pathLst>
          </a:custGeom>
          <a:solidFill>
            <a:srgbClr val="E66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639601" y="2744063"/>
            <a:ext cx="143999" cy="143999"/>
          </a:xfrm>
          <a:prstGeom prst="rect">
            <a:avLst/>
          </a:prstGeom>
          <a:solidFill>
            <a:srgbClr val="FDB8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971800" y="2743200"/>
            <a:ext cx="165100" cy="139700"/>
          </a:xfrm>
          <a:custGeom>
            <a:avLst/>
            <a:gdLst/>
            <a:ahLst/>
            <a:cxnLst/>
            <a:rect l="l" t="t" r="r" b="b"/>
            <a:pathLst>
              <a:path w="13" h="11">
                <a:moveTo>
                  <a:pt x="4" y="11"/>
                </a:moveTo>
                <a:lnTo>
                  <a:pt x="10" y="11"/>
                </a:lnTo>
                <a:lnTo>
                  <a:pt x="13" y="6"/>
                </a:lnTo>
                <a:lnTo>
                  <a:pt x="10" y="0"/>
                </a:lnTo>
                <a:lnTo>
                  <a:pt x="4" y="0"/>
                </a:lnTo>
                <a:lnTo>
                  <a:pt x="0" y="6"/>
                </a:lnTo>
                <a:lnTo>
                  <a:pt x="3" y="11"/>
                </a:lnTo>
                <a:lnTo>
                  <a:pt x="4" y="11"/>
                </a:lnTo>
                <a:close/>
              </a:path>
            </a:pathLst>
          </a:custGeom>
          <a:solidFill>
            <a:srgbClr val="B2AB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340100" y="2768600"/>
            <a:ext cx="139700" cy="139700"/>
          </a:xfrm>
          <a:custGeom>
            <a:avLst/>
            <a:gdLst/>
            <a:ahLst/>
            <a:cxnLst/>
            <a:rect l="l" t="t" r="r" b="b"/>
            <a:pathLst>
              <a:path w="11" h="11">
                <a:moveTo>
                  <a:pt x="11" y="5"/>
                </a:moveTo>
                <a:lnTo>
                  <a:pt x="11" y="4"/>
                </a:lnTo>
                <a:lnTo>
                  <a:pt x="11" y="3"/>
                </a:lnTo>
                <a:lnTo>
                  <a:pt x="10" y="2"/>
                </a:lnTo>
                <a:lnTo>
                  <a:pt x="9" y="1"/>
                </a:lnTo>
                <a:lnTo>
                  <a:pt x="8" y="1"/>
                </a:lnTo>
                <a:lnTo>
                  <a:pt x="8" y="0"/>
                </a:lnTo>
                <a:lnTo>
                  <a:pt x="6" y="0"/>
                </a:lnTo>
                <a:lnTo>
                  <a:pt x="5" y="0"/>
                </a:lnTo>
                <a:lnTo>
                  <a:pt x="4" y="0"/>
                </a:lnTo>
                <a:lnTo>
                  <a:pt x="3" y="0"/>
                </a:lnTo>
                <a:lnTo>
                  <a:pt x="2" y="1"/>
                </a:lnTo>
                <a:lnTo>
                  <a:pt x="1" y="1"/>
                </a:lnTo>
                <a:lnTo>
                  <a:pt x="1" y="2"/>
                </a:lnTo>
                <a:lnTo>
                  <a:pt x="0" y="3"/>
                </a:lnTo>
                <a:lnTo>
                  <a:pt x="0" y="4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1" y="8"/>
                </a:lnTo>
                <a:lnTo>
                  <a:pt x="1" y="9"/>
                </a:lnTo>
                <a:lnTo>
                  <a:pt x="2" y="10"/>
                </a:lnTo>
                <a:lnTo>
                  <a:pt x="3" y="11"/>
                </a:lnTo>
                <a:lnTo>
                  <a:pt x="4" y="11"/>
                </a:lnTo>
                <a:lnTo>
                  <a:pt x="5" y="11"/>
                </a:lnTo>
                <a:lnTo>
                  <a:pt x="6" y="11"/>
                </a:lnTo>
                <a:lnTo>
                  <a:pt x="8" y="11"/>
                </a:lnTo>
                <a:lnTo>
                  <a:pt x="8" y="10"/>
                </a:lnTo>
                <a:lnTo>
                  <a:pt x="9" y="9"/>
                </a:lnTo>
                <a:lnTo>
                  <a:pt x="10" y="8"/>
                </a:lnTo>
                <a:lnTo>
                  <a:pt x="11" y="7"/>
                </a:lnTo>
                <a:lnTo>
                  <a:pt x="11" y="6"/>
                </a:lnTo>
                <a:lnTo>
                  <a:pt x="11" y="5"/>
                </a:lnTo>
                <a:close/>
              </a:path>
            </a:pathLst>
          </a:custGeom>
          <a:solidFill>
            <a:srgbClr val="5E3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" y="314674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12" y="314674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Comparisons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paradigms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78557" y="623955"/>
            <a:ext cx="28068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EC/GA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63139" y="623955"/>
            <a:ext cx="1822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78723" y="623955"/>
            <a:ext cx="9066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55251" y="846637"/>
            <a:ext cx="463014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21254" y="1069320"/>
            <a:ext cx="43641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Uncertainty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43705" y="1292002"/>
            <a:ext cx="43416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Imprecision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tolerance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46068" y="1514685"/>
            <a:ext cx="3839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Adaptability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51832" y="1737380"/>
            <a:ext cx="403356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80308" y="1960064"/>
            <a:ext cx="42050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Explanation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5922" y="2182747"/>
            <a:ext cx="53494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discovery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91724" y="2405429"/>
            <a:ext cx="399367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Maintainability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89309" y="2753598"/>
            <a:ext cx="32960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826139" y="2753598"/>
            <a:ext cx="295925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5269" y="2753598"/>
            <a:ext cx="260012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&lt;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01662" y="3150925"/>
            <a:ext cx="88373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6482" y="3150701"/>
            <a:ext cx="1189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791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4" y="3150918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3591" y="3150694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791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922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4" y="3150918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3591" y="3150694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791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922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5503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(ANFIS),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3591" y="3150692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791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922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5503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(ANFIS),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80849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3591" y="3150692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Hybrid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intelligent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791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looking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6" y="129227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5503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(ANFIS),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808490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206660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3591" y="3150692"/>
            <a:ext cx="1218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59993" y="4385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95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7217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ANFIS: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8518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Networks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3315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2446" y="3150693"/>
            <a:ext cx="122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1360639"/>
            <a:ext cx="2519997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1360639"/>
            <a:ext cx="2519997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9992" y="1806015"/>
            <a:ext cx="2519997" cy="3947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1806016"/>
            <a:ext cx="2519997" cy="3947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-1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4572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0177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4683" y="1396207"/>
            <a:ext cx="4680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networks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1356" y="1396207"/>
            <a:ext cx="19940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2" y="3150920"/>
            <a:ext cx="8837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31699" y="3150696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1360639"/>
            <a:ext cx="2519997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1360639"/>
            <a:ext cx="2519997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9992" y="1806015"/>
            <a:ext cx="2519997" cy="3947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1806016"/>
            <a:ext cx="2519997" cy="39475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-1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4572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0177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4683" y="1396207"/>
            <a:ext cx="4680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networks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1356" y="1396207"/>
            <a:ext cx="19940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14" y="1618479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low-level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55911" y="1618479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high-level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1652" y="3150920"/>
            <a:ext cx="8837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31699" y="3150696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1360639"/>
            <a:ext cx="2519997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1360639"/>
            <a:ext cx="2519997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9992" y="1806015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1806016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-1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4572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0177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4683" y="1396207"/>
            <a:ext cx="4680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networks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1356" y="1396207"/>
            <a:ext cx="19940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14" y="1618479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low-level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55911" y="1618479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high-level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912" y="1841161"/>
            <a:ext cx="53494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55911" y="1841161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domain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55911" y="2013234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01652" y="3150920"/>
            <a:ext cx="8837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31699" y="3150696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1360639"/>
            <a:ext cx="2519997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1360639"/>
            <a:ext cx="2519997" cy="222681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9992" y="1806015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1806016"/>
            <a:ext cx="2519997" cy="394754"/>
          </a:xfrm>
          <a:prstGeom prst="rect">
            <a:avLst/>
          </a:prstGeom>
          <a:solidFill>
            <a:srgbClr val="E5E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-1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84572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0177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logic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4683" y="1396207"/>
            <a:ext cx="468071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networks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1356" y="1396207"/>
            <a:ext cx="19940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FFFFFF"/>
                </a:solidFill>
                <a:latin typeface="Josefin Sans"/>
              </a:rPr>
              <a:t>Fuzzy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 </a:t>
            </a:r>
            <a:r>
              <a:rPr sz="1090" b="1">
                <a:solidFill>
                  <a:srgbClr val="FFFFFF"/>
                </a:solidFill>
                <a:latin typeface="Josefin Sans"/>
              </a:rPr>
              <a:t>logic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5914" y="1618479"/>
            <a:ext cx="534948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low-level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55911" y="1618479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high-level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reasoning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5912" y="1841161"/>
            <a:ext cx="53494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good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55911" y="1841161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domain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55911" y="2013234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expert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5912" y="2235929"/>
            <a:ext cx="53494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opaque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55911" y="2235929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adjust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environ-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55911" y="2408002"/>
            <a:ext cx="282948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01652" y="3150918"/>
            <a:ext cx="8837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31699" y="3150694"/>
            <a:ext cx="153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671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7" y="3150918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4780" y="3150694"/>
            <a:ext cx="130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671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18154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parallel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7" y="3150915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54780" y="3150691"/>
            <a:ext cx="130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671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18154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parallel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439657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human-like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explanation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6" y="165548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7" y="3150915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54780" y="3150691"/>
            <a:ext cx="1306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671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18154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parallel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439657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human-like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explanation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6" y="165548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26377" y="2018349"/>
            <a:ext cx="41590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transparent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4" y="3150915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4777" y="3150691"/>
            <a:ext cx="130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671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integrated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combines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8" y="1181542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parallel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8" y="1439657"/>
            <a:ext cx="532533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human-like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knowledge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explanation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abilities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6" y="1655486"/>
            <a:ext cx="51482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26377" y="2018349"/>
            <a:ext cx="415901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become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transparent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57719" y="2276451"/>
            <a:ext cx="42276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capability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4" y="3150915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54777" y="3150691"/>
            <a:ext cx="13061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20623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equivalent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42207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3" y="3150916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0209" y="3150692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056" y="120623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equivalent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4" y="1422073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63641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IF-THEN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4" y="185226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6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0209" y="3150692"/>
            <a:ext cx="1451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443747" y="1497637"/>
            <a:ext cx="74356" cy="743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43747" y="2555467"/>
            <a:ext cx="74356" cy="74357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62217" y="1058278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62217" y="1410888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62217" y="1763497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62217" y="2116108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062217" y="2468717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62217" y="2821327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72657" y="1410888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72657" y="2468717"/>
            <a:ext cx="247856" cy="247856"/>
          </a:xfrm>
          <a:prstGeom prst="rect">
            <a:avLst/>
          </a:prstGeom>
          <a:noFill/>
          <a:ln w="4956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199529" y="1534816"/>
            <a:ext cx="216954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3970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209047" y="2592646"/>
            <a:ext cx="207436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3970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520582" y="1195771"/>
            <a:ext cx="518414" cy="339045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019300" y="1181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520582" y="1534816"/>
            <a:ext cx="514371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019300" y="151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1520582" y="1534816"/>
            <a:ext cx="518414" cy="339044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019300" y="1854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1520582" y="2253601"/>
            <a:ext cx="518414" cy="339045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019300" y="223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1520582" y="2592646"/>
            <a:ext cx="514371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0193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520582" y="2592646"/>
            <a:ext cx="518414" cy="339044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019300" y="290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2312552" y="1182206"/>
            <a:ext cx="427621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730500" y="1168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312552" y="1182206"/>
            <a:ext cx="432858" cy="337374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717800" y="1498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312552" y="1182206"/>
            <a:ext cx="439025" cy="684359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730500" y="1841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312552" y="1534816"/>
            <a:ext cx="439025" cy="684359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2730500" y="2197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312552" y="1887426"/>
            <a:ext cx="439025" cy="684359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730500" y="255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2312552" y="1887426"/>
            <a:ext cx="442661" cy="103504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730500" y="2895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312552" y="1204994"/>
            <a:ext cx="442661" cy="103504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730500" y="1181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2312552" y="2240036"/>
            <a:ext cx="439025" cy="684359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2730500" y="2895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2312552" y="1557604"/>
            <a:ext cx="442661" cy="103504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27305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2312552" y="2255272"/>
            <a:ext cx="432858" cy="337374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2717800" y="2235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2312552" y="1910214"/>
            <a:ext cx="442661" cy="103504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7305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2312552" y="2607881"/>
            <a:ext cx="432858" cy="337375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717800" y="259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3017772" y="1182206"/>
            <a:ext cx="444837" cy="138684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441700" y="255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3017772" y="1534816"/>
            <a:ext cx="442661" cy="103504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441700" y="2552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3017772" y="1550051"/>
            <a:ext cx="432858" cy="337375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34290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3017772" y="2240036"/>
            <a:ext cx="432858" cy="337374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3429000" y="2552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3017772" y="2592646"/>
            <a:ext cx="427621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3429000" y="257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3017772" y="1558416"/>
            <a:ext cx="444837" cy="138684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34417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3722992" y="1534816"/>
            <a:ext cx="467209" cy="426931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4165600" y="1943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3722992" y="2165714"/>
            <a:ext cx="467209" cy="426932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4165600" y="2146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4428212" y="2063731"/>
            <a:ext cx="143390" cy="0"/>
          </a:xfrm>
          <a:prstGeom prst="line">
            <a:avLst/>
          </a:prstGeom>
          <a:ln w="495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4559300" y="2044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6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92627" y="1487927"/>
            <a:ext cx="4692768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83112" y="2545739"/>
            <a:ext cx="4702284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135525" y="1140153"/>
            <a:ext cx="3649870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126009" y="1492753"/>
            <a:ext cx="3659386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25362" y="1844893"/>
            <a:ext cx="3660033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41272" y="2196610"/>
            <a:ext cx="3644123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31756" y="2549210"/>
            <a:ext cx="365363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131109" y="2901349"/>
            <a:ext cx="3654286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844357" y="1138785"/>
            <a:ext cx="2941038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834841" y="1491397"/>
            <a:ext cx="2950554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834194" y="1843525"/>
            <a:ext cx="2951201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834294" y="2196610"/>
            <a:ext cx="2951101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33846" y="2548737"/>
            <a:ext cx="295154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33747" y="2901349"/>
            <a:ext cx="2951648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546696" y="1490925"/>
            <a:ext cx="223869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37168" y="2548737"/>
            <a:ext cx="2248227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63738" y="2029306"/>
            <a:ext cx="1521657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31875" y="1994100"/>
            <a:ext cx="1153521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348060" y="1166069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348060" y="1166069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348060" y="1518681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348060" y="1518681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48060" y="1895774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348060" y="1895774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348060" y="2187559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348060" y="2187559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348060" y="2478212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48060" y="2478212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48060" y="2830513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348060" y="2830513"/>
            <a:ext cx="3437335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053273" y="1166927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053273" y="1166927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53273" y="1519527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053273" y="1519527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053273" y="1834661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053273" y="1834661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053273" y="2187559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053273" y="2187559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053273" y="2539873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053273" y="2539873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053273" y="2830513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053273" y="2830513"/>
            <a:ext cx="27321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320241" y="2104207"/>
            <a:ext cx="2465154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320241" y="2104207"/>
            <a:ext cx="2465154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271169" y="2290097"/>
            <a:ext cx="2514226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271169" y="2290097"/>
            <a:ext cx="2514226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307541" y="1479836"/>
            <a:ext cx="2477854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307541" y="1479836"/>
            <a:ext cx="2477854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282887" y="2451197"/>
            <a:ext cx="2502508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282887" y="2451197"/>
            <a:ext cx="2502508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07106" y="2587219"/>
            <a:ext cx="2478289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07106" y="2587219"/>
            <a:ext cx="2478289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331773" y="1665727"/>
            <a:ext cx="24536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Josefin Sans"/>
              </a:rPr>
              <a:t>w</a:t>
            </a:r>
            <a:r>
              <a:rPr sz="487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331773" y="1665727"/>
            <a:ext cx="2453622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Josefin Sans"/>
              </a:rPr>
              <a:t>w</a:t>
            </a:r>
            <a:r>
              <a:rPr sz="48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58485" y="1519241"/>
            <a:ext cx="2026910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758485" y="1519241"/>
            <a:ext cx="2026910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758485" y="2502692"/>
            <a:ext cx="2026910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FFFFFF"/>
                </a:solidFill>
                <a:latin typeface="SFSS0600"/>
              </a:rPr>
              <a:t>µ</a:t>
            </a:r>
            <a:r>
              <a:rPr sz="487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758485" y="2502692"/>
            <a:ext cx="2026910" cy="11525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5" b="0">
                <a:solidFill>
                  <a:srgbClr val="000000"/>
                </a:solidFill>
                <a:latin typeface="SFSS0600"/>
              </a:rPr>
              <a:t>µ</a:t>
            </a:r>
            <a:r>
              <a:rPr sz="48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318883" y="506199"/>
            <a:ext cx="4466512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80" b="1">
                <a:solidFill>
                  <a:srgbClr val="000000"/>
                </a:solidFill>
                <a:latin typeface="Josefin Sans"/>
              </a:rPr>
              <a:t> </a:t>
            </a:r>
            <a:r>
              <a:rPr sz="780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233264" y="623630"/>
            <a:ext cx="4552131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780" b="0">
                <a:solidFill>
                  <a:srgbClr val="000000"/>
                </a:solidFill>
                <a:latin typeface="Josefin Sans"/>
              </a:rPr>
              <a:t> </a:t>
            </a:r>
            <a:r>
              <a:rPr sz="780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013136" y="506199"/>
            <a:ext cx="377225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80" b="1">
                <a:solidFill>
                  <a:srgbClr val="000000"/>
                </a:solidFill>
                <a:latin typeface="Josefin Sans"/>
              </a:rPr>
              <a:t> </a:t>
            </a:r>
            <a:r>
              <a:rPr sz="780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077919" y="623631"/>
            <a:ext cx="3707476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32381" y="741367"/>
            <a:ext cx="3853014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001381" y="859091"/>
            <a:ext cx="3784014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719779" y="506199"/>
            <a:ext cx="3065616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80" b="1">
                <a:solidFill>
                  <a:srgbClr val="000000"/>
                </a:solidFill>
                <a:latin typeface="Josefin Sans"/>
              </a:rPr>
              <a:t> </a:t>
            </a:r>
            <a:r>
              <a:rPr sz="780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664313" y="623630"/>
            <a:ext cx="3121082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80" b="0">
                <a:solidFill>
                  <a:srgbClr val="000000"/>
                </a:solidFill>
                <a:latin typeface="Josefin Sans"/>
              </a:rPr>
              <a:t> </a:t>
            </a:r>
            <a:r>
              <a:rPr sz="780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424245" y="506199"/>
            <a:ext cx="2361150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80" b="1">
                <a:solidFill>
                  <a:srgbClr val="000000"/>
                </a:solidFill>
                <a:latin typeface="Josefin Sans"/>
              </a:rPr>
              <a:t> </a:t>
            </a:r>
            <a:r>
              <a:rPr sz="780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443289" y="623631"/>
            <a:ext cx="2342106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342806" y="741367"/>
            <a:ext cx="244258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411806" y="859091"/>
            <a:ext cx="2373589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130304" y="506199"/>
            <a:ext cx="1655091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80" b="1">
                <a:solidFill>
                  <a:srgbClr val="000000"/>
                </a:solidFill>
                <a:latin typeface="Josefin Sans"/>
              </a:rPr>
              <a:t> </a:t>
            </a:r>
            <a:r>
              <a:rPr sz="780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995028" y="623631"/>
            <a:ext cx="1790367" cy="15366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901666" y="3150917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639231" y="3150693"/>
            <a:ext cx="14616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119260" y="112315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39384" y="3150694"/>
            <a:ext cx="14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119260" y="112315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31294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39384" y="3150694"/>
            <a:ext cx="14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119260" y="112315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31294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502735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01667" y="3150915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39384" y="3150691"/>
            <a:ext cx="14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119260" y="112315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31294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502735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60" y="1692523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901667" y="3150915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639384" y="3150691"/>
            <a:ext cx="14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119260" y="112315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31294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502735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60" y="1692523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119260" y="188231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901667" y="3150915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639384" y="3150691"/>
            <a:ext cx="14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119260" y="112315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312946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502735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60" y="1692523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119260" y="188231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–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119260" y="2072100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Mamdani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model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01667" y="3150915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639384" y="3150691"/>
            <a:ext cx="14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422040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901667" y="315092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38699" y="3150704"/>
            <a:ext cx="146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422040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57271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External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signals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transmitted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directly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75067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next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01667" y="3150931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38699" y="3150707"/>
            <a:ext cx="1466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95088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000007" y="108971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38546" y="3150694"/>
            <a:ext cx="1468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95088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000007" y="108971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24072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41868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638546" y="3150694"/>
            <a:ext cx="1468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95088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000007" y="108971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24072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41868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119260" y="1569690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8" y="174765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638546" y="3150694"/>
            <a:ext cx="1468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95088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000007" y="108971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24072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41868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119260" y="1569690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8" y="174765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119260" y="1898658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277108" y="2076618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specifies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neuron’s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277108" y="2215797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triangular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38546" y="3150694"/>
            <a:ext cx="1468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0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9307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42575" y="3150694"/>
            <a:ext cx="1428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0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9307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243745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 neuron corresponds to a single fuzzy rule.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42575" y="3150694"/>
            <a:ext cx="1428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0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9307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243745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 neuron corresponds to a single fuzzy rule.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433534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611494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750673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antecedents.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642575" y="3150694"/>
            <a:ext cx="14282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01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9307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243745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 neuron corresponds to a single fuzzy rule.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433534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611494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750673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antecedents.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119260" y="1901669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evaluated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277108" y="207964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intersection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(AND).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642569" y="3150694"/>
            <a:ext cx="1428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3324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901667" y="3150922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39689" y="3150697"/>
            <a:ext cx="1457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3324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184257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intersection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362217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501396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instead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639686" y="3150694"/>
            <a:ext cx="1457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3324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184257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intersection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362217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501396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instead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655682" y="1715165"/>
            <a:ext cx="21297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713327" y="1803671"/>
            <a:ext cx="2072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875747" y="1715165"/>
            <a:ext cx="19096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065612" y="1715165"/>
            <a:ext cx="17197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400816" y="1715165"/>
            <a:ext cx="13845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. . 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015611" y="1806097"/>
            <a:ext cx="7697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ki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639686" y="3150694"/>
            <a:ext cx="1457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3324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184257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intersection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362217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501396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instead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655682" y="1715165"/>
            <a:ext cx="21297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713327" y="1803671"/>
            <a:ext cx="2072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875747" y="1715165"/>
            <a:ext cx="19096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065612" y="1715165"/>
            <a:ext cx="17197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400816" y="1715165"/>
            <a:ext cx="13845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. . 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015611" y="1806097"/>
            <a:ext cx="7697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ki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312057" y="1976912"/>
            <a:ext cx="24733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017631" y="2003975"/>
            <a:ext cx="176776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639686" y="3150694"/>
            <a:ext cx="1457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03324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184257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intersection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362217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501396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instead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655682" y="1715165"/>
            <a:ext cx="21297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713327" y="1803671"/>
            <a:ext cx="20720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875747" y="1715165"/>
            <a:ext cx="19096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065612" y="1715165"/>
            <a:ext cx="17197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400816" y="1715165"/>
            <a:ext cx="13845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. . 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015611" y="1806097"/>
            <a:ext cx="76978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ki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312057" y="1976912"/>
            <a:ext cx="24733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017631" y="2003975"/>
            <a:ext cx="176776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256692" y="2013471"/>
            <a:ext cx="5287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(</a:t>
            </a:r>
            <a:r>
              <a:rPr sz="797" b="0">
                <a:solidFill>
                  <a:srgbClr val="000000"/>
                </a:solidFill>
                <a:latin typeface="SFSS0800"/>
              </a:rPr>
              <a:t>µ</a:t>
            </a:r>
            <a:r>
              <a:rPr sz="523" b="0">
                <a:solidFill>
                  <a:srgbClr val="000000"/>
                </a:solidFill>
                <a:latin typeface="Josefin Sans"/>
              </a:rPr>
              <a:t>R1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277105" y="2157872"/>
            <a:ext cx="2508290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R1)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639686" y="3150694"/>
            <a:ext cx="1457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257562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Weights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between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901667" y="315092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38546" y="3150704"/>
            <a:ext cx="1468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257562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Weights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between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40822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normalised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586181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confidence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01667" y="3150931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38546" y="3150707"/>
            <a:ext cx="1468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257562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Weights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between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40822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normalised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586181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confidence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60" y="1737190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 represents the importance or confidence of a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91515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901667" y="3150931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638546" y="3150707"/>
            <a:ext cx="1468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119831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901667" y="3150931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17134" y="3150707"/>
            <a:ext cx="1682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119831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270503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448463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consequent.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01667" y="3150931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17134" y="3150707"/>
            <a:ext cx="1682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119831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270503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448463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consequent.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60" y="1599458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777431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8" y="191661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combines them using the fuzzy operation union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277108" y="2055777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(OR).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901667" y="3150931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617134" y="3150707"/>
            <a:ext cx="1682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4822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40223" y="3150694"/>
            <a:ext cx="14517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2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4822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99923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(OR)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commonly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177191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31637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(instead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45555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operator).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5640226" y="3150694"/>
            <a:ext cx="1451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2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4822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99923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(OR)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commonly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177191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31637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(instead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45555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operator).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569794" y="1679516"/>
            <a:ext cx="22156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627439" y="1768022"/>
            <a:ext cx="21579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789860" y="1679516"/>
            <a:ext cx="19955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probor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359569" y="1679516"/>
            <a:ext cx="14258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603752" y="1679516"/>
            <a:ext cx="118164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. . . ,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055987" y="1708042"/>
            <a:ext cx="7294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li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789860" y="1887009"/>
            <a:ext cx="19955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79725" y="1887009"/>
            <a:ext cx="18056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14929" y="1887009"/>
            <a:ext cx="1470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 . 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929724" y="1977941"/>
            <a:ext cx="8556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li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640226" y="3150694"/>
            <a:ext cx="1451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2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4822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99923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(OR)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commonly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177191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31637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(instead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45555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operator).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569794" y="1679516"/>
            <a:ext cx="22156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627439" y="1768022"/>
            <a:ext cx="21579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789860" y="1679516"/>
            <a:ext cx="19955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probor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359569" y="1679516"/>
            <a:ext cx="14258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603752" y="1679516"/>
            <a:ext cx="118164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. . . ,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055987" y="1708042"/>
            <a:ext cx="7294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li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789860" y="1887009"/>
            <a:ext cx="19955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79725" y="1887009"/>
            <a:ext cx="18056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14929" y="1887009"/>
            <a:ext cx="1470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 . 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929724" y="1977941"/>
            <a:ext cx="8556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li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312060" y="2157773"/>
            <a:ext cx="24733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017634" y="2184836"/>
            <a:ext cx="17677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640226" y="3150694"/>
            <a:ext cx="1451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20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48223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999231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union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(OR)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commonly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177191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probabilistic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31637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(instead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8" y="1455550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operator).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569794" y="1679516"/>
            <a:ext cx="22156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627439" y="1768022"/>
            <a:ext cx="215795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789860" y="1679516"/>
            <a:ext cx="19955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probor</a:t>
            </a:r>
            <a:r>
              <a:rPr sz="896" b="0">
                <a:solidFill>
                  <a:srgbClr val="000000"/>
                </a:solidFill>
                <a:latin typeface="Cambria Math"/>
              </a:rPr>
              <a:t>(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359569" y="1679516"/>
            <a:ext cx="14258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603752" y="1679516"/>
            <a:ext cx="118164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, . . . ,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055987" y="1708042"/>
            <a:ext cx="72940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li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789860" y="1887009"/>
            <a:ext cx="19955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79725" y="1887009"/>
            <a:ext cx="18056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314929" y="1887009"/>
            <a:ext cx="1470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 . 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929724" y="1977941"/>
            <a:ext cx="85567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li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312060" y="2157773"/>
            <a:ext cx="24733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017634" y="2184836"/>
            <a:ext cx="17677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⊕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C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77110" y="2324015"/>
            <a:ext cx="250828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R</a:t>
            </a:r>
            <a:r>
              <a:rPr sz="597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640226" y="3150694"/>
            <a:ext cx="1451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0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117767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25646" y="3150694"/>
            <a:ext cx="1597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0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117767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26876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446735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58590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625646" y="3150694"/>
            <a:ext cx="1597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6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0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1117767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(continued)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26876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8" y="1446735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585902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119260" y="1736909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8" y="1914869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clipped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277108" y="2053854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SFSS0900"/>
              </a:rPr>
              <a:t>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901670" y="3150918"/>
            <a:ext cx="8837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5625646" y="3150694"/>
            <a:ext cx="1597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5899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624649" y="3150694"/>
            <a:ext cx="1607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5899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57" y="1009671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5" y="1187631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5624649" y="3150694"/>
            <a:ext cx="1607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5899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57" y="1009671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5" y="1187631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57" y="1338639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clipped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5" y="1516599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strengths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5" y="1655778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624649" y="3150694"/>
            <a:ext cx="1607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5899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57" y="1009671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5" y="1187631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57" y="1338639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clipped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5" y="1516599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strengths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5" y="1655778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119257" y="1806773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defuzzified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find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277105" y="1984746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5624649" y="3150694"/>
            <a:ext cx="1607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4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000007" y="858998"/>
            <a:ext cx="278538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57" y="1009671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277105" y="1187631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119257" y="1338639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clipped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277105" y="1516599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strengths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277105" y="1655778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119257" y="1806773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set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defuzzified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find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277105" y="1984746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119257" y="2135742"/>
            <a:ext cx="266613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achieved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277105" y="2313715"/>
            <a:ext cx="25082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centroid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technique.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901663" y="3150918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624649" y="3150694"/>
            <a:ext cx="1607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What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does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modify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during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learning?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43315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01667" y="315092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25948" y="3150704"/>
            <a:ext cx="159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1073" y="1451851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1073" y="2180234"/>
            <a:ext cx="51199" cy="51199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36929" y="1149325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6929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36929" y="1634913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6929" y="1877707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36929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6929" y="2363296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106" y="1392119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08106" y="2120501"/>
            <a:ext cx="170664" cy="170664"/>
          </a:xfrm>
          <a:prstGeom prst="rect">
            <a:avLst/>
          </a:prstGeom>
          <a:noFill/>
          <a:ln w="3413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2914" y="1477451"/>
            <a:ext cx="149386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2600" y="146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49467" y="2205834"/>
            <a:ext cx="1428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82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63979" y="1243998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901700" y="12319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63979" y="1477451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901700" y="1460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63979" y="1477451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901700" y="1689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563979" y="1972380"/>
            <a:ext cx="356961" cy="23345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901700" y="19685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563979" y="2205834"/>
            <a:ext cx="354177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901700" y="2197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563979" y="2205834"/>
            <a:ext cx="356961" cy="23345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1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109300" y="1234657"/>
            <a:ext cx="294445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97000" y="121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109300" y="1234657"/>
            <a:ext cx="298051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397000" y="1447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1109300" y="1234657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397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109300" y="1477451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397000" y="1930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109300" y="1720245"/>
            <a:ext cx="302296" cy="471225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3970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109300" y="1720245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109300" y="1250348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3970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109300" y="1963040"/>
            <a:ext cx="302296" cy="47122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397000" y="241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 flipV="1">
            <a:off x="1109300" y="1493142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970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 flipV="1">
            <a:off x="1109300" y="1973530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3970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 flipV="1">
            <a:off x="1109300" y="1735936"/>
            <a:ext cx="304801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397000" y="1714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 flipV="1">
            <a:off x="1109300" y="2216324"/>
            <a:ext cx="298051" cy="232304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1397000" y="2209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94889" y="1234657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594889" y="1477451"/>
            <a:ext cx="304800" cy="712692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879600" y="2171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1594889" y="1487942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594889" y="1963040"/>
            <a:ext cx="298050" cy="232303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879600" y="218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594889" y="2205834"/>
            <a:ext cx="294444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8796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 flipV="1">
            <a:off x="1594889" y="1493701"/>
            <a:ext cx="306298" cy="954927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1879600" y="1473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>
            <a:off x="2080477" y="1477451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23876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080477" y="1911865"/>
            <a:ext cx="321704" cy="293969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23876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566066" y="1841642"/>
            <a:ext cx="98733" cy="0"/>
          </a:xfrm>
          <a:prstGeom prst="line">
            <a:avLst/>
          </a:prstGeom>
          <a:ln w="34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265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80017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What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does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the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algorithm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modify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during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learning?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69305" y="1445157"/>
            <a:ext cx="551609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62753" y="2173536"/>
            <a:ext cx="55226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7406" y="1205692"/>
            <a:ext cx="47979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0854" y="1448488"/>
            <a:ext cx="480454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0409" y="1690950"/>
            <a:ext cx="4804987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91363" y="1933130"/>
            <a:ext cx="479403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84811" y="2175917"/>
            <a:ext cx="480058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84366" y="2418387"/>
            <a:ext cx="480103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75482" y="1204759"/>
            <a:ext cx="430991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468930" y="1447546"/>
            <a:ext cx="431646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8484" y="1690017"/>
            <a:ext cx="43169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68553" y="1933130"/>
            <a:ext cx="431684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68244" y="2175600"/>
            <a:ext cx="431715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468176" y="2418387"/>
            <a:ext cx="431721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959087" y="1447221"/>
            <a:ext cx="382630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952526" y="2175600"/>
            <a:ext cx="383286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452815" y="1817939"/>
            <a:ext cx="333258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706300" y="1793698"/>
            <a:ext cx="307909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33750" y="122354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3750" y="146633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A3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33750" y="1725993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A3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750" y="1926906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33750" y="2127030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B3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750" y="2369621"/>
            <a:ext cx="4651645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B3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619333" y="1224128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619333" y="1466924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619333" y="1683913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19333" y="192690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19333" y="2169496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19333" y="2369621"/>
            <a:ext cx="416606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803158" y="1869504"/>
            <a:ext cx="398223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769369" y="1997501"/>
            <a:ext cx="4016026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4413" y="1439586"/>
            <a:ext cx="39909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77437" y="2108437"/>
            <a:ext cx="4007958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94113" y="2202097"/>
            <a:ext cx="3991282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Josefin Sans"/>
              </a:rPr>
              <a:t>w</a:t>
            </a:r>
            <a:r>
              <a:rPr sz="335" b="0">
                <a:solidFill>
                  <a:srgbClr val="FFFFFF"/>
                </a:solidFill>
                <a:latin typeface="Josefin Sans"/>
              </a:rPr>
              <a:t>R6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11098" y="1567583"/>
            <a:ext cx="3974297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Josefin Sans"/>
              </a:rPr>
              <a:t>w</a:t>
            </a:r>
            <a:r>
              <a:rPr sz="335" b="0">
                <a:solidFill>
                  <a:srgbClr val="000000"/>
                </a:solidFill>
                <a:latin typeface="Josefin Sans"/>
              </a:rPr>
              <a:t>R6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104916" y="1466718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FFFFFF"/>
                </a:solidFill>
                <a:latin typeface="SFSS0600"/>
              </a:rPr>
              <a:t>µ</a:t>
            </a:r>
            <a:r>
              <a:rPr sz="335" b="0">
                <a:solidFill>
                  <a:srgbClr val="FFFFFF"/>
                </a:solidFill>
                <a:latin typeface="Josefin Sans"/>
              </a:rPr>
              <a:t>C2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104916" y="2143895"/>
            <a:ext cx="3680479" cy="79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3" b="0">
                <a:solidFill>
                  <a:srgbClr val="000000"/>
                </a:solidFill>
                <a:latin typeface="SFSS0600"/>
              </a:rPr>
              <a:t>µ</a:t>
            </a:r>
            <a:r>
              <a:rPr sz="335" b="0">
                <a:solidFill>
                  <a:srgbClr val="000000"/>
                </a:solidFill>
                <a:latin typeface="Josefin Sans"/>
              </a:rPr>
              <a:t>C2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25097" y="769175"/>
            <a:ext cx="536029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66143" y="850042"/>
            <a:ext cx="5419252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inputs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903134" y="769175"/>
            <a:ext cx="488226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47741" y="850042"/>
            <a:ext cx="483765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47529" y="931103"/>
            <a:ext cx="4937866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95040" y="1012172"/>
            <a:ext cx="489035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389702" y="769175"/>
            <a:ext cx="4395693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351510" y="850042"/>
            <a:ext cx="4433885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537" b="0">
                <a:solidFill>
                  <a:srgbClr val="000000"/>
                </a:solidFill>
                <a:latin typeface="Josefin Sans"/>
              </a:rPr>
              <a:t> </a:t>
            </a:r>
            <a:r>
              <a:rPr sz="537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874771" y="769175"/>
            <a:ext cx="391062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887884" y="850042"/>
            <a:ext cx="3897511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818695" y="931103"/>
            <a:ext cx="3966700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membership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866206" y="1012172"/>
            <a:ext cx="3919189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360937" y="769175"/>
            <a:ext cx="3424458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537" b="1">
                <a:solidFill>
                  <a:srgbClr val="000000"/>
                </a:solidFill>
                <a:latin typeface="Josefin Sans"/>
              </a:rPr>
              <a:t> </a:t>
            </a:r>
            <a:r>
              <a:rPr sz="53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267791" y="850043"/>
            <a:ext cx="3517604" cy="105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9260" y="1433152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119260" y="1622927"/>
            <a:ext cx="266613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normalised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degree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confidence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(weights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277108" y="1800899"/>
            <a:ext cx="25082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4)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901667" y="315092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625948" y="3150704"/>
            <a:ext cx="15944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35324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essentially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multilayer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2531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standard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developed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including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6973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4105" y="3150693"/>
            <a:ext cx="16129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004" y="927207"/>
            <a:ext cx="3023965" cy="1770311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7777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figure.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23282" y="1439273"/>
            <a:ext cx="21621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inputs: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1" y="3150931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964" y="3150707"/>
            <a:ext cx="1614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004" y="927207"/>
            <a:ext cx="3023965" cy="1770311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7777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figure.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23282" y="1439273"/>
            <a:ext cx="21621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inputs: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3282" y="1629061"/>
            <a:ext cx="21621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output: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1" y="3150929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964" y="3150705"/>
            <a:ext cx="1614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004" y="927207"/>
            <a:ext cx="3023965" cy="1770311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77772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100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following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figure.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23282" y="1439273"/>
            <a:ext cx="21621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inputs: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23282" y="1629061"/>
            <a:ext cx="21621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output: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3282" y="1818850"/>
            <a:ext cx="216211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variable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81118" y="1996810"/>
            <a:ext cx="20042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linguistic values: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 (S) and large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81118" y="2135989"/>
            <a:ext cx="20042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(L)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651" y="3150929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964" y="3150705"/>
            <a:ext cx="1614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67578" y="1267911"/>
            <a:ext cx="57886" cy="57886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7578" y="1926756"/>
            <a:ext cx="57886" cy="57886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39263" y="1090576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39263" y="1310179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39263" y="1749455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39263" y="1969059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37378" y="1380495"/>
            <a:ext cx="192954" cy="192954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37378" y="1670427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032360" y="1296854"/>
            <a:ext cx="114003" cy="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31369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39770" y="1955722"/>
            <a:ext cx="106593" cy="11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1369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3227407" y="1187047"/>
            <a:ext cx="309955" cy="10980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227407" y="1296854"/>
            <a:ext cx="309955" cy="10980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27407" y="1845961"/>
            <a:ext cx="309955" cy="109773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27407" y="1955734"/>
            <a:ext cx="309955" cy="109842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34186" y="1187041"/>
            <a:ext cx="352249" cy="6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34186" y="1187047"/>
            <a:ext cx="352249" cy="21962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34186" y="1187047"/>
            <a:ext cx="352249" cy="439282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4186" y="1406662"/>
            <a:ext cx="352249" cy="43932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34186" y="1406662"/>
            <a:ext cx="352249" cy="65895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34186" y="1187041"/>
            <a:ext cx="352249" cy="65892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34186" y="1406667"/>
            <a:ext cx="352249" cy="43929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734186" y="1845961"/>
            <a:ext cx="352249" cy="29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34186" y="1626329"/>
            <a:ext cx="352249" cy="43924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734186" y="2065576"/>
            <a:ext cx="352249" cy="4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283258" y="1187041"/>
            <a:ext cx="352278" cy="57988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83258" y="1406667"/>
            <a:ext cx="352278" cy="70315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83258" y="1476982"/>
            <a:ext cx="352278" cy="14934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283258" y="1476982"/>
            <a:ext cx="352278" cy="36900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83258" y="1766928"/>
            <a:ext cx="352278" cy="29868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832360" y="1476982"/>
            <a:ext cx="250355" cy="10646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832360" y="1660494"/>
            <a:ext cx="250355" cy="10643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271680" y="1621989"/>
            <a:ext cx="56849" cy="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53213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3254" y="878503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Suppose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domain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provides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1090" y="1056463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9125" y="1260342"/>
            <a:ext cx="2836270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41717" y="1919147"/>
            <a:ext cx="2843678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13305" y="1152872"/>
            <a:ext cx="2172091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12462" y="1372838"/>
            <a:ext cx="2172933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13305" y="1811744"/>
            <a:ext cx="2172091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12462" y="2031711"/>
            <a:ext cx="2172933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72609" y="1150538"/>
            <a:ext cx="1612786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65201" y="1370146"/>
            <a:ext cx="162019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64697" y="1589425"/>
            <a:ext cx="1620698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64775" y="1809440"/>
            <a:ext cx="1620620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64426" y="2028690"/>
            <a:ext cx="1620969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711413" y="1442793"/>
            <a:ext cx="1073982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10561" y="1733083"/>
            <a:ext cx="107483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43521" y="1595150"/>
            <a:ext cx="64187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75321" y="1567762"/>
            <a:ext cx="41007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10893" y="1159656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10893" y="1379284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10893" y="1598940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10893" y="1818597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10893" y="2038224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01655" y="3150918"/>
            <a:ext cx="8837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27982" y="3150694"/>
            <a:ext cx="1574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67578" y="1267911"/>
            <a:ext cx="57886" cy="57886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7578" y="1926756"/>
            <a:ext cx="57886" cy="57886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39263" y="1090576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39263" y="1310179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39263" y="1749455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39263" y="1969059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37378" y="1380495"/>
            <a:ext cx="192954" cy="192954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37378" y="1670427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032360" y="1296854"/>
            <a:ext cx="114003" cy="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31369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39770" y="1955722"/>
            <a:ext cx="106593" cy="11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1369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3227407" y="1187047"/>
            <a:ext cx="309955" cy="10980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227407" y="1296854"/>
            <a:ext cx="309955" cy="10980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27407" y="1845961"/>
            <a:ext cx="309955" cy="109773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27407" y="1955734"/>
            <a:ext cx="309955" cy="109842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34186" y="1187041"/>
            <a:ext cx="352249" cy="6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34186" y="1187047"/>
            <a:ext cx="352249" cy="21962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34186" y="1187047"/>
            <a:ext cx="352249" cy="439282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4186" y="1406662"/>
            <a:ext cx="352249" cy="43932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34186" y="1406662"/>
            <a:ext cx="352249" cy="65895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34186" y="1187041"/>
            <a:ext cx="352249" cy="65892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34186" y="1406667"/>
            <a:ext cx="352249" cy="43929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734186" y="1845961"/>
            <a:ext cx="352249" cy="29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34186" y="1626329"/>
            <a:ext cx="352249" cy="43924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734186" y="2065576"/>
            <a:ext cx="352249" cy="4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283258" y="1187041"/>
            <a:ext cx="352278" cy="57988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83258" y="1406667"/>
            <a:ext cx="352278" cy="70315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83258" y="1476982"/>
            <a:ext cx="352278" cy="14934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283258" y="1476982"/>
            <a:ext cx="352278" cy="36900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83258" y="1766928"/>
            <a:ext cx="352278" cy="29868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832360" y="1476982"/>
            <a:ext cx="250355" cy="10646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832360" y="1660494"/>
            <a:ext cx="250355" cy="10643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271680" y="1621989"/>
            <a:ext cx="56849" cy="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53213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3254" y="878503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Suppose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domain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provides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1090" y="1056463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254" y="1207471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make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1090" y="1385431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mistakes.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49125" y="1260342"/>
            <a:ext cx="2836270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41717" y="1919147"/>
            <a:ext cx="2843678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13305" y="1152872"/>
            <a:ext cx="2172091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12462" y="1372838"/>
            <a:ext cx="2172933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13305" y="1811744"/>
            <a:ext cx="2172091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12462" y="2031711"/>
            <a:ext cx="2172933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72609" y="1150538"/>
            <a:ext cx="1612786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65201" y="1370146"/>
            <a:ext cx="162019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64697" y="1589425"/>
            <a:ext cx="1620698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64775" y="1809440"/>
            <a:ext cx="1620620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64426" y="2028690"/>
            <a:ext cx="1620969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711413" y="1442793"/>
            <a:ext cx="1073982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10561" y="1733083"/>
            <a:ext cx="107483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43521" y="1595150"/>
            <a:ext cx="64187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375321" y="1567762"/>
            <a:ext cx="41007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10893" y="1159656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10893" y="1379284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10893" y="1598940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10893" y="1818597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10893" y="2038224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901655" y="3150918"/>
            <a:ext cx="8837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27982" y="3150694"/>
            <a:ext cx="1574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67578" y="1267908"/>
            <a:ext cx="57886" cy="57886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7578" y="1926753"/>
            <a:ext cx="57886" cy="57886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39263" y="1090572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39263" y="1310176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39263" y="1749452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39263" y="1969056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37378" y="1380492"/>
            <a:ext cx="192954" cy="192954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37378" y="1670424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032360" y="1296851"/>
            <a:ext cx="114003" cy="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31369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39770" y="1955719"/>
            <a:ext cx="106593" cy="11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1369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3227407" y="1187044"/>
            <a:ext cx="309955" cy="10980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227407" y="1296851"/>
            <a:ext cx="309955" cy="10980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27407" y="1845958"/>
            <a:ext cx="309955" cy="109773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27407" y="1955731"/>
            <a:ext cx="309955" cy="109842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34186" y="1187038"/>
            <a:ext cx="352249" cy="6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34186" y="1187044"/>
            <a:ext cx="352249" cy="21962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34186" y="1187044"/>
            <a:ext cx="352249" cy="439281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4186" y="1406659"/>
            <a:ext cx="352249" cy="43932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34186" y="1406659"/>
            <a:ext cx="352249" cy="65895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34186" y="1187038"/>
            <a:ext cx="352249" cy="65892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34186" y="1406664"/>
            <a:ext cx="352249" cy="43929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734186" y="1845958"/>
            <a:ext cx="352249" cy="29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34186" y="1626325"/>
            <a:ext cx="352249" cy="43924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734186" y="2065573"/>
            <a:ext cx="352249" cy="4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283258" y="1187038"/>
            <a:ext cx="352278" cy="57988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83258" y="1406664"/>
            <a:ext cx="352278" cy="70315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83258" y="1476979"/>
            <a:ext cx="352278" cy="149346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283258" y="1476979"/>
            <a:ext cx="352278" cy="36900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83258" y="1766925"/>
            <a:ext cx="352278" cy="29868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832360" y="1476979"/>
            <a:ext cx="250355" cy="10646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832360" y="1660491"/>
            <a:ext cx="250355" cy="10643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271680" y="1621986"/>
            <a:ext cx="56849" cy="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53213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6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3254" y="878503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Suppose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domain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provides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1090" y="1056463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254" y="1207471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make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1090" y="1385431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mistakes.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3254" y="1536439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1090" y="1714399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bad/wrong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1090" y="1853579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949125" y="1260339"/>
            <a:ext cx="2836270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941717" y="1919144"/>
            <a:ext cx="2843678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13305" y="1152869"/>
            <a:ext cx="2172091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12462" y="1372835"/>
            <a:ext cx="2172933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13305" y="1811741"/>
            <a:ext cx="2172091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12462" y="2031708"/>
            <a:ext cx="2172933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72609" y="1150535"/>
            <a:ext cx="1612786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65201" y="1370143"/>
            <a:ext cx="162019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64697" y="1589422"/>
            <a:ext cx="1620698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64775" y="1809437"/>
            <a:ext cx="1620620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64426" y="2028687"/>
            <a:ext cx="1620969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711413" y="1442790"/>
            <a:ext cx="1073982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710561" y="1733080"/>
            <a:ext cx="107483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43521" y="1595147"/>
            <a:ext cx="64187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375321" y="1567759"/>
            <a:ext cx="41007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10893" y="1159653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10893" y="1379281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10893" y="1598937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10893" y="1818594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10893" y="2038221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901655" y="3150915"/>
            <a:ext cx="8837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27982" y="3150691"/>
            <a:ext cx="1574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167578" y="1267908"/>
            <a:ext cx="57886" cy="57886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7578" y="1926753"/>
            <a:ext cx="57886" cy="57886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39263" y="1090572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39263" y="1310176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39263" y="1749452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39263" y="1969056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37378" y="1380492"/>
            <a:ext cx="192954" cy="192954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37378" y="1670424"/>
            <a:ext cx="192954" cy="192953"/>
          </a:xfrm>
          <a:prstGeom prst="rect">
            <a:avLst/>
          </a:prstGeom>
          <a:noFill/>
          <a:ln w="385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032360" y="1296851"/>
            <a:ext cx="114003" cy="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31369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039770" y="1955719"/>
            <a:ext cx="106593" cy="11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1369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3227407" y="1187044"/>
            <a:ext cx="309955" cy="10980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227407" y="1296851"/>
            <a:ext cx="309955" cy="10980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227407" y="1845958"/>
            <a:ext cx="309955" cy="109773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227407" y="1955731"/>
            <a:ext cx="309955" cy="109842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34186" y="1187038"/>
            <a:ext cx="352249" cy="6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734186" y="1187044"/>
            <a:ext cx="352249" cy="21962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734186" y="1187044"/>
            <a:ext cx="352249" cy="439281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734186" y="1406659"/>
            <a:ext cx="352249" cy="43932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734186" y="1406659"/>
            <a:ext cx="352249" cy="65895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734186" y="1187038"/>
            <a:ext cx="352249" cy="65892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734186" y="1406664"/>
            <a:ext cx="352249" cy="43929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734186" y="1845958"/>
            <a:ext cx="352249" cy="29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734186" y="1626325"/>
            <a:ext cx="352249" cy="43924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734186" y="2065573"/>
            <a:ext cx="352249" cy="4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283258" y="1187038"/>
            <a:ext cx="352278" cy="57988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83258" y="1406664"/>
            <a:ext cx="352278" cy="70315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283258" y="1476979"/>
            <a:ext cx="352278" cy="149346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283258" y="1476979"/>
            <a:ext cx="352278" cy="36900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83258" y="1766925"/>
            <a:ext cx="352278" cy="298688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832360" y="1476979"/>
            <a:ext cx="250355" cy="106467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832360" y="1660491"/>
            <a:ext cx="250355" cy="106434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271680" y="1621986"/>
            <a:ext cx="56849" cy="0"/>
          </a:xfrm>
          <a:prstGeom prst="line">
            <a:avLst/>
          </a:prstGeom>
          <a:ln w="385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53213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80006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3254" y="878503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Suppose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domain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provides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1090" y="1056463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3254" y="1207471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possible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make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1090" y="1385431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mistakes.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43254" y="1536439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able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1090" y="1714399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bad/wrong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1090" y="1853579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3254" y="2004573"/>
            <a:ext cx="534214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state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1090" y="2182546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designed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follows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1090" y="2321725"/>
            <a:ext cx="51843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specification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domain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expert.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949125" y="1260339"/>
            <a:ext cx="2836270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41717" y="1919144"/>
            <a:ext cx="2843678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13305" y="1152869"/>
            <a:ext cx="2172091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12462" y="1372835"/>
            <a:ext cx="2172933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3305" y="1811741"/>
            <a:ext cx="2172091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12462" y="2031708"/>
            <a:ext cx="2172933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72609" y="1150535"/>
            <a:ext cx="1612786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65201" y="1370143"/>
            <a:ext cx="162019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64697" y="1589422"/>
            <a:ext cx="1620698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64775" y="1809437"/>
            <a:ext cx="1620620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64426" y="2028687"/>
            <a:ext cx="1620969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711413" y="1442790"/>
            <a:ext cx="1073982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710561" y="1733080"/>
            <a:ext cx="107483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43521" y="1595147"/>
            <a:ext cx="64187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75321" y="1567759"/>
            <a:ext cx="410074" cy="11962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10893" y="1159653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10893" y="1379281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310893" y="1598937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310893" y="1818594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310893" y="2038221"/>
            <a:ext cx="1474502" cy="8972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5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01655" y="3150915"/>
            <a:ext cx="88374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7982" y="3150691"/>
            <a:ext cx="1574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27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957749" y="-23784250"/>
            <a:ext cx="75914" cy="7591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957749" y="-22920191"/>
            <a:ext cx="75914" cy="75916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45205" y="-24016822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45205" y="-23728818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45205" y="-23152718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45205" y="-22864712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168600" y="-240157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1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1" y="14"/>
                </a:lnTo>
                <a:lnTo>
                  <a:pt x="1" y="15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5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168600" y="-234442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5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1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1" y="14"/>
                </a:lnTo>
                <a:lnTo>
                  <a:pt x="1" y="16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6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8168600" y="-231521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1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1" y="14"/>
                </a:lnTo>
                <a:lnTo>
                  <a:pt x="1" y="15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5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8168600" y="-22860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1"/>
                </a:lnTo>
                <a:lnTo>
                  <a:pt x="14" y="0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0"/>
                </a:lnTo>
                <a:lnTo>
                  <a:pt x="4" y="1"/>
                </a:lnTo>
                <a:lnTo>
                  <a:pt x="3" y="3"/>
                </a:lnTo>
                <a:lnTo>
                  <a:pt x="1" y="4"/>
                </a:lnTo>
                <a:lnTo>
                  <a:pt x="1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1" y="13"/>
                </a:lnTo>
                <a:lnTo>
                  <a:pt x="1" y="15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19"/>
                </a:lnTo>
                <a:lnTo>
                  <a:pt x="10" y="20"/>
                </a:lnTo>
                <a:lnTo>
                  <a:pt x="12" y="19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5"/>
                </a:lnTo>
                <a:lnTo>
                  <a:pt x="19" y="13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85356" y="-23636600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85356" y="-23256361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6780414" y="-23746293"/>
            <a:ext cx="1495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6911300" y="-2376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6790132" y="-22882203"/>
            <a:ext cx="139796" cy="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6911300" y="-2289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27036213" y="-23890303"/>
            <a:ext cx="406499" cy="14401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7036213" y="-23746293"/>
            <a:ext cx="406499" cy="14401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7036213" y="-23026152"/>
            <a:ext cx="406499" cy="1439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036213" y="-22882189"/>
            <a:ext cx="406499" cy="1440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7700842" y="-23890310"/>
            <a:ext cx="461966" cy="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700842" y="-23890303"/>
            <a:ext cx="461966" cy="2880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700842" y="-23890303"/>
            <a:ext cx="461966" cy="5761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700842" y="-23602283"/>
            <a:ext cx="461966" cy="57616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700842" y="-23602283"/>
            <a:ext cx="461966" cy="8642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700842" y="-23890310"/>
            <a:ext cx="461966" cy="86415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700842" y="-23602275"/>
            <a:ext cx="461966" cy="5761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7700842" y="-23026152"/>
            <a:ext cx="461966" cy="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7700842" y="-23314195"/>
            <a:ext cx="461966" cy="5760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7700842" y="-22738133"/>
            <a:ext cx="461966" cy="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420938" y="-23890310"/>
            <a:ext cx="462002" cy="7605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420938" y="-23602275"/>
            <a:ext cx="462002" cy="922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420938" y="-23510061"/>
            <a:ext cx="462002" cy="19586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420938" y="-23510061"/>
            <a:ext cx="462002" cy="4839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420938" y="-23129802"/>
            <a:ext cx="462002" cy="3917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9141067" y="-23510061"/>
            <a:ext cx="328337" cy="13963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141067" y="-23269388"/>
            <a:ext cx="328337" cy="13958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9717227" y="-23319886"/>
            <a:ext cx="745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29781500" y="-2334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0056" y="6714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undergoes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7094" y="887315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adjust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01653" y="3150915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25096" y="3150691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957749" y="-23784250"/>
            <a:ext cx="75914" cy="7591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957749" y="-22920191"/>
            <a:ext cx="75914" cy="75916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45205" y="-24016822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45205" y="-23728818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45205" y="-23152718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45205" y="-22864712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8168600" y="-240157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1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1" y="14"/>
                </a:lnTo>
                <a:lnTo>
                  <a:pt x="1" y="15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5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8168600" y="-234442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5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1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1" y="14"/>
                </a:lnTo>
                <a:lnTo>
                  <a:pt x="1" y="16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6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8168600" y="-231521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1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1" y="14"/>
                </a:lnTo>
                <a:lnTo>
                  <a:pt x="1" y="15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5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8168600" y="-22860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1"/>
                </a:lnTo>
                <a:lnTo>
                  <a:pt x="14" y="0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0"/>
                </a:lnTo>
                <a:lnTo>
                  <a:pt x="4" y="1"/>
                </a:lnTo>
                <a:lnTo>
                  <a:pt x="3" y="3"/>
                </a:lnTo>
                <a:lnTo>
                  <a:pt x="1" y="4"/>
                </a:lnTo>
                <a:lnTo>
                  <a:pt x="1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1" y="13"/>
                </a:lnTo>
                <a:lnTo>
                  <a:pt x="1" y="15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19"/>
                </a:lnTo>
                <a:lnTo>
                  <a:pt x="10" y="20"/>
                </a:lnTo>
                <a:lnTo>
                  <a:pt x="12" y="19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5"/>
                </a:lnTo>
                <a:lnTo>
                  <a:pt x="19" y="13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885356" y="-23636600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8885356" y="-23256361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6780414" y="-23746293"/>
            <a:ext cx="14951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6911300" y="-23761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6790132" y="-22882203"/>
            <a:ext cx="139796" cy="1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6911300" y="-2289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27036213" y="-23890303"/>
            <a:ext cx="406499" cy="14401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7036213" y="-23746293"/>
            <a:ext cx="406499" cy="14401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27036213" y="-23026152"/>
            <a:ext cx="406499" cy="1439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7036213" y="-22882189"/>
            <a:ext cx="406499" cy="1440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7700842" y="-23890310"/>
            <a:ext cx="461966" cy="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7700842" y="-23890303"/>
            <a:ext cx="461966" cy="2880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700842" y="-23890303"/>
            <a:ext cx="461966" cy="5761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7700842" y="-23602283"/>
            <a:ext cx="461966" cy="57616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7700842" y="-23602283"/>
            <a:ext cx="461966" cy="86420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700842" y="-23890310"/>
            <a:ext cx="461966" cy="86415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700842" y="-23602275"/>
            <a:ext cx="461966" cy="5761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7700842" y="-23026152"/>
            <a:ext cx="461966" cy="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7700842" y="-23314195"/>
            <a:ext cx="461966" cy="5760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7700842" y="-22738133"/>
            <a:ext cx="461966" cy="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8420938" y="-23890310"/>
            <a:ext cx="462002" cy="7605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420938" y="-23602275"/>
            <a:ext cx="462002" cy="922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8420938" y="-23510061"/>
            <a:ext cx="462002" cy="19586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8420938" y="-23510061"/>
            <a:ext cx="462002" cy="4839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8420938" y="-23129802"/>
            <a:ext cx="462002" cy="3917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9141067" y="-23510061"/>
            <a:ext cx="328337" cy="13963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141067" y="-23269388"/>
            <a:ext cx="328337" cy="13958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9717227" y="-23319886"/>
            <a:ext cx="745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29781500" y="-2334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0056" y="6714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undergoes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7094" y="887315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adjust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0056" y="110167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continues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errors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0.001.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01653" y="3150915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5096" y="3150691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557423" y="1616076"/>
            <a:ext cx="75916" cy="75916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57423" y="2480135"/>
            <a:ext cx="75916" cy="75916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044878" y="1383504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44878" y="1671509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44878" y="2247609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044878" y="2535614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2768600" y="13843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0" y="14"/>
                </a:lnTo>
                <a:lnTo>
                  <a:pt x="1" y="15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5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2768600" y="19558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5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1"/>
                </a:lnTo>
                <a:lnTo>
                  <a:pt x="10" y="0"/>
                </a:lnTo>
                <a:lnTo>
                  <a:pt x="8" y="1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5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0" y="14"/>
                </a:lnTo>
                <a:lnTo>
                  <a:pt x="1" y="16"/>
                </a:lnTo>
                <a:lnTo>
                  <a:pt x="3" y="17"/>
                </a:lnTo>
                <a:lnTo>
                  <a:pt x="4" y="19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9"/>
                </a:lnTo>
                <a:lnTo>
                  <a:pt x="17" y="17"/>
                </a:lnTo>
                <a:lnTo>
                  <a:pt x="18" y="16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2768600" y="22479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2"/>
                </a:lnTo>
                <a:lnTo>
                  <a:pt x="14" y="1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1"/>
                </a:lnTo>
                <a:lnTo>
                  <a:pt x="4" y="2"/>
                </a:lnTo>
                <a:lnTo>
                  <a:pt x="3" y="3"/>
                </a:lnTo>
                <a:lnTo>
                  <a:pt x="1" y="4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0" y="14"/>
                </a:lnTo>
                <a:lnTo>
                  <a:pt x="1" y="16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20"/>
                </a:lnTo>
                <a:lnTo>
                  <a:pt x="10" y="20"/>
                </a:lnTo>
                <a:lnTo>
                  <a:pt x="12" y="20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6"/>
                </a:lnTo>
                <a:lnTo>
                  <a:pt x="19" y="14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2768600" y="2540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0" h="20">
                <a:moveTo>
                  <a:pt x="20" y="10"/>
                </a:moveTo>
                <a:lnTo>
                  <a:pt x="19" y="8"/>
                </a:lnTo>
                <a:lnTo>
                  <a:pt x="19" y="6"/>
                </a:lnTo>
                <a:lnTo>
                  <a:pt x="18" y="4"/>
                </a:lnTo>
                <a:lnTo>
                  <a:pt x="17" y="3"/>
                </a:lnTo>
                <a:lnTo>
                  <a:pt x="15" y="1"/>
                </a:lnTo>
                <a:lnTo>
                  <a:pt x="14" y="0"/>
                </a:lnTo>
                <a:lnTo>
                  <a:pt x="12" y="0"/>
                </a:lnTo>
                <a:lnTo>
                  <a:pt x="10" y="0"/>
                </a:lnTo>
                <a:lnTo>
                  <a:pt x="8" y="0"/>
                </a:lnTo>
                <a:lnTo>
                  <a:pt x="6" y="0"/>
                </a:lnTo>
                <a:lnTo>
                  <a:pt x="4" y="1"/>
                </a:lnTo>
                <a:lnTo>
                  <a:pt x="3" y="3"/>
                </a:lnTo>
                <a:lnTo>
                  <a:pt x="1" y="4"/>
                </a:lnTo>
                <a:lnTo>
                  <a:pt x="0" y="6"/>
                </a:lnTo>
                <a:lnTo>
                  <a:pt x="0" y="8"/>
                </a:lnTo>
                <a:lnTo>
                  <a:pt x="0" y="10"/>
                </a:lnTo>
                <a:lnTo>
                  <a:pt x="0" y="12"/>
                </a:lnTo>
                <a:lnTo>
                  <a:pt x="0" y="13"/>
                </a:lnTo>
                <a:lnTo>
                  <a:pt x="1" y="15"/>
                </a:lnTo>
                <a:lnTo>
                  <a:pt x="3" y="17"/>
                </a:lnTo>
                <a:lnTo>
                  <a:pt x="4" y="18"/>
                </a:lnTo>
                <a:lnTo>
                  <a:pt x="6" y="19"/>
                </a:lnTo>
                <a:lnTo>
                  <a:pt x="8" y="19"/>
                </a:lnTo>
                <a:lnTo>
                  <a:pt x="10" y="20"/>
                </a:lnTo>
                <a:lnTo>
                  <a:pt x="12" y="19"/>
                </a:lnTo>
                <a:lnTo>
                  <a:pt x="14" y="19"/>
                </a:lnTo>
                <a:lnTo>
                  <a:pt x="15" y="18"/>
                </a:lnTo>
                <a:lnTo>
                  <a:pt x="17" y="17"/>
                </a:lnTo>
                <a:lnTo>
                  <a:pt x="18" y="15"/>
                </a:lnTo>
                <a:lnTo>
                  <a:pt x="19" y="13"/>
                </a:lnTo>
                <a:lnTo>
                  <a:pt x="19" y="12"/>
                </a:lnTo>
                <a:lnTo>
                  <a:pt x="20" y="1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85030" y="1763727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85030" y="2143965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380087" y="1654034"/>
            <a:ext cx="14951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5113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1389805" y="2518123"/>
            <a:ext cx="139796" cy="1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1511300" y="2501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1635887" y="1510024"/>
            <a:ext cx="406499" cy="14401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635887" y="1654034"/>
            <a:ext cx="406499" cy="1440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635887" y="2374174"/>
            <a:ext cx="406499" cy="14396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635887" y="2518138"/>
            <a:ext cx="406499" cy="14405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00515" y="1510017"/>
            <a:ext cx="461966" cy="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300515" y="1510024"/>
            <a:ext cx="461966" cy="28802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300515" y="1510024"/>
            <a:ext cx="461966" cy="57610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300515" y="1798043"/>
            <a:ext cx="461966" cy="57616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300515" y="1798043"/>
            <a:ext cx="461966" cy="86420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300515" y="1510017"/>
            <a:ext cx="461966" cy="86415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00515" y="1798051"/>
            <a:ext cx="461966" cy="5761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2300515" y="2374174"/>
            <a:ext cx="461966" cy="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300515" y="2086131"/>
            <a:ext cx="461966" cy="57606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300515" y="2662194"/>
            <a:ext cx="461966" cy="5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020610" y="1510017"/>
            <a:ext cx="462004" cy="76050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020610" y="1798051"/>
            <a:ext cx="462004" cy="9221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020610" y="1890266"/>
            <a:ext cx="462004" cy="19586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3020610" y="1890266"/>
            <a:ext cx="462004" cy="48394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020610" y="2270525"/>
            <a:ext cx="462004" cy="39172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3740742" y="1890266"/>
            <a:ext cx="328336" cy="13963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3740742" y="2130938"/>
            <a:ext cx="328336" cy="13958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316901" y="2080440"/>
            <a:ext cx="74557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4381500" y="2057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8" name="Picture 7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0056" y="67148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undergoes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7094" y="887315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adjust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0056" y="110167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continues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until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errors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0.001.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70940" y="1606149"/>
            <a:ext cx="45144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61225" y="2470155"/>
            <a:ext cx="45241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41995" y="1465217"/>
            <a:ext cx="36434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40877" y="1753697"/>
            <a:ext cx="36445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141995" y="2329312"/>
            <a:ext cx="364340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40877" y="2617793"/>
            <a:ext cx="36445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75496" y="1462143"/>
            <a:ext cx="29098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865781" y="1750167"/>
            <a:ext cx="291961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865120" y="2037745"/>
            <a:ext cx="29202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65222" y="2326289"/>
            <a:ext cx="29201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64765" y="2613818"/>
            <a:ext cx="292063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582124" y="1845429"/>
            <a:ext cx="22032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81007" y="2226150"/>
            <a:ext cx="220438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48824" y="2045255"/>
            <a:ext cx="16365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2824" y="2009323"/>
            <a:ext cx="13325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056852" y="1473746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056852" y="1473746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056852" y="1761973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56852" y="2050047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056852" y="2050047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56852" y="2337931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0.61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56852" y="2337931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056852" y="2625967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0.79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056852" y="2625967"/>
            <a:ext cx="27285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25096" y="3150693"/>
            <a:ext cx="16029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45533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20579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95624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70670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245716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20761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45533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20579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495624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70670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45716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20761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5533" y="2227585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5533" y="1919093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45533" y="1610601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45533" y="1302110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45533" y="993618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45533" y="685127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579718" y="2227585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579718" y="1919093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579718" y="1610601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2579718" y="1302110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579718" y="993618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579718" y="685127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78549" y="684305"/>
            <a:ext cx="21671" cy="79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00220" y="685095"/>
            <a:ext cx="28049" cy="6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28269" y="683173"/>
            <a:ext cx="29467" cy="199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5773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8720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1667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46137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7560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0507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3453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06400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9347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22938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15240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18187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21133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240805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70272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299739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329206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358672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388139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41760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44707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47654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50600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53547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564941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9440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62387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65334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68280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12275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741742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77120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800675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830142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859609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88907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91854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94801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977477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00694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03641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06587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09534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12481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15427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183745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21321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242678" y="683139"/>
            <a:ext cx="37562" cy="3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280240" y="683139"/>
            <a:ext cx="34766" cy="3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31500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34447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373940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40340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43287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46234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49180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52127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55074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580208" y="683173"/>
            <a:ext cx="26788" cy="15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90766" y="693621"/>
            <a:ext cx="19589" cy="1531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810355" y="708934"/>
            <a:ext cx="28629" cy="190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838984" y="727935"/>
            <a:ext cx="29467" cy="197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868451" y="747684"/>
            <a:ext cx="29467" cy="1991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897918" y="767602"/>
            <a:ext cx="29467" cy="1948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927385" y="787082"/>
            <a:ext cx="29467" cy="1603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956852" y="803114"/>
            <a:ext cx="29467" cy="1687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986319" y="819988"/>
            <a:ext cx="29466" cy="1596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015785" y="835954"/>
            <a:ext cx="29467" cy="1531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045252" y="851272"/>
            <a:ext cx="29467" cy="145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074719" y="865810"/>
            <a:ext cx="29467" cy="1388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104186" y="879699"/>
            <a:ext cx="29467" cy="1363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1133653" y="893329"/>
            <a:ext cx="29467" cy="1285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163120" y="906179"/>
            <a:ext cx="29467" cy="1246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192587" y="918641"/>
            <a:ext cx="29467" cy="1168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1222054" y="930324"/>
            <a:ext cx="29466" cy="1103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251520" y="941357"/>
            <a:ext cx="29467" cy="1064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280987" y="952001"/>
            <a:ext cx="29467" cy="98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310454" y="961866"/>
            <a:ext cx="29467" cy="947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339921" y="971342"/>
            <a:ext cx="29467" cy="908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369388" y="980429"/>
            <a:ext cx="29467" cy="882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398855" y="989255"/>
            <a:ext cx="29466" cy="817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428321" y="997433"/>
            <a:ext cx="29467" cy="778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457788" y="1005222"/>
            <a:ext cx="29467" cy="726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487255" y="1012491"/>
            <a:ext cx="29467" cy="70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16722" y="1019500"/>
            <a:ext cx="29467" cy="636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1546189" y="1025861"/>
            <a:ext cx="29467" cy="649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1575656" y="1032351"/>
            <a:ext cx="29467" cy="372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1605123" y="1036072"/>
            <a:ext cx="29467" cy="679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1634590" y="1042865"/>
            <a:ext cx="29466" cy="454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1664056" y="1047409"/>
            <a:ext cx="29467" cy="415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1693523" y="1051562"/>
            <a:ext cx="29467" cy="37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1722990" y="1055327"/>
            <a:ext cx="29467" cy="324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1752457" y="1058572"/>
            <a:ext cx="29467" cy="285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1781924" y="1061428"/>
            <a:ext cx="29467" cy="220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811391" y="1063634"/>
            <a:ext cx="29466" cy="220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1840857" y="1065841"/>
            <a:ext cx="29467" cy="155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1870324" y="1067399"/>
            <a:ext cx="29467" cy="129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899791" y="1068697"/>
            <a:ext cx="29467" cy="11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929258" y="1069865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958725" y="1071293"/>
            <a:ext cx="29467" cy="25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988192" y="1071552"/>
            <a:ext cx="29467" cy="77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017659" y="1072331"/>
            <a:ext cx="29466" cy="6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047125" y="1072980"/>
            <a:ext cx="29467" cy="39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076592" y="1073370"/>
            <a:ext cx="29467" cy="10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106059" y="1074408"/>
            <a:ext cx="29467" cy="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135526" y="1072980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164993" y="1072980"/>
            <a:ext cx="29467" cy="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194460" y="1071812"/>
            <a:ext cx="29467" cy="11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223927" y="1071552"/>
            <a:ext cx="29466" cy="26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2253393" y="1071552"/>
            <a:ext cx="29467" cy="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282860" y="1070773"/>
            <a:ext cx="29467" cy="77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312327" y="1069865"/>
            <a:ext cx="29467" cy="90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341794" y="1068697"/>
            <a:ext cx="29467" cy="11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371261" y="1068178"/>
            <a:ext cx="29467" cy="51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2400728" y="1066620"/>
            <a:ext cx="29467" cy="155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2430195" y="1065841"/>
            <a:ext cx="29466" cy="77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2459661" y="1064413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489128" y="1062985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518595" y="1062077"/>
            <a:ext cx="29467" cy="90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548062" y="1060389"/>
            <a:ext cx="29467" cy="168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2577529" y="1060130"/>
            <a:ext cx="25449" cy="25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777803" y="684037"/>
            <a:ext cx="16260" cy="1398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794063" y="698018"/>
            <a:ext cx="22596" cy="2049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816659" y="718515"/>
            <a:ext cx="22559" cy="198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839218" y="738381"/>
            <a:ext cx="22289" cy="1995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861507" y="758331"/>
            <a:ext cx="31340" cy="2395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892847" y="782281"/>
            <a:ext cx="23227" cy="1882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916074" y="801104"/>
            <a:ext cx="17362" cy="1448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933436" y="815584"/>
            <a:ext cx="20354" cy="139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953790" y="829563"/>
            <a:ext cx="27171" cy="2139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980961" y="850958"/>
            <a:ext cx="29467" cy="2103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1010428" y="871995"/>
            <a:ext cx="29467" cy="2033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1039895" y="892330"/>
            <a:ext cx="29467" cy="1973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069362" y="912068"/>
            <a:ext cx="29466" cy="1948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1098828" y="931557"/>
            <a:ext cx="29467" cy="1635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1128295" y="947912"/>
            <a:ext cx="29467" cy="1751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1157762" y="965427"/>
            <a:ext cx="29467" cy="1710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187229" y="982533"/>
            <a:ext cx="29467" cy="1671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1216696" y="999251"/>
            <a:ext cx="29467" cy="1233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1246163" y="1011582"/>
            <a:ext cx="29466" cy="1401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1275629" y="1025601"/>
            <a:ext cx="29467" cy="1363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305096" y="1039231"/>
            <a:ext cx="29467" cy="1259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1334563" y="1051822"/>
            <a:ext cx="29467" cy="1194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1364030" y="1063764"/>
            <a:ext cx="29467" cy="1116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1393497" y="1074927"/>
            <a:ext cx="29467" cy="1038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1422964" y="1085312"/>
            <a:ext cx="29467" cy="999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452431" y="1095307"/>
            <a:ext cx="29467" cy="934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481898" y="1104653"/>
            <a:ext cx="29466" cy="882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511364" y="1113480"/>
            <a:ext cx="29467" cy="804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540831" y="1121528"/>
            <a:ext cx="29467" cy="752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570298" y="1129057"/>
            <a:ext cx="29467" cy="674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599765" y="1135806"/>
            <a:ext cx="29467" cy="623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629232" y="1142037"/>
            <a:ext cx="29467" cy="584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658699" y="1147878"/>
            <a:ext cx="29466" cy="532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688165" y="1153201"/>
            <a:ext cx="29467" cy="493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717632" y="1158133"/>
            <a:ext cx="29467" cy="428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747099" y="1162417"/>
            <a:ext cx="29467" cy="415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776566" y="1166571"/>
            <a:ext cx="29467" cy="363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806033" y="1170205"/>
            <a:ext cx="29467" cy="311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835500" y="1173321"/>
            <a:ext cx="29467" cy="259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864967" y="1175916"/>
            <a:ext cx="29466" cy="194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894433" y="1177864"/>
            <a:ext cx="29467" cy="389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1923900" y="1181758"/>
            <a:ext cx="29467" cy="64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1953367" y="1182407"/>
            <a:ext cx="29467" cy="181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982834" y="1184224"/>
            <a:ext cx="29467" cy="15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012301" y="1185782"/>
            <a:ext cx="29467" cy="168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041768" y="1187469"/>
            <a:ext cx="29467" cy="116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071235" y="1188638"/>
            <a:ext cx="29467" cy="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100702" y="1188638"/>
            <a:ext cx="29466" cy="103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0168" y="1189676"/>
            <a:ext cx="29468" cy="38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159636" y="1190065"/>
            <a:ext cx="29466" cy="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189102" y="1190065"/>
            <a:ext cx="29467" cy="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2218569" y="1188767"/>
            <a:ext cx="29467" cy="12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2248036" y="1188638"/>
            <a:ext cx="29467" cy="12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2277503" y="1187859"/>
            <a:ext cx="29467" cy="7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2306970" y="1186301"/>
            <a:ext cx="29466" cy="15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2336436" y="1185393"/>
            <a:ext cx="29467" cy="90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365903" y="1183445"/>
            <a:ext cx="29467" cy="194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395370" y="1182017"/>
            <a:ext cx="29467" cy="142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424837" y="1179940"/>
            <a:ext cx="29467" cy="207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454304" y="1177734"/>
            <a:ext cx="29467" cy="220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483771" y="1175397"/>
            <a:ext cx="29467" cy="233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513238" y="1173061"/>
            <a:ext cx="29466" cy="233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542704" y="1170205"/>
            <a:ext cx="29467" cy="285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572171" y="1167505"/>
            <a:ext cx="28128" cy="270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774693" y="686418"/>
            <a:ext cx="28797" cy="2467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803490" y="711089"/>
            <a:ext cx="24658" cy="2092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828148" y="732011"/>
            <a:ext cx="21264" cy="188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849412" y="750893"/>
            <a:ext cx="32433" cy="270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881845" y="777975"/>
            <a:ext cx="29467" cy="2462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911312" y="802595"/>
            <a:ext cx="29467" cy="2609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40779" y="828685"/>
            <a:ext cx="29467" cy="2427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970246" y="852959"/>
            <a:ext cx="27433" cy="2190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997679" y="874866"/>
            <a:ext cx="27841" cy="2039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1025520" y="895257"/>
            <a:ext cx="31093" cy="2166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1056613" y="916922"/>
            <a:ext cx="27840" cy="1921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84453" y="936141"/>
            <a:ext cx="29874" cy="2022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114327" y="956364"/>
            <a:ext cx="29060" cy="1883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143387" y="975195"/>
            <a:ext cx="31094" cy="194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174481" y="994640"/>
            <a:ext cx="29873" cy="1794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204354" y="1012584"/>
            <a:ext cx="31093" cy="1840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235447" y="1030988"/>
            <a:ext cx="29467" cy="173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264914" y="1048317"/>
            <a:ext cx="29467" cy="1609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294381" y="1064413"/>
            <a:ext cx="29467" cy="1557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323848" y="1079990"/>
            <a:ext cx="29467" cy="1453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353315" y="1094528"/>
            <a:ext cx="29467" cy="1440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1382782" y="1108936"/>
            <a:ext cx="29467" cy="1350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1412249" y="1122436"/>
            <a:ext cx="29466" cy="1337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1441715" y="1135806"/>
            <a:ext cx="29467" cy="1259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471182" y="1148398"/>
            <a:ext cx="29467" cy="1220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500649" y="1160599"/>
            <a:ext cx="29467" cy="1129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530116" y="1171893"/>
            <a:ext cx="29467" cy="1051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559583" y="1182407"/>
            <a:ext cx="29467" cy="1012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589050" y="1192532"/>
            <a:ext cx="29467" cy="895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618517" y="1201488"/>
            <a:ext cx="29467" cy="817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647984" y="1209666"/>
            <a:ext cx="29466" cy="75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677450" y="1217195"/>
            <a:ext cx="29467" cy="67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706917" y="1223945"/>
            <a:ext cx="29467" cy="597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736384" y="1229916"/>
            <a:ext cx="29467" cy="519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1765851" y="1235108"/>
            <a:ext cx="29467" cy="454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1795318" y="1239651"/>
            <a:ext cx="29467" cy="402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1824785" y="1243676"/>
            <a:ext cx="29466" cy="428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1854251" y="1247959"/>
            <a:ext cx="29467" cy="519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1883718" y="1253151"/>
            <a:ext cx="29467" cy="32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1913185" y="1256396"/>
            <a:ext cx="29467" cy="402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1942652" y="1260420"/>
            <a:ext cx="29467" cy="376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1972119" y="1264185"/>
            <a:ext cx="29467" cy="402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2001586" y="1268209"/>
            <a:ext cx="29467" cy="402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2031053" y="1272233"/>
            <a:ext cx="29466" cy="363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060519" y="1275867"/>
            <a:ext cx="29467" cy="298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2089986" y="1278853"/>
            <a:ext cx="29467" cy="298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2119453" y="1281839"/>
            <a:ext cx="29467" cy="272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2148920" y="1284565"/>
            <a:ext cx="29467" cy="246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2178387" y="1287031"/>
            <a:ext cx="29467" cy="266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2207854" y="1289692"/>
            <a:ext cx="29467" cy="18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2237321" y="1291574"/>
            <a:ext cx="29466" cy="207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266787" y="1293651"/>
            <a:ext cx="29467" cy="90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296254" y="1294559"/>
            <a:ext cx="29467" cy="116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325721" y="1295727"/>
            <a:ext cx="29467" cy="129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355188" y="1297026"/>
            <a:ext cx="29467" cy="1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384655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414122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443589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473056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2502523" y="1296507"/>
            <a:ext cx="29466" cy="64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2531989" y="1295727"/>
            <a:ext cx="29467" cy="78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2561456" y="1294429"/>
            <a:ext cx="29467" cy="129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2590923" y="1294300"/>
            <a:ext cx="17412" cy="1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782729" y="691091"/>
            <a:ext cx="22483" cy="3279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05212" y="723885"/>
            <a:ext cx="20378" cy="3015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825590" y="754036"/>
            <a:ext cx="20091" cy="2998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845681" y="784016"/>
            <a:ext cx="22770" cy="3337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868451" y="817392"/>
            <a:ext cx="22770" cy="3301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891221" y="850411"/>
            <a:ext cx="22770" cy="3266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913991" y="883074"/>
            <a:ext cx="22770" cy="3319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936761" y="916272"/>
            <a:ext cx="22770" cy="3248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959531" y="948756"/>
            <a:ext cx="24109" cy="3426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83640" y="983025"/>
            <a:ext cx="22769" cy="3123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1006409" y="1014259"/>
            <a:ext cx="22771" cy="3143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1029180" y="1045692"/>
            <a:ext cx="24109" cy="3252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053289" y="1078216"/>
            <a:ext cx="24109" cy="3268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077398" y="1110898"/>
            <a:ext cx="24109" cy="3188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1507" y="1142787"/>
            <a:ext cx="24109" cy="3157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125616" y="1174359"/>
            <a:ext cx="24110" cy="3062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49726" y="1204979"/>
            <a:ext cx="24109" cy="3077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173835" y="1235757"/>
            <a:ext cx="24109" cy="3030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197944" y="1266060"/>
            <a:ext cx="24110" cy="2982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222054" y="1295886"/>
            <a:ext cx="24109" cy="298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246163" y="1325713"/>
            <a:ext cx="25448" cy="311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271611" y="1356840"/>
            <a:ext cx="26789" cy="321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298400" y="1388967"/>
            <a:ext cx="26788" cy="316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325188" y="1420666"/>
            <a:ext cx="26788" cy="3112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351976" y="1451794"/>
            <a:ext cx="26788" cy="3041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378764" y="1482207"/>
            <a:ext cx="26788" cy="3027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405552" y="1512478"/>
            <a:ext cx="26788" cy="2955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432340" y="1542035"/>
            <a:ext cx="28127" cy="306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460467" y="1572734"/>
            <a:ext cx="29467" cy="3089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489934" y="1603628"/>
            <a:ext cx="29467" cy="2972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519401" y="1633353"/>
            <a:ext cx="29467" cy="2998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548868" y="1663338"/>
            <a:ext cx="29467" cy="2881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578335" y="1692155"/>
            <a:ext cx="29466" cy="280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607801" y="1720193"/>
            <a:ext cx="29467" cy="280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637268" y="1748232"/>
            <a:ext cx="29467" cy="269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666735" y="1775231"/>
            <a:ext cx="29467" cy="2648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696202" y="1801712"/>
            <a:ext cx="29467" cy="2583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725669" y="1827543"/>
            <a:ext cx="29467" cy="2557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755136" y="1853115"/>
            <a:ext cx="29467" cy="2518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1784603" y="1878297"/>
            <a:ext cx="29466" cy="2388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1814069" y="1902182"/>
            <a:ext cx="29467" cy="2254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843536" y="1924729"/>
            <a:ext cx="29467" cy="2262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873003" y="1947354"/>
            <a:ext cx="29467" cy="2128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902470" y="1968642"/>
            <a:ext cx="29467" cy="2128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931937" y="1989931"/>
            <a:ext cx="29467" cy="2050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961404" y="2010440"/>
            <a:ext cx="29467" cy="1895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1990871" y="2029392"/>
            <a:ext cx="29466" cy="1804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020337" y="2047435"/>
            <a:ext cx="29467" cy="1739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049804" y="2064829"/>
            <a:ext cx="29467" cy="1648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079271" y="2081314"/>
            <a:ext cx="29467" cy="1583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108738" y="2097150"/>
            <a:ext cx="29467" cy="1531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138205" y="2112467"/>
            <a:ext cx="29467" cy="1427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167672" y="2126746"/>
            <a:ext cx="29467" cy="1376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197139" y="2140506"/>
            <a:ext cx="29466" cy="1259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226605" y="2153097"/>
            <a:ext cx="29467" cy="1259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256072" y="2165688"/>
            <a:ext cx="29467" cy="76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285539" y="2173346"/>
            <a:ext cx="29467" cy="84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315006" y="2181784"/>
            <a:ext cx="29467" cy="856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344473" y="2190351"/>
            <a:ext cx="29467" cy="856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373940" y="2198918"/>
            <a:ext cx="29466" cy="856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403406" y="2207485"/>
            <a:ext cx="29467" cy="916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432873" y="2216650"/>
            <a:ext cx="29467" cy="617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462340" y="2222824"/>
            <a:ext cx="29467" cy="296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491807" y="2225788"/>
            <a:ext cx="25449" cy="180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5" name="Rectangle 374"/>
          <p:cNvSpPr/>
          <p:nvPr/>
        </p:nvSpPr>
        <p:spPr>
          <a:xfrm>
            <a:off x="3302796" y="1230810"/>
            <a:ext cx="54864" cy="54864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3302796" y="1855265"/>
            <a:ext cx="54864" cy="54864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3655080" y="1062730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3655080" y="1270871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3655080" y="1687219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3655080" y="1895360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4178300" y="1066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5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8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4178300" y="14732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8"/>
                </a:moveTo>
                <a:lnTo>
                  <a:pt x="14" y="6"/>
                </a:lnTo>
                <a:lnTo>
                  <a:pt x="14" y="5"/>
                </a:lnTo>
                <a:lnTo>
                  <a:pt x="13" y="4"/>
                </a:lnTo>
                <a:lnTo>
                  <a:pt x="12" y="3"/>
                </a:lnTo>
                <a:lnTo>
                  <a:pt x="11" y="2"/>
                </a:lnTo>
                <a:lnTo>
                  <a:pt x="10" y="1"/>
                </a:lnTo>
                <a:lnTo>
                  <a:pt x="8" y="1"/>
                </a:lnTo>
                <a:lnTo>
                  <a:pt x="7" y="0"/>
                </a:lnTo>
                <a:lnTo>
                  <a:pt x="6" y="1"/>
                </a:lnTo>
                <a:lnTo>
                  <a:pt x="4" y="1"/>
                </a:lnTo>
                <a:lnTo>
                  <a:pt x="3" y="2"/>
                </a:lnTo>
                <a:lnTo>
                  <a:pt x="2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0" y="9"/>
                </a:lnTo>
                <a:lnTo>
                  <a:pt x="0" y="10"/>
                </a:lnTo>
                <a:lnTo>
                  <a:pt x="1" y="12"/>
                </a:lnTo>
                <a:lnTo>
                  <a:pt x="2" y="13"/>
                </a:lnTo>
                <a:lnTo>
                  <a:pt x="3" y="14"/>
                </a:lnTo>
                <a:lnTo>
                  <a:pt x="4" y="14"/>
                </a:lnTo>
                <a:lnTo>
                  <a:pt x="6" y="15"/>
                </a:lnTo>
                <a:lnTo>
                  <a:pt x="7" y="15"/>
                </a:lnTo>
                <a:lnTo>
                  <a:pt x="8" y="15"/>
                </a:lnTo>
                <a:lnTo>
                  <a:pt x="10" y="14"/>
                </a:lnTo>
                <a:lnTo>
                  <a:pt x="11" y="14"/>
                </a:lnTo>
                <a:lnTo>
                  <a:pt x="12" y="13"/>
                </a:lnTo>
                <a:lnTo>
                  <a:pt x="13" y="12"/>
                </a:lnTo>
                <a:lnTo>
                  <a:pt x="14" y="10"/>
                </a:lnTo>
                <a:lnTo>
                  <a:pt x="14" y="9"/>
                </a:lnTo>
                <a:lnTo>
                  <a:pt x="14" y="8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4178300" y="1689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4178300" y="18923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7"/>
                </a:moveTo>
                <a:lnTo>
                  <a:pt x="14" y="6"/>
                </a:lnTo>
                <a:lnTo>
                  <a:pt x="14" y="5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3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5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3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4695878" y="1337517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4695878" y="1612315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7" name="Connector 386"/>
          <p:cNvCxnSpPr/>
          <p:nvPr/>
        </p:nvCxnSpPr>
        <p:spPr>
          <a:xfrm>
            <a:off x="3174636" y="1258242"/>
            <a:ext cx="108053" cy="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Freeform 387"/>
          <p:cNvSpPr/>
          <p:nvPr/>
        </p:nvSpPr>
        <p:spPr>
          <a:xfrm>
            <a:off x="32766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9" name="Connector 388"/>
          <p:cNvCxnSpPr/>
          <p:nvPr/>
        </p:nvCxnSpPr>
        <p:spPr>
          <a:xfrm>
            <a:off x="3181659" y="1882719"/>
            <a:ext cx="101030" cy="1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Freeform 389"/>
          <p:cNvSpPr/>
          <p:nvPr/>
        </p:nvSpPr>
        <p:spPr>
          <a:xfrm>
            <a:off x="32766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1" name="Connector 390"/>
          <p:cNvCxnSpPr/>
          <p:nvPr/>
        </p:nvCxnSpPr>
        <p:spPr>
          <a:xfrm flipV="1">
            <a:off x="3359502" y="1154166"/>
            <a:ext cx="293777" cy="10407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359502" y="1258242"/>
            <a:ext cx="293777" cy="10407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3359502" y="1778687"/>
            <a:ext cx="293777" cy="10404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359502" y="1882730"/>
            <a:ext cx="293777" cy="10410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3839829" y="1154161"/>
            <a:ext cx="333863" cy="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3839829" y="1154166"/>
            <a:ext cx="333863" cy="20815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3839829" y="1154166"/>
            <a:ext cx="333863" cy="41635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3839829" y="1362318"/>
            <a:ext cx="333863" cy="41639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839829" y="1362318"/>
            <a:ext cx="333863" cy="62455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3839829" y="1154161"/>
            <a:ext cx="333863" cy="62452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3839829" y="1362323"/>
            <a:ext cx="333863" cy="41636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39829" y="1778687"/>
            <a:ext cx="333863" cy="2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3839829" y="1570519"/>
            <a:ext cx="333863" cy="41632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839829" y="1986839"/>
            <a:ext cx="333863" cy="3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4360242" y="1154161"/>
            <a:ext cx="333890" cy="54961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4360242" y="1362323"/>
            <a:ext cx="333890" cy="6664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4360242" y="1428967"/>
            <a:ext cx="333890" cy="14155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4360242" y="1428967"/>
            <a:ext cx="333890" cy="34974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4360242" y="1703780"/>
            <a:ext cx="333890" cy="28309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4880681" y="1428967"/>
            <a:ext cx="237289" cy="100911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4880681" y="1602901"/>
            <a:ext cx="237289" cy="10087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5297071" y="1566406"/>
            <a:ext cx="53882" cy="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Freeform 412"/>
          <p:cNvSpPr/>
          <p:nvPr/>
        </p:nvSpPr>
        <p:spPr>
          <a:xfrm>
            <a:off x="53340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7" name="Picture 4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8" name="TextBox 41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723293" y="2246484"/>
            <a:ext cx="506210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76102" y="2246484"/>
            <a:ext cx="4709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451141" y="2246484"/>
            <a:ext cx="433425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826180" y="2246484"/>
            <a:ext cx="395921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30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2201218" y="2246484"/>
            <a:ext cx="3584177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40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2576266" y="2246484"/>
            <a:ext cx="320912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670292" y="2187825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601102" y="1879341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601102" y="1570856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601102" y="1262362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601102" y="953878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670292" y="645393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2374683" y="688373"/>
            <a:ext cx="341071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2369152" y="2091993"/>
            <a:ext cx="341624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2368776" y="1073711"/>
            <a:ext cx="341661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368834" y="1197379"/>
            <a:ext cx="3416561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368573" y="965738"/>
            <a:ext cx="341682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67811" y="2398247"/>
            <a:ext cx="421758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Epoch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64039" y="1318440"/>
            <a:ext cx="542135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Weight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3095746" y="1223636"/>
            <a:ext cx="2689649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3088725" y="1848053"/>
            <a:ext cx="2696671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3725257" y="1121775"/>
            <a:ext cx="2060138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3724450" y="1330269"/>
            <a:ext cx="2060945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3725257" y="1746257"/>
            <a:ext cx="2060138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724450" y="1954741"/>
            <a:ext cx="2060945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4255368" y="1119563"/>
            <a:ext cx="1530027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4248346" y="1327708"/>
            <a:ext cx="1537049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4247869" y="1535541"/>
            <a:ext cx="1537526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4247943" y="1744072"/>
            <a:ext cx="1537453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4247612" y="1951878"/>
            <a:ext cx="1537783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4766048" y="1396564"/>
            <a:ext cx="1019347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4765240" y="1671702"/>
            <a:ext cx="1020155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175601" y="1540968"/>
            <a:ext cx="609794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5395302" y="1515010"/>
            <a:ext cx="390093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4386434" y="11279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0.99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4386434" y="11279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0.99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4386434" y="1336240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4386434" y="1544432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0.72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4386434" y="1544432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0.72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4386434" y="1752494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0.61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4386434" y="1752494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0.61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386434" y="19606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0.79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4386434" y="19606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0.79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4901654" y="3150917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5623966" y="3150693"/>
            <a:ext cx="1614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45533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20579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95624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70670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245716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20761" y="2186538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45533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20579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495624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70670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45716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20761" y="669702"/>
            <a:ext cx="0" cy="41047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5533" y="2227585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5533" y="1919093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45533" y="1610601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45533" y="1302110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45533" y="993618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45533" y="685127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579718" y="2227585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579718" y="1919093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579718" y="1610601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2579718" y="1302110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579718" y="993618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579718" y="685127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78549" y="684305"/>
            <a:ext cx="21671" cy="79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00220" y="685095"/>
            <a:ext cx="28049" cy="6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28269" y="683173"/>
            <a:ext cx="29467" cy="199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5773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8720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1667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946137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7560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00507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3453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06400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9347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122938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15240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18187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21133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240805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270272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299739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329206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358672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388139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41760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44707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47654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50600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53547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564941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9440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62387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65334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68280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712275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741742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77120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800675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830142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859609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88907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91854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94801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1977477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00694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03641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06587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09534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12481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2154278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183745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21321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242678" y="683139"/>
            <a:ext cx="37562" cy="3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2280240" y="683139"/>
            <a:ext cx="34766" cy="3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231500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34447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373940" y="683173"/>
            <a:ext cx="29466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403406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432873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462340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491807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2521274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2550741" y="683173"/>
            <a:ext cx="29467" cy="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2580208" y="683173"/>
            <a:ext cx="26788" cy="15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90766" y="693621"/>
            <a:ext cx="19589" cy="1531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810355" y="708934"/>
            <a:ext cx="28629" cy="190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838984" y="727935"/>
            <a:ext cx="29467" cy="197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868451" y="747684"/>
            <a:ext cx="29467" cy="1991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897918" y="767602"/>
            <a:ext cx="29467" cy="1948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927385" y="787082"/>
            <a:ext cx="29467" cy="1603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956852" y="803114"/>
            <a:ext cx="29467" cy="1687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986319" y="819988"/>
            <a:ext cx="29466" cy="1596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015785" y="835954"/>
            <a:ext cx="29467" cy="1531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045252" y="851272"/>
            <a:ext cx="29467" cy="145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074719" y="865810"/>
            <a:ext cx="29467" cy="1388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104186" y="879699"/>
            <a:ext cx="29467" cy="1363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1133653" y="893329"/>
            <a:ext cx="29467" cy="1285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163120" y="906179"/>
            <a:ext cx="29467" cy="1246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1192587" y="918641"/>
            <a:ext cx="29467" cy="1168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1222054" y="930324"/>
            <a:ext cx="29466" cy="1103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251520" y="941357"/>
            <a:ext cx="29467" cy="1064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280987" y="952001"/>
            <a:ext cx="29467" cy="98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310454" y="961866"/>
            <a:ext cx="29467" cy="947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339921" y="971342"/>
            <a:ext cx="29467" cy="908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369388" y="980429"/>
            <a:ext cx="29467" cy="882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398855" y="989255"/>
            <a:ext cx="29466" cy="817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428321" y="997433"/>
            <a:ext cx="29467" cy="778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457788" y="1005222"/>
            <a:ext cx="29467" cy="726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487255" y="1012491"/>
            <a:ext cx="29467" cy="70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1516722" y="1019500"/>
            <a:ext cx="29467" cy="636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1546189" y="1025861"/>
            <a:ext cx="29467" cy="649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1575656" y="1032351"/>
            <a:ext cx="29467" cy="372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1605123" y="1036072"/>
            <a:ext cx="29467" cy="679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1634590" y="1042865"/>
            <a:ext cx="29466" cy="454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1664056" y="1047409"/>
            <a:ext cx="29467" cy="415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>
            <a:off x="1693523" y="1051562"/>
            <a:ext cx="29467" cy="37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>
            <a:off x="1722990" y="1055327"/>
            <a:ext cx="29467" cy="324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1752457" y="1058572"/>
            <a:ext cx="29467" cy="285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1781924" y="1061428"/>
            <a:ext cx="29467" cy="220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811391" y="1063634"/>
            <a:ext cx="29466" cy="220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1840857" y="1065841"/>
            <a:ext cx="29467" cy="155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>
            <a:off x="1870324" y="1067399"/>
            <a:ext cx="29467" cy="129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899791" y="1068697"/>
            <a:ext cx="29467" cy="11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1929258" y="1069865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958725" y="1071293"/>
            <a:ext cx="29467" cy="25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988192" y="1071552"/>
            <a:ext cx="29467" cy="77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017659" y="1072331"/>
            <a:ext cx="29466" cy="6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047125" y="1072980"/>
            <a:ext cx="29467" cy="39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076592" y="1073370"/>
            <a:ext cx="29467" cy="10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106059" y="1074408"/>
            <a:ext cx="29467" cy="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135526" y="1072980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164993" y="1072980"/>
            <a:ext cx="29467" cy="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194460" y="1071812"/>
            <a:ext cx="29467" cy="11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223927" y="1071552"/>
            <a:ext cx="29466" cy="26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>
            <a:off x="2253393" y="1071552"/>
            <a:ext cx="29467" cy="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282860" y="1070773"/>
            <a:ext cx="29467" cy="77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312327" y="1069865"/>
            <a:ext cx="29467" cy="90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341794" y="1068697"/>
            <a:ext cx="29467" cy="11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371261" y="1068178"/>
            <a:ext cx="29467" cy="51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2400728" y="1066620"/>
            <a:ext cx="29467" cy="155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2430195" y="1065841"/>
            <a:ext cx="29466" cy="77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2459661" y="1064413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489128" y="1062985"/>
            <a:ext cx="29467" cy="142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518595" y="1062077"/>
            <a:ext cx="29467" cy="90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548062" y="1060389"/>
            <a:ext cx="29467" cy="168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2577529" y="1060130"/>
            <a:ext cx="25449" cy="25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>
            <a:off x="777803" y="684037"/>
            <a:ext cx="16260" cy="1398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>
            <a:off x="794063" y="698018"/>
            <a:ext cx="22596" cy="2049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>
            <a:off x="816659" y="718515"/>
            <a:ext cx="22559" cy="198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839218" y="738381"/>
            <a:ext cx="22289" cy="1995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861507" y="758331"/>
            <a:ext cx="31340" cy="2395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892847" y="782281"/>
            <a:ext cx="23227" cy="1882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916074" y="801104"/>
            <a:ext cx="17362" cy="1448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933436" y="815584"/>
            <a:ext cx="20354" cy="139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953790" y="829563"/>
            <a:ext cx="27171" cy="2139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980961" y="850958"/>
            <a:ext cx="29467" cy="2103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1010428" y="871995"/>
            <a:ext cx="29467" cy="2033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1039895" y="892330"/>
            <a:ext cx="29467" cy="1973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069362" y="912068"/>
            <a:ext cx="29466" cy="1948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1098828" y="931557"/>
            <a:ext cx="29467" cy="1635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>
            <a:off x="1128295" y="947912"/>
            <a:ext cx="29467" cy="1751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1157762" y="965427"/>
            <a:ext cx="29467" cy="1710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>
            <a:off x="1187229" y="982533"/>
            <a:ext cx="29467" cy="1671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>
            <a:off x="1216696" y="999251"/>
            <a:ext cx="29467" cy="1233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>
            <a:off x="1246163" y="1011582"/>
            <a:ext cx="29466" cy="1401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>
            <a:off x="1275629" y="1025601"/>
            <a:ext cx="29467" cy="1363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1305096" y="1039231"/>
            <a:ext cx="29467" cy="1259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>
            <a:off x="1334563" y="1051822"/>
            <a:ext cx="29467" cy="1194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>
            <a:off x="1364030" y="1063764"/>
            <a:ext cx="29467" cy="1116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1393497" y="1074927"/>
            <a:ext cx="29467" cy="1038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1422964" y="1085312"/>
            <a:ext cx="29467" cy="999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452431" y="1095307"/>
            <a:ext cx="29467" cy="934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481898" y="1104653"/>
            <a:ext cx="29466" cy="882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511364" y="1113480"/>
            <a:ext cx="29467" cy="804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540831" y="1121528"/>
            <a:ext cx="29467" cy="752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570298" y="1129057"/>
            <a:ext cx="29467" cy="674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599765" y="1135806"/>
            <a:ext cx="29467" cy="623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629232" y="1142037"/>
            <a:ext cx="29467" cy="584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658699" y="1147878"/>
            <a:ext cx="29466" cy="532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688165" y="1153201"/>
            <a:ext cx="29467" cy="493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717632" y="1158133"/>
            <a:ext cx="29467" cy="428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747099" y="1162417"/>
            <a:ext cx="29467" cy="415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776566" y="1166571"/>
            <a:ext cx="29467" cy="363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806033" y="1170205"/>
            <a:ext cx="29467" cy="311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835500" y="1173321"/>
            <a:ext cx="29467" cy="259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864967" y="1175916"/>
            <a:ext cx="29466" cy="194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894433" y="1177864"/>
            <a:ext cx="29467" cy="389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1923900" y="1181758"/>
            <a:ext cx="29467" cy="64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1953367" y="1182407"/>
            <a:ext cx="29467" cy="181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982834" y="1184224"/>
            <a:ext cx="29467" cy="15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2012301" y="1185782"/>
            <a:ext cx="29467" cy="168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2041768" y="1187469"/>
            <a:ext cx="29467" cy="116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071235" y="1188638"/>
            <a:ext cx="29467" cy="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100702" y="1188638"/>
            <a:ext cx="29466" cy="103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130168" y="1189676"/>
            <a:ext cx="29468" cy="38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159636" y="1190065"/>
            <a:ext cx="29466" cy="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189102" y="1190065"/>
            <a:ext cx="29467" cy="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2218569" y="1188767"/>
            <a:ext cx="29467" cy="12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2248036" y="1188638"/>
            <a:ext cx="29467" cy="12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2277503" y="1187859"/>
            <a:ext cx="29467" cy="7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2306970" y="1186301"/>
            <a:ext cx="29466" cy="15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2336436" y="1185393"/>
            <a:ext cx="29467" cy="90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2365903" y="1183445"/>
            <a:ext cx="29467" cy="194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2395370" y="1182017"/>
            <a:ext cx="29467" cy="142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2424837" y="1179940"/>
            <a:ext cx="29467" cy="207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2454304" y="1177734"/>
            <a:ext cx="29467" cy="220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2483771" y="1175397"/>
            <a:ext cx="29467" cy="233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2513238" y="1173061"/>
            <a:ext cx="29466" cy="233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2542704" y="1170205"/>
            <a:ext cx="29467" cy="285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2572171" y="1167505"/>
            <a:ext cx="28128" cy="270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774693" y="686418"/>
            <a:ext cx="28797" cy="2467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803490" y="711089"/>
            <a:ext cx="24658" cy="2092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828148" y="732011"/>
            <a:ext cx="21264" cy="188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>
            <a:off x="849412" y="750893"/>
            <a:ext cx="32433" cy="270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>
            <a:off x="881845" y="777975"/>
            <a:ext cx="29467" cy="2462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>
            <a:off x="911312" y="802595"/>
            <a:ext cx="29467" cy="2609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>
            <a:off x="940779" y="828685"/>
            <a:ext cx="29467" cy="2427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>
            <a:off x="970246" y="852959"/>
            <a:ext cx="27433" cy="2190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>
            <a:off x="997679" y="874866"/>
            <a:ext cx="27841" cy="2039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>
            <a:off x="1025520" y="895257"/>
            <a:ext cx="31093" cy="2166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>
            <a:off x="1056613" y="916922"/>
            <a:ext cx="27840" cy="1921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>
            <a:off x="1084453" y="936141"/>
            <a:ext cx="29874" cy="2022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1114327" y="956364"/>
            <a:ext cx="29060" cy="1883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>
            <a:off x="1143387" y="975195"/>
            <a:ext cx="31094" cy="194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>
            <a:off x="1174481" y="994640"/>
            <a:ext cx="29873" cy="1794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>
            <a:off x="1204354" y="1012584"/>
            <a:ext cx="31093" cy="1840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>
            <a:off x="1235447" y="1030988"/>
            <a:ext cx="29467" cy="173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>
            <a:off x="1264914" y="1048317"/>
            <a:ext cx="29467" cy="1609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>
            <a:off x="1294381" y="1064413"/>
            <a:ext cx="29467" cy="1557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>
            <a:off x="1323848" y="1079990"/>
            <a:ext cx="29467" cy="1453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>
            <a:off x="1353315" y="1094528"/>
            <a:ext cx="29467" cy="1440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1382782" y="1108936"/>
            <a:ext cx="29467" cy="1350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>
            <a:off x="1412249" y="1122436"/>
            <a:ext cx="29466" cy="1337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>
            <a:off x="1441715" y="1135806"/>
            <a:ext cx="29467" cy="1259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471182" y="1148398"/>
            <a:ext cx="29467" cy="1220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500649" y="1160599"/>
            <a:ext cx="29467" cy="1129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530116" y="1171893"/>
            <a:ext cx="29467" cy="1051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559583" y="1182407"/>
            <a:ext cx="29467" cy="1012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589050" y="1192532"/>
            <a:ext cx="29467" cy="895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618517" y="1201488"/>
            <a:ext cx="29467" cy="817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647984" y="1209666"/>
            <a:ext cx="29466" cy="75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677450" y="1217195"/>
            <a:ext cx="29467" cy="67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706917" y="1223945"/>
            <a:ext cx="29467" cy="597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736384" y="1229916"/>
            <a:ext cx="29467" cy="519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1765851" y="1235108"/>
            <a:ext cx="29467" cy="454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1795318" y="1239651"/>
            <a:ext cx="29467" cy="402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1824785" y="1243676"/>
            <a:ext cx="29466" cy="428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1854251" y="1247959"/>
            <a:ext cx="29467" cy="519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1883718" y="1253151"/>
            <a:ext cx="29467" cy="32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1913185" y="1256396"/>
            <a:ext cx="29467" cy="402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1942652" y="1260420"/>
            <a:ext cx="29467" cy="376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1972119" y="1264185"/>
            <a:ext cx="29467" cy="402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2001586" y="1268209"/>
            <a:ext cx="29467" cy="402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2031053" y="1272233"/>
            <a:ext cx="29466" cy="363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2060519" y="1275867"/>
            <a:ext cx="29467" cy="298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2089986" y="1278853"/>
            <a:ext cx="29467" cy="298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2119453" y="1281839"/>
            <a:ext cx="29467" cy="272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2148920" y="1284565"/>
            <a:ext cx="29467" cy="246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2178387" y="1287031"/>
            <a:ext cx="29467" cy="266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2207854" y="1289692"/>
            <a:ext cx="29467" cy="18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2237321" y="1291574"/>
            <a:ext cx="29466" cy="207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266787" y="1293651"/>
            <a:ext cx="29467" cy="90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296254" y="1294559"/>
            <a:ext cx="29467" cy="116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325721" y="1295727"/>
            <a:ext cx="29467" cy="129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355188" y="1297026"/>
            <a:ext cx="29467" cy="1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384655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414122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443589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473056" y="1297155"/>
            <a:ext cx="29467" cy="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2502523" y="1296507"/>
            <a:ext cx="29466" cy="64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2531989" y="1295727"/>
            <a:ext cx="29467" cy="78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2561456" y="1294429"/>
            <a:ext cx="29467" cy="129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2590923" y="1294300"/>
            <a:ext cx="17412" cy="1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782729" y="691091"/>
            <a:ext cx="22483" cy="3279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805212" y="723885"/>
            <a:ext cx="20378" cy="3015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825590" y="754036"/>
            <a:ext cx="20091" cy="2998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845681" y="784016"/>
            <a:ext cx="22770" cy="3337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868451" y="817392"/>
            <a:ext cx="22770" cy="3301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891221" y="850411"/>
            <a:ext cx="22770" cy="3266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913991" y="883074"/>
            <a:ext cx="22770" cy="3319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936761" y="916272"/>
            <a:ext cx="22770" cy="3248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959531" y="948756"/>
            <a:ext cx="24109" cy="3426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983640" y="983025"/>
            <a:ext cx="22769" cy="3123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1006409" y="1014259"/>
            <a:ext cx="22771" cy="3143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1029180" y="1045692"/>
            <a:ext cx="24109" cy="3252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053289" y="1078216"/>
            <a:ext cx="24109" cy="3268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077398" y="1110898"/>
            <a:ext cx="24109" cy="3188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1507" y="1142787"/>
            <a:ext cx="24109" cy="3157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1125616" y="1174359"/>
            <a:ext cx="24110" cy="3062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49726" y="1204979"/>
            <a:ext cx="24109" cy="3077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173835" y="1235757"/>
            <a:ext cx="24109" cy="3030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197944" y="1266060"/>
            <a:ext cx="24110" cy="2982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222054" y="1295886"/>
            <a:ext cx="24109" cy="298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246163" y="1325713"/>
            <a:ext cx="25448" cy="311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271611" y="1356840"/>
            <a:ext cx="26789" cy="321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298400" y="1388967"/>
            <a:ext cx="26788" cy="316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325188" y="1420666"/>
            <a:ext cx="26788" cy="3112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351976" y="1451794"/>
            <a:ext cx="26788" cy="3041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378764" y="1482207"/>
            <a:ext cx="26788" cy="3027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405552" y="1512478"/>
            <a:ext cx="26788" cy="2955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432340" y="1542035"/>
            <a:ext cx="28127" cy="306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460467" y="1572734"/>
            <a:ext cx="29467" cy="3089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489934" y="1603628"/>
            <a:ext cx="29467" cy="2972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519401" y="1633353"/>
            <a:ext cx="29467" cy="2998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548868" y="1663338"/>
            <a:ext cx="29467" cy="2881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578335" y="1692155"/>
            <a:ext cx="29466" cy="280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607801" y="1720193"/>
            <a:ext cx="29467" cy="280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637268" y="1748232"/>
            <a:ext cx="29467" cy="269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666735" y="1775231"/>
            <a:ext cx="29467" cy="2648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696202" y="1801712"/>
            <a:ext cx="29467" cy="2583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725669" y="1827543"/>
            <a:ext cx="29467" cy="2557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755136" y="1853115"/>
            <a:ext cx="29467" cy="2518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>
            <a:off x="1784603" y="1878297"/>
            <a:ext cx="29466" cy="2388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>
            <a:off x="1814069" y="1902182"/>
            <a:ext cx="29467" cy="2254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843536" y="1924729"/>
            <a:ext cx="29467" cy="2262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873003" y="1947354"/>
            <a:ext cx="29467" cy="2128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902470" y="1968642"/>
            <a:ext cx="29467" cy="2128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931937" y="1989931"/>
            <a:ext cx="29467" cy="2050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961404" y="2010440"/>
            <a:ext cx="29467" cy="1895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1990871" y="2029392"/>
            <a:ext cx="29466" cy="1804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2020337" y="2047435"/>
            <a:ext cx="29467" cy="1739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2049804" y="2064829"/>
            <a:ext cx="29467" cy="1648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2079271" y="2081314"/>
            <a:ext cx="29467" cy="1583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2108738" y="2097150"/>
            <a:ext cx="29467" cy="1531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2138205" y="2112467"/>
            <a:ext cx="29467" cy="1427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167672" y="2126746"/>
            <a:ext cx="29467" cy="1376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197139" y="2140506"/>
            <a:ext cx="29466" cy="1259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>
            <a:off x="2226605" y="2153097"/>
            <a:ext cx="29467" cy="1259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256072" y="2165688"/>
            <a:ext cx="29467" cy="76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285539" y="2173346"/>
            <a:ext cx="29467" cy="84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315006" y="2181784"/>
            <a:ext cx="29467" cy="856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344473" y="2190351"/>
            <a:ext cx="29467" cy="856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373940" y="2198918"/>
            <a:ext cx="29466" cy="856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>
            <a:off x="2403406" y="2207485"/>
            <a:ext cx="29467" cy="916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432873" y="2216650"/>
            <a:ext cx="29467" cy="617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462340" y="2222824"/>
            <a:ext cx="29467" cy="296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491807" y="2225788"/>
            <a:ext cx="25449" cy="180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5" name="Rectangle 374"/>
          <p:cNvSpPr/>
          <p:nvPr/>
        </p:nvSpPr>
        <p:spPr>
          <a:xfrm>
            <a:off x="3302796" y="1230810"/>
            <a:ext cx="54864" cy="54864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3302796" y="1855265"/>
            <a:ext cx="54864" cy="54864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3655080" y="1062730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3655080" y="1270871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3655080" y="1687219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3655080" y="1895360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4178300" y="1066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5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5"/>
                </a:lnTo>
                <a:lnTo>
                  <a:pt x="0" y="7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8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4178300" y="14732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8"/>
                </a:moveTo>
                <a:lnTo>
                  <a:pt x="14" y="6"/>
                </a:lnTo>
                <a:lnTo>
                  <a:pt x="14" y="5"/>
                </a:lnTo>
                <a:lnTo>
                  <a:pt x="13" y="4"/>
                </a:lnTo>
                <a:lnTo>
                  <a:pt x="12" y="3"/>
                </a:lnTo>
                <a:lnTo>
                  <a:pt x="11" y="2"/>
                </a:lnTo>
                <a:lnTo>
                  <a:pt x="10" y="1"/>
                </a:lnTo>
                <a:lnTo>
                  <a:pt x="8" y="1"/>
                </a:lnTo>
                <a:lnTo>
                  <a:pt x="7" y="0"/>
                </a:lnTo>
                <a:lnTo>
                  <a:pt x="6" y="1"/>
                </a:lnTo>
                <a:lnTo>
                  <a:pt x="4" y="1"/>
                </a:lnTo>
                <a:lnTo>
                  <a:pt x="3" y="2"/>
                </a:lnTo>
                <a:lnTo>
                  <a:pt x="2" y="3"/>
                </a:lnTo>
                <a:lnTo>
                  <a:pt x="1" y="4"/>
                </a:lnTo>
                <a:lnTo>
                  <a:pt x="0" y="5"/>
                </a:lnTo>
                <a:lnTo>
                  <a:pt x="0" y="6"/>
                </a:lnTo>
                <a:lnTo>
                  <a:pt x="0" y="8"/>
                </a:lnTo>
                <a:lnTo>
                  <a:pt x="0" y="9"/>
                </a:lnTo>
                <a:lnTo>
                  <a:pt x="0" y="10"/>
                </a:lnTo>
                <a:lnTo>
                  <a:pt x="1" y="12"/>
                </a:lnTo>
                <a:lnTo>
                  <a:pt x="2" y="13"/>
                </a:lnTo>
                <a:lnTo>
                  <a:pt x="3" y="14"/>
                </a:lnTo>
                <a:lnTo>
                  <a:pt x="4" y="14"/>
                </a:lnTo>
                <a:lnTo>
                  <a:pt x="6" y="15"/>
                </a:lnTo>
                <a:lnTo>
                  <a:pt x="7" y="15"/>
                </a:lnTo>
                <a:lnTo>
                  <a:pt x="8" y="15"/>
                </a:lnTo>
                <a:lnTo>
                  <a:pt x="10" y="14"/>
                </a:lnTo>
                <a:lnTo>
                  <a:pt x="11" y="14"/>
                </a:lnTo>
                <a:lnTo>
                  <a:pt x="12" y="13"/>
                </a:lnTo>
                <a:lnTo>
                  <a:pt x="13" y="12"/>
                </a:lnTo>
                <a:lnTo>
                  <a:pt x="14" y="10"/>
                </a:lnTo>
                <a:lnTo>
                  <a:pt x="14" y="9"/>
                </a:lnTo>
                <a:lnTo>
                  <a:pt x="14" y="8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4178300" y="1689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4178300" y="18923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7"/>
                </a:moveTo>
                <a:lnTo>
                  <a:pt x="14" y="6"/>
                </a:lnTo>
                <a:lnTo>
                  <a:pt x="14" y="5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3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5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3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4695878" y="1337517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4695878" y="1612315"/>
            <a:ext cx="182882" cy="182882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7" name="Connector 386"/>
          <p:cNvCxnSpPr/>
          <p:nvPr/>
        </p:nvCxnSpPr>
        <p:spPr>
          <a:xfrm>
            <a:off x="3174636" y="1258242"/>
            <a:ext cx="108053" cy="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Freeform 387"/>
          <p:cNvSpPr/>
          <p:nvPr/>
        </p:nvSpPr>
        <p:spPr>
          <a:xfrm>
            <a:off x="32766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9" name="Connector 388"/>
          <p:cNvCxnSpPr/>
          <p:nvPr/>
        </p:nvCxnSpPr>
        <p:spPr>
          <a:xfrm>
            <a:off x="3181659" y="1882719"/>
            <a:ext cx="101030" cy="1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Freeform 389"/>
          <p:cNvSpPr/>
          <p:nvPr/>
        </p:nvSpPr>
        <p:spPr>
          <a:xfrm>
            <a:off x="32766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1" name="Connector 390"/>
          <p:cNvCxnSpPr/>
          <p:nvPr/>
        </p:nvCxnSpPr>
        <p:spPr>
          <a:xfrm flipV="1">
            <a:off x="3359502" y="1154166"/>
            <a:ext cx="293777" cy="10407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3359502" y="1258242"/>
            <a:ext cx="293777" cy="10407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3359502" y="1778687"/>
            <a:ext cx="293777" cy="10404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3359502" y="1882730"/>
            <a:ext cx="293777" cy="10410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3839829" y="1154161"/>
            <a:ext cx="333863" cy="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3839829" y="1154166"/>
            <a:ext cx="333863" cy="20815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3839829" y="1154166"/>
            <a:ext cx="333863" cy="41635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3839829" y="1362318"/>
            <a:ext cx="333863" cy="41639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3839829" y="1362318"/>
            <a:ext cx="333863" cy="62455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3839829" y="1154161"/>
            <a:ext cx="333863" cy="62452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3839829" y="1362323"/>
            <a:ext cx="333863" cy="41636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3839829" y="1778687"/>
            <a:ext cx="333863" cy="2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3839829" y="1570519"/>
            <a:ext cx="333863" cy="41632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3839829" y="1986839"/>
            <a:ext cx="333863" cy="3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4360242" y="1154161"/>
            <a:ext cx="333890" cy="54961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4360242" y="1362323"/>
            <a:ext cx="333890" cy="6664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4360242" y="1428967"/>
            <a:ext cx="333890" cy="14155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4360242" y="1428967"/>
            <a:ext cx="333890" cy="34974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4360242" y="1703780"/>
            <a:ext cx="333890" cy="28309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4880681" y="1428967"/>
            <a:ext cx="237289" cy="100911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4880681" y="1602901"/>
            <a:ext cx="237289" cy="10087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5297071" y="1566406"/>
            <a:ext cx="53882" cy="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Freeform 412"/>
          <p:cNvSpPr/>
          <p:nvPr/>
        </p:nvSpPr>
        <p:spPr>
          <a:xfrm>
            <a:off x="5334000" y="1549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7" name="Picture 4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18" name="TextBox 41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723293" y="2246484"/>
            <a:ext cx="506210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76102" y="2246484"/>
            <a:ext cx="4709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451141" y="2246484"/>
            <a:ext cx="433425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826180" y="2246484"/>
            <a:ext cx="395921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30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2201218" y="2246484"/>
            <a:ext cx="3584177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40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2576266" y="2246484"/>
            <a:ext cx="320912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425" name="TextBox 424"/>
          <p:cNvSpPr txBox="1"/>
          <p:nvPr/>
        </p:nvSpPr>
        <p:spPr>
          <a:xfrm>
            <a:off x="670292" y="2187825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426" name="TextBox 425"/>
          <p:cNvSpPr txBox="1"/>
          <p:nvPr/>
        </p:nvSpPr>
        <p:spPr>
          <a:xfrm>
            <a:off x="601102" y="1879341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427" name="TextBox 426"/>
          <p:cNvSpPr txBox="1"/>
          <p:nvPr/>
        </p:nvSpPr>
        <p:spPr>
          <a:xfrm>
            <a:off x="601102" y="1570856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428" name="TextBox 427"/>
          <p:cNvSpPr txBox="1"/>
          <p:nvPr/>
        </p:nvSpPr>
        <p:spPr>
          <a:xfrm>
            <a:off x="601102" y="1262362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429" name="TextBox 428"/>
          <p:cNvSpPr txBox="1"/>
          <p:nvPr/>
        </p:nvSpPr>
        <p:spPr>
          <a:xfrm>
            <a:off x="601102" y="953878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670292" y="645393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2374683" y="688373"/>
            <a:ext cx="341071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2369152" y="2091993"/>
            <a:ext cx="341624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2368776" y="1073711"/>
            <a:ext cx="341661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434" name="TextBox 433"/>
          <p:cNvSpPr txBox="1"/>
          <p:nvPr/>
        </p:nvSpPr>
        <p:spPr>
          <a:xfrm>
            <a:off x="2368834" y="1197379"/>
            <a:ext cx="3416561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2368573" y="965738"/>
            <a:ext cx="341682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67811" y="2398247"/>
            <a:ext cx="421758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Epoch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364039" y="1318440"/>
            <a:ext cx="542135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Weight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3095746" y="1223636"/>
            <a:ext cx="2689649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3088725" y="1848053"/>
            <a:ext cx="2696671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3725257" y="1121775"/>
            <a:ext cx="2060138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3724450" y="1330269"/>
            <a:ext cx="2060945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3725257" y="1746257"/>
            <a:ext cx="2060138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3724450" y="1954741"/>
            <a:ext cx="2060945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4255368" y="1119563"/>
            <a:ext cx="1530027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4248346" y="1327708"/>
            <a:ext cx="1537049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4247869" y="1535541"/>
            <a:ext cx="1537526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4247943" y="1744072"/>
            <a:ext cx="1537453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448" name="TextBox 447"/>
          <p:cNvSpPr txBox="1"/>
          <p:nvPr/>
        </p:nvSpPr>
        <p:spPr>
          <a:xfrm>
            <a:off x="4247612" y="1951878"/>
            <a:ext cx="1537783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449" name="TextBox 448"/>
          <p:cNvSpPr txBox="1"/>
          <p:nvPr/>
        </p:nvSpPr>
        <p:spPr>
          <a:xfrm>
            <a:off x="4766048" y="1396564"/>
            <a:ext cx="1019347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4765240" y="1671702"/>
            <a:ext cx="1020155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175601" y="1540968"/>
            <a:ext cx="609794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5395302" y="1515010"/>
            <a:ext cx="390093" cy="1133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4386434" y="11279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0.99</a:t>
            </a:r>
          </a:p>
        </p:txBody>
      </p:sp>
      <p:sp>
        <p:nvSpPr>
          <p:cNvPr id="454" name="TextBox 453"/>
          <p:cNvSpPr txBox="1"/>
          <p:nvPr/>
        </p:nvSpPr>
        <p:spPr>
          <a:xfrm>
            <a:off x="4386434" y="11279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0.99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4386434" y="1336240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4386434" y="1544432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0.72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4386434" y="1544432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0.72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4386434" y="1752494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0.61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4386434" y="1752494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0.61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386434" y="19606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FFFFFF"/>
                </a:solidFill>
                <a:latin typeface="Josefin Sans"/>
              </a:rPr>
              <a:t>0.79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4386434" y="1960648"/>
            <a:ext cx="1398961" cy="8503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2" b="0">
                <a:solidFill>
                  <a:srgbClr val="000000"/>
                </a:solidFill>
                <a:latin typeface="Josefin Sans"/>
              </a:rPr>
              <a:t>0.79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460056" y="256351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found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false.</a:t>
            </a:r>
          </a:p>
        </p:txBody>
      </p:sp>
      <p:sp>
        <p:nvSpPr>
          <p:cNvPr id="463" name="TextBox 462"/>
          <p:cNvSpPr txBox="1"/>
          <p:nvPr/>
        </p:nvSpPr>
        <p:spPr>
          <a:xfrm>
            <a:off x="4901654" y="3150917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4" name="TextBox 463"/>
          <p:cNvSpPr txBox="1"/>
          <p:nvPr/>
        </p:nvSpPr>
        <p:spPr>
          <a:xfrm>
            <a:off x="5623966" y="3150693"/>
            <a:ext cx="1614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29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629600" y="-23359192"/>
            <a:ext cx="37960" cy="3795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629600" y="-22639143"/>
            <a:ext cx="37960" cy="37958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873328" y="-23547480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873328" y="-23259474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873328" y="-22827392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873328" y="-22539388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593501" y="-23214795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593597" y="-22882096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7540932" y="-23340214"/>
            <a:ext cx="7475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7609800" y="-23355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7545791" y="-22620140"/>
            <a:ext cx="69900" cy="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7609800" y="-226314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7668832" y="-23484223"/>
            <a:ext cx="203252" cy="1440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68832" y="-23340214"/>
            <a:ext cx="203252" cy="144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7668832" y="-22764098"/>
            <a:ext cx="203252" cy="1439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668832" y="-22620126"/>
            <a:ext cx="203252" cy="1440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8001146" y="-23484231"/>
            <a:ext cx="230985" cy="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001146" y="-23484223"/>
            <a:ext cx="231025" cy="1439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001146" y="-23484223"/>
            <a:ext cx="231068" cy="2880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001146" y="-23484223"/>
            <a:ext cx="231109" cy="4320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001146" y="-23196204"/>
            <a:ext cx="231152" cy="2880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001146" y="-23196204"/>
            <a:ext cx="231192" cy="4320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8001146" y="-23196204"/>
            <a:ext cx="231233" cy="576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8001146" y="-23196204"/>
            <a:ext cx="231276" cy="7201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8001146" y="-23484231"/>
            <a:ext cx="230985" cy="720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001146" y="-23340229"/>
            <a:ext cx="231025" cy="5761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8001146" y="-22908176"/>
            <a:ext cx="231152" cy="144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001146" y="-22764143"/>
            <a:ext cx="231192" cy="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001146" y="-23196219"/>
            <a:ext cx="231068" cy="7201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01146" y="-23052202"/>
            <a:ext cx="231109" cy="5761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001146" y="-22620104"/>
            <a:ext cx="231233" cy="1440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001146" y="-22476079"/>
            <a:ext cx="231276" cy="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61195" y="-23484231"/>
            <a:ext cx="231096" cy="3327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361236" y="-23340229"/>
            <a:ext cx="231152" cy="5214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361279" y="-23196219"/>
            <a:ext cx="231012" cy="446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361320" y="-23052202"/>
            <a:ext cx="231068" cy="2333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361360" y="-23151521"/>
            <a:ext cx="230931" cy="2433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8361403" y="-22818804"/>
            <a:ext cx="230985" cy="54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8361444" y="-23151521"/>
            <a:ext cx="230847" cy="5314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361487" y="-22818804"/>
            <a:ext cx="230901" cy="3427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8721356" y="-23151521"/>
            <a:ext cx="171832" cy="1278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721453" y="-22946607"/>
            <a:ext cx="171741" cy="1278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9009485" y="-22985125"/>
            <a:ext cx="3727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29044900" y="-22999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056" y="53981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provide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wrong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901653" y="3150919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16142" y="3150695"/>
            <a:ext cx="169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629600" y="-23359192"/>
            <a:ext cx="37960" cy="3795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629600" y="-22639143"/>
            <a:ext cx="37960" cy="37958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873328" y="-23547480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873328" y="-23259474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873328" y="-22827392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873328" y="-22539388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593501" y="-23214795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593597" y="-22882096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7540932" y="-23340214"/>
            <a:ext cx="7475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7609800" y="-23355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7545791" y="-22620140"/>
            <a:ext cx="69900" cy="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7609800" y="-226314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7668832" y="-23484223"/>
            <a:ext cx="203252" cy="1440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68832" y="-23340214"/>
            <a:ext cx="203252" cy="144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7668832" y="-22764098"/>
            <a:ext cx="203252" cy="1439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668832" y="-22620126"/>
            <a:ext cx="203252" cy="1440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8001146" y="-23484231"/>
            <a:ext cx="230985" cy="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001146" y="-23484223"/>
            <a:ext cx="231025" cy="1439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001146" y="-23484223"/>
            <a:ext cx="231068" cy="2880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001146" y="-23484223"/>
            <a:ext cx="231109" cy="4320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001146" y="-23196204"/>
            <a:ext cx="231152" cy="2880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001146" y="-23196204"/>
            <a:ext cx="231192" cy="4320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8001146" y="-23196204"/>
            <a:ext cx="231233" cy="576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8001146" y="-23196204"/>
            <a:ext cx="231276" cy="7201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8001146" y="-23484231"/>
            <a:ext cx="230985" cy="720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001146" y="-23340229"/>
            <a:ext cx="231025" cy="5761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8001146" y="-22908176"/>
            <a:ext cx="231152" cy="144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001146" y="-22764143"/>
            <a:ext cx="231192" cy="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001146" y="-23196219"/>
            <a:ext cx="231068" cy="7201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01146" y="-23052202"/>
            <a:ext cx="231109" cy="5761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001146" y="-22620104"/>
            <a:ext cx="231233" cy="1440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001146" y="-22476079"/>
            <a:ext cx="231276" cy="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61195" y="-23484231"/>
            <a:ext cx="231096" cy="3327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361236" y="-23340229"/>
            <a:ext cx="231152" cy="5214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361279" y="-23196219"/>
            <a:ext cx="231012" cy="446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361320" y="-23052202"/>
            <a:ext cx="231068" cy="2333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361360" y="-23151521"/>
            <a:ext cx="230931" cy="2433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8361403" y="-22818804"/>
            <a:ext cx="230985" cy="54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8361444" y="-23151521"/>
            <a:ext cx="230847" cy="5314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361487" y="-22818804"/>
            <a:ext cx="230901" cy="3427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8721356" y="-23151521"/>
            <a:ext cx="171832" cy="1278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721453" y="-22946607"/>
            <a:ext cx="171741" cy="1278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9009485" y="-22985125"/>
            <a:ext cx="3727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29044900" y="-22999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056" y="53981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provide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wrong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0056" y="7979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remove/reduce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dependency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7094" y="101376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094" y="118584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automatically.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901653" y="3150919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16142" y="3150695"/>
            <a:ext cx="169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7629600" y="-23359192"/>
            <a:ext cx="37960" cy="3795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629600" y="-22639143"/>
            <a:ext cx="37960" cy="37958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873328" y="-23547480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873328" y="-23259474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873328" y="-22827392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873328" y="-22539388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593501" y="-23214795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8593597" y="-22882096"/>
            <a:ext cx="126528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7540932" y="-23340214"/>
            <a:ext cx="7475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7609800" y="-23355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7545791" y="-22620140"/>
            <a:ext cx="69900" cy="1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7609800" y="-226314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7668832" y="-23484223"/>
            <a:ext cx="203252" cy="1440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7668832" y="-23340214"/>
            <a:ext cx="203252" cy="144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7668832" y="-22764098"/>
            <a:ext cx="203252" cy="1439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7668832" y="-22620126"/>
            <a:ext cx="203252" cy="1440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8001146" y="-23484231"/>
            <a:ext cx="230985" cy="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8001146" y="-23484223"/>
            <a:ext cx="231025" cy="14399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8001146" y="-23484223"/>
            <a:ext cx="231068" cy="28800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8001146" y="-23484223"/>
            <a:ext cx="231109" cy="43202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8001146" y="-23196204"/>
            <a:ext cx="231152" cy="28802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8001146" y="-23196204"/>
            <a:ext cx="231192" cy="4320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8001146" y="-23196204"/>
            <a:ext cx="231233" cy="576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8001146" y="-23196204"/>
            <a:ext cx="231276" cy="7201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8001146" y="-23484231"/>
            <a:ext cx="230985" cy="72013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8001146" y="-23340229"/>
            <a:ext cx="231025" cy="57613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8001146" y="-22908176"/>
            <a:ext cx="231152" cy="144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8001146" y="-22764143"/>
            <a:ext cx="231192" cy="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8001146" y="-23196219"/>
            <a:ext cx="231068" cy="7201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8001146" y="-23052202"/>
            <a:ext cx="231109" cy="5761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8001146" y="-22620104"/>
            <a:ext cx="231233" cy="1440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8001146" y="-22476079"/>
            <a:ext cx="231276" cy="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8361195" y="-23484231"/>
            <a:ext cx="231096" cy="3327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8361236" y="-23340229"/>
            <a:ext cx="231152" cy="5214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8361279" y="-23196219"/>
            <a:ext cx="231012" cy="446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8361320" y="-23052202"/>
            <a:ext cx="231068" cy="23339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8361360" y="-23151521"/>
            <a:ext cx="230931" cy="2433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8361403" y="-22818804"/>
            <a:ext cx="230985" cy="54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8361444" y="-23151521"/>
            <a:ext cx="230847" cy="53141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8361487" y="-22818804"/>
            <a:ext cx="230901" cy="3427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28721356" y="-23151521"/>
            <a:ext cx="171832" cy="1278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8721453" y="-22946607"/>
            <a:ext cx="171741" cy="1278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29009485" y="-22985125"/>
            <a:ext cx="3727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29044900" y="-22999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056" y="53981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provide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wrong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0056" y="7979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remove/reduce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dependency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7094" y="101376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094" y="118584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automatically.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0056" y="140018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7094" y="1616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 = 8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01653" y="3150919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16142" y="3150695"/>
            <a:ext cx="169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229272" y="2041133"/>
            <a:ext cx="37958" cy="37958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29272" y="2761183"/>
            <a:ext cx="37958" cy="37958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73000" y="1852846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73000" y="2140851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73000" y="2572934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473000" y="2860938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93172" y="2185531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93268" y="2518230"/>
            <a:ext cx="126527" cy="126527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140604" y="2060112"/>
            <a:ext cx="7475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209800" y="2044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145464" y="2780187"/>
            <a:ext cx="69897" cy="1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209800" y="27686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V="1">
            <a:off x="2268504" y="1916102"/>
            <a:ext cx="203250" cy="144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268504" y="2060112"/>
            <a:ext cx="203250" cy="1440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68504" y="2636227"/>
            <a:ext cx="203250" cy="14397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268504" y="2780200"/>
            <a:ext cx="203250" cy="1440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2600818" y="1916095"/>
            <a:ext cx="230983" cy="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2600818" y="1916102"/>
            <a:ext cx="231025" cy="14399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2600818" y="1916102"/>
            <a:ext cx="231067" cy="28800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600818" y="1916102"/>
            <a:ext cx="231108" cy="43202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600818" y="2204122"/>
            <a:ext cx="231150" cy="2880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600818" y="2204122"/>
            <a:ext cx="231192" cy="43206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600818" y="2204122"/>
            <a:ext cx="231233" cy="57610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2600818" y="2204122"/>
            <a:ext cx="231275" cy="720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600818" y="1916095"/>
            <a:ext cx="230983" cy="72013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600818" y="2060097"/>
            <a:ext cx="231025" cy="57613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600818" y="2492149"/>
            <a:ext cx="231150" cy="14407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00818" y="2636182"/>
            <a:ext cx="231192" cy="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600818" y="2204107"/>
            <a:ext cx="231067" cy="72014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600818" y="2348124"/>
            <a:ext cx="231108" cy="5761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600818" y="2780222"/>
            <a:ext cx="231233" cy="1440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600818" y="2924247"/>
            <a:ext cx="231275" cy="2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60866" y="1916095"/>
            <a:ext cx="231098" cy="33270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60908" y="2060097"/>
            <a:ext cx="231152" cy="5214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960949" y="2204107"/>
            <a:ext cx="231015" cy="446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960991" y="2348124"/>
            <a:ext cx="231069" cy="23339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61032" y="2248804"/>
            <a:ext cx="230932" cy="2433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961074" y="2581521"/>
            <a:ext cx="230986" cy="5466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961116" y="2248804"/>
            <a:ext cx="230848" cy="53141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961157" y="2581521"/>
            <a:ext cx="230903" cy="34274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3321029" y="2248804"/>
            <a:ext cx="171830" cy="1278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321125" y="2453719"/>
            <a:ext cx="171742" cy="12780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609156" y="2415200"/>
            <a:ext cx="37278" cy="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3644900" y="2400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056" y="539813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provide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wrong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left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0056" y="79792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remove/reduce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dependency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7094" y="101376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094" y="1185842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automatically.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0056" y="1400187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subsets,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7094" y="1616029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×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2 = 8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up.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86031" y="2036170"/>
            <a:ext cx="3699364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81173" y="2756171"/>
            <a:ext cx="3704222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521558" y="1893701"/>
            <a:ext cx="326383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521000" y="2181941"/>
            <a:ext cx="326439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21558" y="2613779"/>
            <a:ext cx="326383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21000" y="2902018"/>
            <a:ext cx="3264395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888309" y="1892164"/>
            <a:ext cx="289708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83496" y="2036157"/>
            <a:ext cx="290189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3204" y="2179915"/>
            <a:ext cx="2902191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83299" y="2324161"/>
            <a:ext cx="290209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83115" y="2467938"/>
            <a:ext cx="290228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83102" y="2611962"/>
            <a:ext cx="2902293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84486" y="2756234"/>
            <a:ext cx="2900909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83566" y="2900030"/>
            <a:ext cx="290183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241718" y="2226378"/>
            <a:ext cx="2543677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41255" y="2559314"/>
            <a:ext cx="2544140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25119" y="2397588"/>
            <a:ext cx="226027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77119" y="2379635"/>
            <a:ext cx="2108276" cy="784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8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978987" y="1897959"/>
            <a:ext cx="2806408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978987" y="1897959"/>
            <a:ext cx="2806408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979032" y="2041958"/>
            <a:ext cx="2806363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979032" y="2041958"/>
            <a:ext cx="2806363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979070" y="2185970"/>
            <a:ext cx="2806325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979070" y="2185970"/>
            <a:ext cx="2806325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79114" y="2329982"/>
            <a:ext cx="2806281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979114" y="2329982"/>
            <a:ext cx="2806281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979152" y="2474006"/>
            <a:ext cx="2806243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979152" y="2474006"/>
            <a:ext cx="2806243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79197" y="2618037"/>
            <a:ext cx="2806198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979197" y="2618037"/>
            <a:ext cx="2806198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979235" y="2762074"/>
            <a:ext cx="2806160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979235" y="2762074"/>
            <a:ext cx="2806160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79279" y="2906123"/>
            <a:ext cx="2806116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979279" y="2906123"/>
            <a:ext cx="2806116" cy="588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8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901653" y="3150919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16142" y="3150695"/>
            <a:ext cx="1692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30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45533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20579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95624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70670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245716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20761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45533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20579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495624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70670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45716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20761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5533" y="2226856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5533" y="1915280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45533" y="1603704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45533" y="1292128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45533" y="980552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45533" y="668976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579718" y="2226856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579718" y="1915280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579718" y="1603704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2579718" y="1292128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579718" y="980552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579718" y="668976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78322" y="1409077"/>
            <a:ext cx="33855" cy="4031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12177" y="1384799"/>
            <a:ext cx="21417" cy="2427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33594" y="1359744"/>
            <a:ext cx="22754" cy="2505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56348" y="1331956"/>
            <a:ext cx="24095" cy="2778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80443" y="1302009"/>
            <a:ext cx="26444" cy="2994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06887" y="1277836"/>
            <a:ext cx="26522" cy="2417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33409" y="1253998"/>
            <a:ext cx="24648" cy="2383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58057" y="1231819"/>
            <a:ext cx="25285" cy="2217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83342" y="1210947"/>
            <a:ext cx="28220" cy="2087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11562" y="1191152"/>
            <a:ext cx="29252" cy="1979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040814" y="1171889"/>
            <a:ext cx="31131" cy="1926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071945" y="1156517"/>
            <a:ext cx="28372" cy="1537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00317" y="1143585"/>
            <a:ext cx="27981" cy="1293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128298" y="1129527"/>
            <a:ext cx="30322" cy="1405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158620" y="1119042"/>
            <a:ext cx="29399" cy="1048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188019" y="1108576"/>
            <a:ext cx="29399" cy="1046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217418" y="1100109"/>
            <a:ext cx="29395" cy="846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246813" y="1091894"/>
            <a:ext cx="29394" cy="821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276207" y="1085410"/>
            <a:ext cx="29391" cy="648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305598" y="1079417"/>
            <a:ext cx="29390" cy="599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334988" y="1072904"/>
            <a:ext cx="29391" cy="651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364379" y="1068159"/>
            <a:ext cx="29387" cy="474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393766" y="1064350"/>
            <a:ext cx="29385" cy="380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423151" y="1061373"/>
            <a:ext cx="29383" cy="297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452534" y="1059020"/>
            <a:ext cx="29382" cy="235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481916" y="1056562"/>
            <a:ext cx="29382" cy="245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511298" y="1054209"/>
            <a:ext cx="29381" cy="235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540679" y="1051543"/>
            <a:ext cx="29383" cy="266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570062" y="1048232"/>
            <a:ext cx="29384" cy="3311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599446" y="1046346"/>
            <a:ext cx="29381" cy="188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628827" y="1044418"/>
            <a:ext cx="29381" cy="192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58208" y="1041438"/>
            <a:ext cx="29383" cy="298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687591" y="1038633"/>
            <a:ext cx="29383" cy="280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716974" y="1034720"/>
            <a:ext cx="29385" cy="391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746359" y="1031846"/>
            <a:ext cx="29383" cy="287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775742" y="1028869"/>
            <a:ext cx="29384" cy="297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05126" y="1025996"/>
            <a:ext cx="29382" cy="287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834508" y="1023955"/>
            <a:ext cx="29382" cy="2041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863890" y="1019023"/>
            <a:ext cx="29387" cy="493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893277" y="1018496"/>
            <a:ext cx="28488" cy="52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921765" y="1015959"/>
            <a:ext cx="30272" cy="253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952037" y="1013709"/>
            <a:ext cx="29382" cy="225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981419" y="1011460"/>
            <a:ext cx="29382" cy="224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010801" y="1009419"/>
            <a:ext cx="29381" cy="2041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040182" y="1007793"/>
            <a:ext cx="29380" cy="162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069562" y="1005960"/>
            <a:ext cx="29381" cy="183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098943" y="1004438"/>
            <a:ext cx="29380" cy="152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128323" y="999191"/>
            <a:ext cx="30278" cy="524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158601" y="999191"/>
            <a:ext cx="28483" cy="168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187084" y="999042"/>
            <a:ext cx="29381" cy="183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216465" y="997000"/>
            <a:ext cx="29382" cy="204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245847" y="995271"/>
            <a:ext cx="29380" cy="172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275227" y="993334"/>
            <a:ext cx="29381" cy="193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304608" y="991500"/>
            <a:ext cx="29381" cy="183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333989" y="990083"/>
            <a:ext cx="29379" cy="141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363368" y="988353"/>
            <a:ext cx="29381" cy="173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392749" y="986728"/>
            <a:ext cx="29380" cy="162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422129" y="985414"/>
            <a:ext cx="29380" cy="131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451509" y="983685"/>
            <a:ext cx="29381" cy="172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480890" y="982163"/>
            <a:ext cx="29380" cy="152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510270" y="980538"/>
            <a:ext cx="29380" cy="162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539650" y="978912"/>
            <a:ext cx="29380" cy="162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569030" y="977495"/>
            <a:ext cx="29380" cy="141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598410" y="976068"/>
            <a:ext cx="22704" cy="142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782177" y="1412219"/>
            <a:ext cx="27323" cy="3583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809500" y="1387798"/>
            <a:ext cx="21417" cy="2442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830917" y="1362536"/>
            <a:ext cx="22754" cy="2526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853671" y="1335476"/>
            <a:ext cx="24094" cy="2706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877765" y="1305701"/>
            <a:ext cx="27914" cy="2977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905679" y="1283488"/>
            <a:ext cx="22939" cy="2221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928618" y="1260692"/>
            <a:ext cx="24084" cy="2279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952702" y="1238473"/>
            <a:ext cx="25285" cy="2221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977987" y="1217921"/>
            <a:ext cx="27583" cy="2055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1005570" y="1197946"/>
            <a:ext cx="29071" cy="1997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034641" y="1181479"/>
            <a:ext cx="29271" cy="1646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1063912" y="1166075"/>
            <a:ext cx="29551" cy="1540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1093463" y="1152794"/>
            <a:ext cx="28609" cy="1328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1122072" y="1140326"/>
            <a:ext cx="28513" cy="124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1150585" y="1129425"/>
            <a:ext cx="29400" cy="109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1179985" y="1121460"/>
            <a:ext cx="29394" cy="79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1209379" y="1112597"/>
            <a:ext cx="29396" cy="886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1238775" y="1105379"/>
            <a:ext cx="29392" cy="721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1268167" y="1097493"/>
            <a:ext cx="29394" cy="788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1297561" y="1091876"/>
            <a:ext cx="29388" cy="56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1326949" y="1086611"/>
            <a:ext cx="29388" cy="52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1356337" y="1082942"/>
            <a:ext cx="29385" cy="366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1385722" y="1079833"/>
            <a:ext cx="29384" cy="31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1415106" y="1077376"/>
            <a:ext cx="29382" cy="245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1444488" y="1075750"/>
            <a:ext cx="29380" cy="162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1473868" y="1073709"/>
            <a:ext cx="29381" cy="204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1503249" y="1071980"/>
            <a:ext cx="29381" cy="172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1532630" y="1070042"/>
            <a:ext cx="29381" cy="19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1562011" y="1067897"/>
            <a:ext cx="29381" cy="214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1591392" y="1065855"/>
            <a:ext cx="29381" cy="204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1620773" y="1063606"/>
            <a:ext cx="29382" cy="22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1650155" y="1061357"/>
            <a:ext cx="29382" cy="22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1679537" y="1058899"/>
            <a:ext cx="29382" cy="245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1708919" y="1056442"/>
            <a:ext cx="29382" cy="245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1738301" y="1054664"/>
            <a:ext cx="29381" cy="177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1767682" y="1051943"/>
            <a:ext cx="29382" cy="272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1797064" y="1049798"/>
            <a:ext cx="29382" cy="214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1826446" y="1047860"/>
            <a:ext cx="29381" cy="19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1855827" y="1044789"/>
            <a:ext cx="29383" cy="307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1885210" y="1044089"/>
            <a:ext cx="29378" cy="70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1914588" y="1042256"/>
            <a:ext cx="29381" cy="183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1943969" y="1040734"/>
            <a:ext cx="29380" cy="152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1973349" y="1039421"/>
            <a:ext cx="29380" cy="131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002729" y="1038211"/>
            <a:ext cx="29379" cy="121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032108" y="1036794"/>
            <a:ext cx="29380" cy="14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061488" y="1035792"/>
            <a:ext cx="29379" cy="100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090867" y="1034375"/>
            <a:ext cx="29380" cy="14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120247" y="1033373"/>
            <a:ext cx="29379" cy="100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2149626" y="1031956"/>
            <a:ext cx="29380" cy="14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179006" y="1031058"/>
            <a:ext cx="29379" cy="89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208385" y="1029849"/>
            <a:ext cx="29379" cy="12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237764" y="1028951"/>
            <a:ext cx="29379" cy="89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267143" y="1027637"/>
            <a:ext cx="29380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2296523" y="1026844"/>
            <a:ext cx="29378" cy="79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2325901" y="1025530"/>
            <a:ext cx="29380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2355281" y="1024529"/>
            <a:ext cx="29379" cy="10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384660" y="1023215"/>
            <a:ext cx="29380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414040" y="1022318"/>
            <a:ext cx="29379" cy="89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443419" y="1021004"/>
            <a:ext cx="29379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2472798" y="1020314"/>
            <a:ext cx="29378" cy="69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2502176" y="1019105"/>
            <a:ext cx="29380" cy="12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2531556" y="1018311"/>
            <a:ext cx="29379" cy="79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2560935" y="1017310"/>
            <a:ext cx="29378" cy="10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2590313" y="1016095"/>
            <a:ext cx="25374" cy="121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784116" y="1409077"/>
            <a:ext cx="28061" cy="3824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812177" y="1384799"/>
            <a:ext cx="21417" cy="242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833594" y="1358780"/>
            <a:ext cx="24091" cy="2601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857685" y="1335878"/>
            <a:ext cx="28091" cy="2290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885776" y="1308368"/>
            <a:ext cx="28082" cy="2751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913858" y="1289327"/>
            <a:ext cx="21659" cy="1904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935517" y="1267748"/>
            <a:ext cx="26650" cy="215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962167" y="1246878"/>
            <a:ext cx="26280" cy="2087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988447" y="1222795"/>
            <a:ext cx="40448" cy="2408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028895" y="1205366"/>
            <a:ext cx="30750" cy="1742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059645" y="1189868"/>
            <a:ext cx="32080" cy="154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091725" y="1175603"/>
            <a:ext cx="37419" cy="1426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129144" y="1165605"/>
            <a:ext cx="29399" cy="99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1158543" y="1156847"/>
            <a:ext cx="29395" cy="87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187938" y="1149190"/>
            <a:ext cx="29393" cy="765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217331" y="1141177"/>
            <a:ext cx="29394" cy="801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246725" y="1136224"/>
            <a:ext cx="29388" cy="495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1276113" y="1131040"/>
            <a:ext cx="29388" cy="518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1305501" y="1127959"/>
            <a:ext cx="29383" cy="308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1334884" y="1126373"/>
            <a:ext cx="29380" cy="158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1364264" y="1123455"/>
            <a:ext cx="29384" cy="291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1393648" y="1121644"/>
            <a:ext cx="29380" cy="181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423028" y="1121644"/>
            <a:ext cx="29376" cy="35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452404" y="1121995"/>
            <a:ext cx="29377" cy="14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481781" y="1122137"/>
            <a:ext cx="29375" cy="5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511156" y="1122695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540531" y="1123773"/>
            <a:ext cx="29375" cy="7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569906" y="1124539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599282" y="1125201"/>
            <a:ext cx="29374" cy="118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628656" y="1126384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58032" y="1127046"/>
            <a:ext cx="29374" cy="118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87406" y="1128228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716781" y="1129306"/>
            <a:ext cx="29375" cy="7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746156" y="1130072"/>
            <a:ext cx="29374" cy="139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775530" y="1131462"/>
            <a:ext cx="29374" cy="97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804904" y="1132436"/>
            <a:ext cx="29374" cy="139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834278" y="1133826"/>
            <a:ext cx="29375" cy="97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1863653" y="1134800"/>
            <a:ext cx="29374" cy="128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1893027" y="1136086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922403" y="1136748"/>
            <a:ext cx="30371" cy="140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952774" y="1138157"/>
            <a:ext cx="28378" cy="64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981152" y="1138800"/>
            <a:ext cx="29377" cy="14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010529" y="1138942"/>
            <a:ext cx="29374" cy="118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039903" y="1140125"/>
            <a:ext cx="29374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069277" y="1141203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098653" y="1141865"/>
            <a:ext cx="29374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128027" y="1142943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157403" y="1143605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186778" y="1144683"/>
            <a:ext cx="29374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216152" y="1145761"/>
            <a:ext cx="29376" cy="45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2245528" y="1146215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2274903" y="1147293"/>
            <a:ext cx="29374" cy="10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2304277" y="1148372"/>
            <a:ext cx="29375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333652" y="1149034"/>
            <a:ext cx="29376" cy="86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2363028" y="1149903"/>
            <a:ext cx="29375" cy="87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2392403" y="1150774"/>
            <a:ext cx="29375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2421778" y="1151436"/>
            <a:ext cx="29374" cy="118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2451152" y="1152618"/>
            <a:ext cx="29376" cy="7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2480528" y="1153384"/>
            <a:ext cx="29373" cy="139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2509901" y="1154774"/>
            <a:ext cx="29375" cy="97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2539276" y="1155748"/>
            <a:ext cx="29374" cy="15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2568650" y="1157346"/>
            <a:ext cx="29374" cy="128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2598024" y="1158632"/>
            <a:ext cx="21361" cy="158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781538" y="1412219"/>
            <a:ext cx="27962" cy="3576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809500" y="1387798"/>
            <a:ext cx="21417" cy="2442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830917" y="1364245"/>
            <a:ext cx="22751" cy="2355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853668" y="1340325"/>
            <a:ext cx="25422" cy="2392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879090" y="1315868"/>
            <a:ext cx="29162" cy="2445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908252" y="1297385"/>
            <a:ext cx="23006" cy="1848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931258" y="1274912"/>
            <a:ext cx="28223" cy="2247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959481" y="1255205"/>
            <a:ext cx="30621" cy="1970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990102" y="1238116"/>
            <a:ext cx="29414" cy="1708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1019516" y="1221616"/>
            <a:ext cx="29412" cy="1650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1048928" y="1207042"/>
            <a:ext cx="29408" cy="1457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1078336" y="1195587"/>
            <a:ext cx="29401" cy="1145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1107737" y="1184702"/>
            <a:ext cx="29400" cy="1088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1137137" y="1175797"/>
            <a:ext cx="29396" cy="890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1166533" y="1167621"/>
            <a:ext cx="29394" cy="817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1195927" y="1160693"/>
            <a:ext cx="29392" cy="692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1225319" y="1155116"/>
            <a:ext cx="29388" cy="557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1254707" y="1150787"/>
            <a:ext cx="29387" cy="43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1284094" y="1147705"/>
            <a:ext cx="29383" cy="30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1313477" y="1145456"/>
            <a:ext cx="29382" cy="224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1342859" y="1144871"/>
            <a:ext cx="29378" cy="58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372237" y="1144871"/>
            <a:ext cx="29377" cy="3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401614" y="1144909"/>
            <a:ext cx="29373" cy="159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30987" y="1146507"/>
            <a:ext cx="29372" cy="222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460359" y="1148729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489729" y="1151887"/>
            <a:ext cx="29371" cy="305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519100" y="1154940"/>
            <a:ext cx="29370" cy="305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548470" y="1157994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577840" y="1161152"/>
            <a:ext cx="29370" cy="315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607210" y="1164309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636580" y="1167467"/>
            <a:ext cx="29370" cy="326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1665950" y="1170729"/>
            <a:ext cx="29370" cy="326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1695320" y="1173990"/>
            <a:ext cx="29370" cy="326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1724690" y="1177252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1754060" y="1180410"/>
            <a:ext cx="29371" cy="29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1783431" y="1183360"/>
            <a:ext cx="29370" cy="305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1812801" y="1186413"/>
            <a:ext cx="29370" cy="326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1842171" y="1189675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1871541" y="1192833"/>
            <a:ext cx="29368" cy="401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900909" y="1196850"/>
            <a:ext cx="29372" cy="233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1930281" y="1199181"/>
            <a:ext cx="29370" cy="354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1959651" y="1202722"/>
            <a:ext cx="29370" cy="315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1989021" y="1205879"/>
            <a:ext cx="29370" cy="305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2018391" y="1208933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2047761" y="1212091"/>
            <a:ext cx="29371" cy="284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2077132" y="1214937"/>
            <a:ext cx="29371" cy="28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2106503" y="1217782"/>
            <a:ext cx="29371" cy="274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2135874" y="1220524"/>
            <a:ext cx="29370" cy="29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165244" y="1223474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194616" y="1225904"/>
            <a:ext cx="29371" cy="263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223987" y="1228542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253359" y="1230972"/>
            <a:ext cx="30368" cy="272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283727" y="1233692"/>
            <a:ext cx="28375" cy="209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312102" y="1235790"/>
            <a:ext cx="29376" cy="70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341478" y="1236493"/>
            <a:ext cx="29372" cy="201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370850" y="1238507"/>
            <a:ext cx="29373" cy="211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400223" y="1240625"/>
            <a:ext cx="29371" cy="232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429594" y="1242951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458966" y="1245381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488338" y="1247811"/>
            <a:ext cx="29371" cy="274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517709" y="1250553"/>
            <a:ext cx="29370" cy="28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547079" y="1253398"/>
            <a:ext cx="29371" cy="29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576450" y="1256348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605820" y="1259506"/>
            <a:ext cx="20026" cy="166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80027" y="1449645"/>
            <a:ext cx="16009" cy="2205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796036" y="1471702"/>
            <a:ext cx="20955" cy="2637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816991" y="1498076"/>
            <a:ext cx="20636" cy="2470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837627" y="1522776"/>
            <a:ext cx="20638" cy="2442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858265" y="1547204"/>
            <a:ext cx="22871" cy="2599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81136" y="1573202"/>
            <a:ext cx="16734" cy="2097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97870" y="1594178"/>
            <a:ext cx="15660" cy="195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913530" y="1613777"/>
            <a:ext cx="16434" cy="1988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29964" y="1633666"/>
            <a:ext cx="20559" cy="2208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950523" y="1655748"/>
            <a:ext cx="21312" cy="2490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971835" y="1680654"/>
            <a:ext cx="21313" cy="2462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993148" y="1705274"/>
            <a:ext cx="21313" cy="2433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014461" y="1729607"/>
            <a:ext cx="30638" cy="3478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45099" y="1764390"/>
            <a:ext cx="22646" cy="2533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067745" y="1789726"/>
            <a:ext cx="22647" cy="2492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090392" y="1814650"/>
            <a:ext cx="23980" cy="2608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114372" y="1840734"/>
            <a:ext cx="23980" cy="259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138352" y="1866692"/>
            <a:ext cx="23981" cy="2570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162333" y="1892395"/>
            <a:ext cx="23982" cy="2494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186315" y="1917336"/>
            <a:ext cx="21670" cy="229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207985" y="1940294"/>
            <a:ext cx="27628" cy="2782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235613" y="1968122"/>
            <a:ext cx="25318" cy="2505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260931" y="1993179"/>
            <a:ext cx="25319" cy="2442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286250" y="2017601"/>
            <a:ext cx="25992" cy="251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312242" y="2042759"/>
            <a:ext cx="25983" cy="226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338225" y="2065386"/>
            <a:ext cx="29322" cy="2541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367547" y="2090796"/>
            <a:ext cx="29327" cy="2364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396874" y="2114438"/>
            <a:ext cx="26328" cy="2075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423202" y="2135191"/>
            <a:ext cx="32333" cy="2239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455535" y="2157584"/>
            <a:ext cx="28336" cy="2060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483871" y="2178189"/>
            <a:ext cx="27180" cy="1766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511051" y="2195857"/>
            <a:ext cx="27160" cy="1490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538211" y="2210763"/>
            <a:ext cx="32020" cy="129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570231" y="2223721"/>
            <a:ext cx="29370" cy="338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599601" y="2227108"/>
            <a:ext cx="29376" cy="24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1628977" y="2227288"/>
            <a:ext cx="29377" cy="6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1658354" y="2227224"/>
            <a:ext cx="28932" cy="6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687286" y="2227224"/>
            <a:ext cx="29822" cy="14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717108" y="2227365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746484" y="2227403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775861" y="222744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805238" y="2227479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1834615" y="2226620"/>
            <a:ext cx="29378" cy="89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863993" y="2226620"/>
            <a:ext cx="29375" cy="97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893368" y="2227594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922745" y="2227632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952122" y="222767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981499" y="2227709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010875" y="2227747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040252" y="2227785"/>
            <a:ext cx="29376" cy="37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2069628" y="2227862"/>
            <a:ext cx="29378" cy="29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099006" y="2227862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128383" y="2227900"/>
            <a:ext cx="29376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157759" y="2227939"/>
            <a:ext cx="29377" cy="3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187136" y="2227976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216513" y="2228015"/>
            <a:ext cx="28377" cy="122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2244890" y="2228091"/>
            <a:ext cx="30376" cy="115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275266" y="222809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304643" y="2228129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334020" y="2228168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363397" y="2228206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392773" y="2227971"/>
            <a:ext cx="29378" cy="27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422151" y="2227971"/>
            <a:ext cx="29376" cy="35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451527" y="222832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480904" y="2228359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2510281" y="2228397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2539657" y="2228435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69034" y="2228474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98411" y="2228512"/>
            <a:ext cx="18693" cy="39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781312" y="1449501"/>
            <a:ext cx="25359" cy="3691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806671" y="1486420"/>
            <a:ext cx="18977" cy="2588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825648" y="1512303"/>
            <a:ext cx="16647" cy="2438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842295" y="1536689"/>
            <a:ext cx="17981" cy="2545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860276" y="1562142"/>
            <a:ext cx="17628" cy="2442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877904" y="1586567"/>
            <a:ext cx="14661" cy="2063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892565" y="1607201"/>
            <a:ext cx="16443" cy="24011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909008" y="1631212"/>
            <a:ext cx="18375" cy="2549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927383" y="1656705"/>
            <a:ext cx="19072" cy="2814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946455" y="1684849"/>
            <a:ext cx="18640" cy="2551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965095" y="1710364"/>
            <a:ext cx="18641" cy="2502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983736" y="1735388"/>
            <a:ext cx="19641" cy="2384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1003377" y="1759233"/>
            <a:ext cx="18643" cy="2384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022020" y="1783077"/>
            <a:ext cx="18642" cy="2489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1040662" y="1807975"/>
            <a:ext cx="20975" cy="24500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1061637" y="1832475"/>
            <a:ext cx="21972" cy="2468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1083609" y="1857158"/>
            <a:ext cx="23966" cy="247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1107575" y="1881897"/>
            <a:ext cx="22963" cy="27727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1130538" y="1909624"/>
            <a:ext cx="21309" cy="2625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1151847" y="1935880"/>
            <a:ext cx="22312" cy="2364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1174159" y="1959522"/>
            <a:ext cx="22783" cy="2403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1196942" y="1983554"/>
            <a:ext cx="17389" cy="2011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1214331" y="2003667"/>
            <a:ext cx="19831" cy="1883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1234162" y="2022502"/>
            <a:ext cx="25319" cy="24460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1259481" y="2046962"/>
            <a:ext cx="29011" cy="2809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1288492" y="2075054"/>
            <a:ext cx="36294" cy="3055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1324786" y="2105610"/>
            <a:ext cx="34659" cy="2770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359445" y="2133314"/>
            <a:ext cx="29331" cy="2156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388776" y="2154877"/>
            <a:ext cx="29339" cy="1767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418115" y="2172551"/>
            <a:ext cx="29335" cy="1973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1447450" y="2192283"/>
            <a:ext cx="27739" cy="1660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1475189" y="2208886"/>
            <a:ext cx="30061" cy="1273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1505250" y="2221618"/>
            <a:ext cx="30256" cy="5427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535506" y="2227045"/>
            <a:ext cx="29376" cy="32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1564882" y="2227205"/>
            <a:ext cx="29377" cy="16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1594259" y="2227205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1623636" y="2227243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1653013" y="2226366"/>
            <a:ext cx="29379" cy="91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682392" y="2226366"/>
            <a:ext cx="29374" cy="99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1711766" y="2227358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1741143" y="2227396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1770520" y="2227434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1799897" y="2227472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1829274" y="2226925"/>
            <a:ext cx="29378" cy="58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1858652" y="2226925"/>
            <a:ext cx="29375" cy="66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1888027" y="2227587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917404" y="2227625"/>
            <a:ext cx="29376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946780" y="2227664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976157" y="2227702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2005534" y="2227740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V="1">
            <a:off x="2034911" y="2227193"/>
            <a:ext cx="29378" cy="58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2064289" y="2227193"/>
            <a:ext cx="29376" cy="66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2093665" y="2227855"/>
            <a:ext cx="29376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2123041" y="2227893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2152418" y="2227932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2181795" y="2227970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V="1">
            <a:off x="2211172" y="2227526"/>
            <a:ext cx="29378" cy="48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2240550" y="2227526"/>
            <a:ext cx="29375" cy="55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2269925" y="2228084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2299302" y="2228123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2328679" y="2228161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2358056" y="2228199"/>
            <a:ext cx="29376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2387432" y="2228237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2416809" y="2228210"/>
            <a:ext cx="29377" cy="6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2446186" y="2228210"/>
            <a:ext cx="29377" cy="14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2475563" y="2228352"/>
            <a:ext cx="29376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2504939" y="2228390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2534316" y="2228428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2563693" y="2228467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V="1">
            <a:off x="2593070" y="2228075"/>
            <a:ext cx="21366" cy="430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780986" y="1449662"/>
            <a:ext cx="25685" cy="3675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806671" y="1486420"/>
            <a:ext cx="16982" cy="2588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823653" y="1512300"/>
            <a:ext cx="16648" cy="2438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840301" y="1536687"/>
            <a:ext cx="16646" cy="2487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856947" y="1561559"/>
            <a:ext cx="18947" cy="2465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875894" y="1586212"/>
            <a:ext cx="23040" cy="3149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898934" y="1617709"/>
            <a:ext cx="18230" cy="2706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917164" y="1644777"/>
            <a:ext cx="18640" cy="2567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935804" y="1670455"/>
            <a:ext cx="18640" cy="2535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54444" y="1695807"/>
            <a:ext cx="18303" cy="2500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72747" y="1720812"/>
            <a:ext cx="21960" cy="30114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994707" y="1750926"/>
            <a:ext cx="19314" cy="2638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14021" y="1777313"/>
            <a:ext cx="18979" cy="2516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033000" y="1802476"/>
            <a:ext cx="18976" cy="2623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1051976" y="1828706"/>
            <a:ext cx="20650" cy="25954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1072626" y="1854660"/>
            <a:ext cx="17980" cy="25294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90606" y="1879954"/>
            <a:ext cx="23899" cy="3099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114505" y="1910946"/>
            <a:ext cx="22259" cy="25881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36764" y="1936827"/>
            <a:ext cx="21409" cy="2778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158173" y="1964609"/>
            <a:ext cx="18869" cy="2180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177042" y="1986409"/>
            <a:ext cx="23750" cy="3010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200792" y="2016517"/>
            <a:ext cx="17883" cy="2164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218675" y="2038159"/>
            <a:ext cx="26076" cy="2833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244751" y="2066489"/>
            <a:ext cx="23980" cy="25661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268731" y="2092150"/>
            <a:ext cx="25313" cy="2726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1294044" y="2119410"/>
            <a:ext cx="22652" cy="2246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1316696" y="2141875"/>
            <a:ext cx="30654" cy="2770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1347350" y="2169578"/>
            <a:ext cx="27994" cy="2209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375344" y="2191670"/>
            <a:ext cx="28224" cy="1872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403568" y="2210395"/>
            <a:ext cx="33129" cy="1483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1436697" y="2225232"/>
            <a:ext cx="29373" cy="182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466070" y="2227059"/>
            <a:ext cx="29376" cy="34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1495446" y="2226386"/>
            <a:ext cx="29379" cy="101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1524825" y="2226386"/>
            <a:ext cx="29375" cy="91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 flipV="1">
            <a:off x="1554200" y="2226797"/>
            <a:ext cx="29378" cy="50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1583578" y="2226797"/>
            <a:ext cx="29376" cy="43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1612954" y="2227229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1642330" y="2226682"/>
            <a:ext cx="29379" cy="58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1671709" y="2226682"/>
            <a:ext cx="29375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1701084" y="2227344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1730461" y="2227382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1759838" y="2227420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>
            <a:off x="1789214" y="2227458"/>
            <a:ext cx="29377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>
            <a:off x="1818591" y="2227497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V="1">
            <a:off x="1847968" y="2226949"/>
            <a:ext cx="29378" cy="58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>
            <a:off x="1877346" y="2226949"/>
            <a:ext cx="29375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1906721" y="2227611"/>
            <a:ext cx="29377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1936098" y="2227650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1965475" y="2227688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1994852" y="2227726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 flipV="1">
            <a:off x="2024228" y="2227179"/>
            <a:ext cx="29379" cy="58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2053607" y="2227179"/>
            <a:ext cx="29375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2082982" y="2227841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2112359" y="2227879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2141736" y="2227917"/>
            <a:ext cx="29376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2171112" y="2227956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 flipV="1">
            <a:off x="2200489" y="2227408"/>
            <a:ext cx="29378" cy="58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2229867" y="2227408"/>
            <a:ext cx="29376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2259243" y="2228070"/>
            <a:ext cx="29376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2288619" y="2228109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2317996" y="2228147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2347373" y="2228185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2376750" y="2228223"/>
            <a:ext cx="29376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 flipV="1">
            <a:off x="2406126" y="2227780"/>
            <a:ext cx="29379" cy="48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2435505" y="2227780"/>
            <a:ext cx="29375" cy="55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2464880" y="2228338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2494257" y="2228376"/>
            <a:ext cx="29377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2523634" y="2228415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2553011" y="2228453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 flipV="1">
            <a:off x="2582387" y="2227255"/>
            <a:ext cx="26709" cy="123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 flipV="1">
            <a:off x="1447618" y="2112304"/>
            <a:ext cx="75009" cy="8027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 flipV="1">
            <a:off x="2061568" y="956358"/>
            <a:ext cx="75009" cy="80278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 flipH="1">
            <a:off x="1612263" y="1128227"/>
            <a:ext cx="75009" cy="7550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V="1">
            <a:off x="1244719" y="1990790"/>
            <a:ext cx="75009" cy="80278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 flipH="1">
            <a:off x="2178207" y="1229813"/>
            <a:ext cx="75009" cy="7550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 flipV="1">
            <a:off x="1138206" y="1788265"/>
            <a:ext cx="75009" cy="8027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 flipV="1">
            <a:off x="1511376" y="978168"/>
            <a:ext cx="75009" cy="80278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1" name="Rectangle 530"/>
          <p:cNvSpPr/>
          <p:nvPr/>
        </p:nvSpPr>
        <p:spPr>
          <a:xfrm>
            <a:off x="3302754" y="1014285"/>
            <a:ext cx="54857" cy="54857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3302754" y="2054915"/>
            <a:ext cx="54857" cy="54857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3654994" y="742170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3654994" y="1158399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3654994" y="1782854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3654994" y="2199084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4178300" y="9525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8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4178300" y="11557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7"/>
                </a:moveTo>
                <a:lnTo>
                  <a:pt x="14" y="6"/>
                </a:lnTo>
                <a:lnTo>
                  <a:pt x="14" y="5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3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5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3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4178300" y="1574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4178300" y="21971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7"/>
                </a:moveTo>
                <a:lnTo>
                  <a:pt x="14" y="6"/>
                </a:lnTo>
                <a:lnTo>
                  <a:pt x="14" y="5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5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4695801" y="1222972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4695940" y="1703796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3" name="Connector 542"/>
          <p:cNvCxnSpPr/>
          <p:nvPr/>
        </p:nvCxnSpPr>
        <p:spPr>
          <a:xfrm>
            <a:off x="3174609" y="1041714"/>
            <a:ext cx="108040" cy="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4" name="Freeform 543"/>
          <p:cNvSpPr/>
          <p:nvPr/>
        </p:nvSpPr>
        <p:spPr>
          <a:xfrm>
            <a:off x="3276600" y="1028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5" name="Connector 544"/>
          <p:cNvCxnSpPr/>
          <p:nvPr/>
        </p:nvCxnSpPr>
        <p:spPr>
          <a:xfrm>
            <a:off x="3181631" y="2082381"/>
            <a:ext cx="101018" cy="1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6" name="Freeform 545"/>
          <p:cNvSpPr/>
          <p:nvPr/>
        </p:nvSpPr>
        <p:spPr>
          <a:xfrm>
            <a:off x="3276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7" name="Connector 546"/>
          <p:cNvCxnSpPr/>
          <p:nvPr/>
        </p:nvCxnSpPr>
        <p:spPr>
          <a:xfrm flipV="1">
            <a:off x="3359452" y="833589"/>
            <a:ext cx="293741" cy="20812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>
            <a:off x="3359452" y="1041714"/>
            <a:ext cx="293741" cy="20812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V="1">
            <a:off x="3359452" y="1874327"/>
            <a:ext cx="293741" cy="20807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>
            <a:off x="3359452" y="2082399"/>
            <a:ext cx="293741" cy="20818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3839719" y="833578"/>
            <a:ext cx="333822" cy="11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>
            <a:off x="3839719" y="833589"/>
            <a:ext cx="333882" cy="20810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3839719" y="833589"/>
            <a:ext cx="333942" cy="41623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3839719" y="833589"/>
            <a:ext cx="334002" cy="62436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>
            <a:off x="3839719" y="1249840"/>
            <a:ext cx="334062" cy="41626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3839719" y="1249840"/>
            <a:ext cx="334123" cy="62442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3839719" y="1249840"/>
            <a:ext cx="334183" cy="83259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>
            <a:off x="3839719" y="1249840"/>
            <a:ext cx="334243" cy="104077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3839719" y="833578"/>
            <a:ext cx="333822" cy="104074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3839719" y="1041693"/>
            <a:ext cx="333882" cy="83263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3839719" y="1666103"/>
            <a:ext cx="334062" cy="20822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3839719" y="1874262"/>
            <a:ext cx="334123" cy="6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3839719" y="1249819"/>
            <a:ext cx="333942" cy="104076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3839719" y="1457955"/>
            <a:ext cx="334002" cy="83262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3839719" y="2082432"/>
            <a:ext cx="334183" cy="20814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3839719" y="2290579"/>
            <a:ext cx="334243" cy="3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4360067" y="833578"/>
            <a:ext cx="333988" cy="48083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4360128" y="1041693"/>
            <a:ext cx="334066" cy="75357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4360188" y="1249819"/>
            <a:ext cx="333867" cy="6459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>
            <a:off x="4360248" y="1457955"/>
            <a:ext cx="333946" cy="337311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4360308" y="1314416"/>
            <a:ext cx="333747" cy="35168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4360368" y="1795266"/>
            <a:ext cx="333826" cy="7899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4360428" y="1314416"/>
            <a:ext cx="333627" cy="76801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4360488" y="1795266"/>
            <a:ext cx="333706" cy="49534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>
            <a:off x="4880581" y="1314416"/>
            <a:ext cx="248333" cy="18477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4880720" y="1610563"/>
            <a:ext cx="248206" cy="18470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5296989" y="1554894"/>
            <a:ext cx="53875" cy="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8" name="Freeform 577"/>
          <p:cNvSpPr/>
          <p:nvPr/>
        </p:nvSpPr>
        <p:spPr>
          <a:xfrm>
            <a:off x="53340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287999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1" name="Picture 5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2" name="Picture 5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3" name="TextBox 5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84" name="TextBox 583"/>
          <p:cNvSpPr txBox="1"/>
          <p:nvPr/>
        </p:nvSpPr>
        <p:spPr>
          <a:xfrm>
            <a:off x="723293" y="2245761"/>
            <a:ext cx="506210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85" name="TextBox 584"/>
          <p:cNvSpPr txBox="1"/>
          <p:nvPr/>
        </p:nvSpPr>
        <p:spPr>
          <a:xfrm>
            <a:off x="1076102" y="2245761"/>
            <a:ext cx="4709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586" name="TextBox 585"/>
          <p:cNvSpPr txBox="1"/>
          <p:nvPr/>
        </p:nvSpPr>
        <p:spPr>
          <a:xfrm>
            <a:off x="1451141" y="2245761"/>
            <a:ext cx="433425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587" name="TextBox 586"/>
          <p:cNvSpPr txBox="1"/>
          <p:nvPr/>
        </p:nvSpPr>
        <p:spPr>
          <a:xfrm>
            <a:off x="1826180" y="2245761"/>
            <a:ext cx="395921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30</a:t>
            </a:r>
          </a:p>
        </p:txBody>
      </p:sp>
      <p:sp>
        <p:nvSpPr>
          <p:cNvPr id="588" name="TextBox 587"/>
          <p:cNvSpPr txBox="1"/>
          <p:nvPr/>
        </p:nvSpPr>
        <p:spPr>
          <a:xfrm>
            <a:off x="2201218" y="2245761"/>
            <a:ext cx="3584177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40</a:t>
            </a:r>
          </a:p>
        </p:txBody>
      </p:sp>
      <p:sp>
        <p:nvSpPr>
          <p:cNvPr id="589" name="TextBox 588"/>
          <p:cNvSpPr txBox="1"/>
          <p:nvPr/>
        </p:nvSpPr>
        <p:spPr>
          <a:xfrm>
            <a:off x="2576266" y="2245761"/>
            <a:ext cx="320912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590" name="TextBox 589"/>
          <p:cNvSpPr txBox="1"/>
          <p:nvPr/>
        </p:nvSpPr>
        <p:spPr>
          <a:xfrm>
            <a:off x="670292" y="2187102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601102" y="1875529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92" name="TextBox 591"/>
          <p:cNvSpPr txBox="1"/>
          <p:nvPr/>
        </p:nvSpPr>
        <p:spPr>
          <a:xfrm>
            <a:off x="601102" y="1563956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601102" y="1252392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601102" y="940819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670292" y="629245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96" name="TextBox 595"/>
          <p:cNvSpPr txBox="1"/>
          <p:nvPr/>
        </p:nvSpPr>
        <p:spPr>
          <a:xfrm>
            <a:off x="1524539" y="2029532"/>
            <a:ext cx="4260857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597" name="TextBox 596"/>
          <p:cNvSpPr txBox="1"/>
          <p:nvPr/>
        </p:nvSpPr>
        <p:spPr>
          <a:xfrm>
            <a:off x="2138486" y="873596"/>
            <a:ext cx="364690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1481440" y="1169600"/>
            <a:ext cx="4303955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1321643" y="1908017"/>
            <a:ext cx="446375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2046971" y="1271183"/>
            <a:ext cx="373842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1215127" y="1704947"/>
            <a:ext cx="4570268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R6</a:t>
            </a:r>
            <a:r>
              <a:rPr sz="681" b="0">
                <a:solidFill>
                  <a:srgbClr val="000000"/>
                </a:solidFill>
                <a:latin typeface="Josefin Sans"/>
              </a:rPr>
              <a:t> </a:t>
            </a:r>
            <a:r>
              <a:rPr sz="681" b="0">
                <a:solidFill>
                  <a:srgbClr val="000000"/>
                </a:solidFill>
                <a:latin typeface="Josefin Sans"/>
              </a:rPr>
              <a:t>&amp;</a:t>
            </a:r>
            <a:r>
              <a:rPr sz="681" b="0">
                <a:solidFill>
                  <a:srgbClr val="000000"/>
                </a:solidFill>
                <a:latin typeface="Josefin Sans"/>
              </a:rPr>
              <a:t> </a:t>
            </a: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R7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1588293" y="894860"/>
            <a:ext cx="419710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R8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1567811" y="2397524"/>
            <a:ext cx="421758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Epoch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364039" y="1317716"/>
            <a:ext cx="542135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Weight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3095738" y="1007112"/>
            <a:ext cx="2689657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3088718" y="2047672"/>
            <a:ext cx="2696677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3725171" y="801214"/>
            <a:ext cx="206022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3724364" y="1217783"/>
            <a:ext cx="2061031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725171" y="1841884"/>
            <a:ext cx="206022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3724364" y="2258462"/>
            <a:ext cx="2061031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255216" y="798993"/>
            <a:ext cx="1530179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248250" y="1007094"/>
            <a:ext cx="153714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4247838" y="1214855"/>
            <a:ext cx="1537558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4247966" y="1423332"/>
            <a:ext cx="1537429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4247700" y="1631113"/>
            <a:ext cx="153769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4247691" y="1839259"/>
            <a:ext cx="153770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17" name="TextBox 616"/>
          <p:cNvSpPr txBox="1"/>
          <p:nvPr/>
        </p:nvSpPr>
        <p:spPr>
          <a:xfrm>
            <a:off x="4249682" y="2047764"/>
            <a:ext cx="1535713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618" name="TextBox 617"/>
          <p:cNvSpPr txBox="1"/>
          <p:nvPr/>
        </p:nvSpPr>
        <p:spPr>
          <a:xfrm>
            <a:off x="4248351" y="2255580"/>
            <a:ext cx="153704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4765961" y="1282014"/>
            <a:ext cx="101943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4765300" y="1763181"/>
            <a:ext cx="102009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5175537" y="1529441"/>
            <a:ext cx="609858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5395210" y="1503495"/>
            <a:ext cx="39018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4386265" y="807506"/>
            <a:ext cx="1399130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4386321" y="1015478"/>
            <a:ext cx="1399075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0.78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4386321" y="1015478"/>
            <a:ext cx="1399075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0.78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4386385" y="1223606"/>
            <a:ext cx="1399010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0.69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4386385" y="1223606"/>
            <a:ext cx="1399010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0.69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4386440" y="1431873"/>
            <a:ext cx="1398955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4386504" y="1639882"/>
            <a:ext cx="1398891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0.62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4386504" y="1639882"/>
            <a:ext cx="1398891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0.62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4386559" y="1848176"/>
            <a:ext cx="1398836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4386624" y="2056341"/>
            <a:ext cx="1398771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4386679" y="2264387"/>
            <a:ext cx="1398716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0.80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4386679" y="2264387"/>
            <a:ext cx="1398716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0.80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4901654" y="3150919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5639220" y="3150695"/>
            <a:ext cx="146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45533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120579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495624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870670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245716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2620761" y="2185812"/>
            <a:ext cx="0" cy="41044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45533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20579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495624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870670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245716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620761" y="668976"/>
            <a:ext cx="0" cy="41045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5533" y="2226856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45533" y="1915280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45533" y="1603704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45533" y="1292128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45533" y="980552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45533" y="668976"/>
            <a:ext cx="41042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2579718" y="2226856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2579718" y="1915280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2579718" y="1603704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2579718" y="1292128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2579718" y="980552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2579718" y="668976"/>
            <a:ext cx="4104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78322" y="1409077"/>
            <a:ext cx="33855" cy="4031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12177" y="1384799"/>
            <a:ext cx="21417" cy="2427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833594" y="1359744"/>
            <a:ext cx="22754" cy="2505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56348" y="1331956"/>
            <a:ext cx="24095" cy="2778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80443" y="1302009"/>
            <a:ext cx="26444" cy="2994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906887" y="1277836"/>
            <a:ext cx="26522" cy="2417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33409" y="1253998"/>
            <a:ext cx="24648" cy="2383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58057" y="1231819"/>
            <a:ext cx="25285" cy="2217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83342" y="1210947"/>
            <a:ext cx="28220" cy="2087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011562" y="1191152"/>
            <a:ext cx="29252" cy="1979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040814" y="1171889"/>
            <a:ext cx="31131" cy="1926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071945" y="1156517"/>
            <a:ext cx="28372" cy="1537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100317" y="1143585"/>
            <a:ext cx="27981" cy="1293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128298" y="1129527"/>
            <a:ext cx="30322" cy="1405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158620" y="1119042"/>
            <a:ext cx="29399" cy="1048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188019" y="1108576"/>
            <a:ext cx="29399" cy="1046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217418" y="1100109"/>
            <a:ext cx="29395" cy="846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1246813" y="1091894"/>
            <a:ext cx="29394" cy="821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1276207" y="1085410"/>
            <a:ext cx="29391" cy="648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1305598" y="1079417"/>
            <a:ext cx="29390" cy="599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1334988" y="1072904"/>
            <a:ext cx="29391" cy="651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364379" y="1068159"/>
            <a:ext cx="29387" cy="474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1393766" y="1064350"/>
            <a:ext cx="29385" cy="380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1423151" y="1061373"/>
            <a:ext cx="29383" cy="297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1452534" y="1059020"/>
            <a:ext cx="29382" cy="235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1481916" y="1056562"/>
            <a:ext cx="29382" cy="245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511298" y="1054209"/>
            <a:ext cx="29381" cy="235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540679" y="1051543"/>
            <a:ext cx="29383" cy="266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570062" y="1048232"/>
            <a:ext cx="29384" cy="3311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599446" y="1046346"/>
            <a:ext cx="29381" cy="188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1628827" y="1044418"/>
            <a:ext cx="29381" cy="1928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658208" y="1041438"/>
            <a:ext cx="29383" cy="298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687591" y="1038633"/>
            <a:ext cx="29383" cy="280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716974" y="1034720"/>
            <a:ext cx="29385" cy="391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746359" y="1031846"/>
            <a:ext cx="29383" cy="287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775742" y="1028869"/>
            <a:ext cx="29384" cy="297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1805126" y="1025996"/>
            <a:ext cx="29382" cy="287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834508" y="1023955"/>
            <a:ext cx="29382" cy="2041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1863890" y="1019023"/>
            <a:ext cx="29387" cy="493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893277" y="1018496"/>
            <a:ext cx="28488" cy="52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1921765" y="1015959"/>
            <a:ext cx="30272" cy="253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1952037" y="1013709"/>
            <a:ext cx="29382" cy="225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1981419" y="1011460"/>
            <a:ext cx="29382" cy="224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2010801" y="1009419"/>
            <a:ext cx="29381" cy="2041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2040182" y="1007793"/>
            <a:ext cx="29380" cy="162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069562" y="1005960"/>
            <a:ext cx="29381" cy="183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2098943" y="1004438"/>
            <a:ext cx="29380" cy="152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128323" y="999191"/>
            <a:ext cx="30278" cy="524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2158601" y="999191"/>
            <a:ext cx="28483" cy="168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2187084" y="999042"/>
            <a:ext cx="29381" cy="1833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2216465" y="997000"/>
            <a:ext cx="29382" cy="204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245847" y="995271"/>
            <a:ext cx="29380" cy="172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2275227" y="993334"/>
            <a:ext cx="29381" cy="193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2304608" y="991500"/>
            <a:ext cx="29381" cy="183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333989" y="990083"/>
            <a:ext cx="29379" cy="141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2363368" y="988353"/>
            <a:ext cx="29381" cy="1730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2392749" y="986728"/>
            <a:ext cx="29380" cy="162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2422129" y="985414"/>
            <a:ext cx="29380" cy="1314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2451509" y="983685"/>
            <a:ext cx="29381" cy="1729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2480890" y="982163"/>
            <a:ext cx="29380" cy="1522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2510270" y="980538"/>
            <a:ext cx="29380" cy="1625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539650" y="978912"/>
            <a:ext cx="29380" cy="1626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2569030" y="977495"/>
            <a:ext cx="29380" cy="141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598410" y="976068"/>
            <a:ext cx="22704" cy="1427"/>
          </a:xfrm>
          <a:prstGeom prst="line">
            <a:avLst/>
          </a:prstGeom>
          <a:ln w="3846">
            <a:solidFill>
              <a:srgbClr val="1B9E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782177" y="1412219"/>
            <a:ext cx="27323" cy="3583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809500" y="1387798"/>
            <a:ext cx="21417" cy="2442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830917" y="1362536"/>
            <a:ext cx="22754" cy="2526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853671" y="1335476"/>
            <a:ext cx="24094" cy="2706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877765" y="1305701"/>
            <a:ext cx="27914" cy="2977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905679" y="1283488"/>
            <a:ext cx="22939" cy="2221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928618" y="1260692"/>
            <a:ext cx="24084" cy="2279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952702" y="1238473"/>
            <a:ext cx="25285" cy="2221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977987" y="1217921"/>
            <a:ext cx="27583" cy="2055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1005570" y="1197946"/>
            <a:ext cx="29071" cy="1997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034641" y="1181479"/>
            <a:ext cx="29271" cy="1646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1063912" y="1166075"/>
            <a:ext cx="29551" cy="1540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1093463" y="1152794"/>
            <a:ext cx="28609" cy="1328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1122072" y="1140326"/>
            <a:ext cx="28513" cy="1246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1150585" y="1129425"/>
            <a:ext cx="29400" cy="109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1179985" y="1121460"/>
            <a:ext cx="29394" cy="79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1209379" y="1112597"/>
            <a:ext cx="29396" cy="886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1238775" y="1105379"/>
            <a:ext cx="29392" cy="721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1268167" y="1097493"/>
            <a:ext cx="29394" cy="788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1297561" y="1091876"/>
            <a:ext cx="29388" cy="56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1326949" y="1086611"/>
            <a:ext cx="29388" cy="526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1356337" y="1082942"/>
            <a:ext cx="29385" cy="366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1385722" y="1079833"/>
            <a:ext cx="29384" cy="31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1415106" y="1077376"/>
            <a:ext cx="29382" cy="245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1444488" y="1075750"/>
            <a:ext cx="29380" cy="1626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1473868" y="1073709"/>
            <a:ext cx="29381" cy="204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1503249" y="1071980"/>
            <a:ext cx="29381" cy="172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1532630" y="1070042"/>
            <a:ext cx="29381" cy="19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1562011" y="1067897"/>
            <a:ext cx="29381" cy="214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1591392" y="1065855"/>
            <a:ext cx="29381" cy="204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1620773" y="1063606"/>
            <a:ext cx="29382" cy="22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1650155" y="1061357"/>
            <a:ext cx="29382" cy="224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1679537" y="1058899"/>
            <a:ext cx="29382" cy="245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1708919" y="1056442"/>
            <a:ext cx="29382" cy="245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1738301" y="1054664"/>
            <a:ext cx="29381" cy="177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1767682" y="1051943"/>
            <a:ext cx="29382" cy="272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1797064" y="1049798"/>
            <a:ext cx="29382" cy="214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1826446" y="1047860"/>
            <a:ext cx="29381" cy="193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1855827" y="1044789"/>
            <a:ext cx="29383" cy="307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1885210" y="1044089"/>
            <a:ext cx="29378" cy="70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1914588" y="1042256"/>
            <a:ext cx="29381" cy="183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1943969" y="1040734"/>
            <a:ext cx="29380" cy="152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1973349" y="1039421"/>
            <a:ext cx="29380" cy="131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2002729" y="1038211"/>
            <a:ext cx="29379" cy="121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2032108" y="1036794"/>
            <a:ext cx="29380" cy="14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2061488" y="1035792"/>
            <a:ext cx="29379" cy="100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2090867" y="1034375"/>
            <a:ext cx="29380" cy="14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2120247" y="1033373"/>
            <a:ext cx="29379" cy="1002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2149626" y="1031956"/>
            <a:ext cx="29380" cy="141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2179006" y="1031058"/>
            <a:ext cx="29379" cy="89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2208385" y="1029849"/>
            <a:ext cx="29379" cy="12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2237764" y="1028951"/>
            <a:ext cx="29379" cy="898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2267143" y="1027637"/>
            <a:ext cx="29380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2296523" y="1026844"/>
            <a:ext cx="29378" cy="793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2325901" y="1025530"/>
            <a:ext cx="29380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2355281" y="1024529"/>
            <a:ext cx="29379" cy="10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2384660" y="1023215"/>
            <a:ext cx="29380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2414040" y="1022318"/>
            <a:ext cx="29379" cy="897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2443419" y="1021004"/>
            <a:ext cx="29379" cy="131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2472798" y="1020314"/>
            <a:ext cx="29378" cy="690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2502176" y="1019105"/>
            <a:ext cx="29380" cy="1209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2531556" y="1018311"/>
            <a:ext cx="29379" cy="794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2560935" y="1017310"/>
            <a:ext cx="29378" cy="1001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2590313" y="1016095"/>
            <a:ext cx="25374" cy="1215"/>
          </a:xfrm>
          <a:prstGeom prst="line">
            <a:avLst/>
          </a:prstGeom>
          <a:ln w="3846">
            <a:solidFill>
              <a:srgbClr val="D95F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784116" y="1409077"/>
            <a:ext cx="28061" cy="3824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812177" y="1384799"/>
            <a:ext cx="21417" cy="242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833594" y="1358780"/>
            <a:ext cx="24091" cy="2601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857685" y="1335878"/>
            <a:ext cx="28091" cy="2290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885776" y="1308368"/>
            <a:ext cx="28082" cy="2751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913858" y="1289327"/>
            <a:ext cx="21659" cy="1904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935517" y="1267748"/>
            <a:ext cx="26650" cy="215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962167" y="1246878"/>
            <a:ext cx="26280" cy="2087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988447" y="1222795"/>
            <a:ext cx="40448" cy="2408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028895" y="1205366"/>
            <a:ext cx="30750" cy="1742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059645" y="1189868"/>
            <a:ext cx="32080" cy="154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091725" y="1175603"/>
            <a:ext cx="37419" cy="14265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129144" y="1165605"/>
            <a:ext cx="29399" cy="99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1158543" y="1156847"/>
            <a:ext cx="29395" cy="87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187938" y="1149190"/>
            <a:ext cx="29393" cy="7657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217331" y="1141177"/>
            <a:ext cx="29394" cy="801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246725" y="1136224"/>
            <a:ext cx="29388" cy="495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1276113" y="1131040"/>
            <a:ext cx="29388" cy="518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1305501" y="1127959"/>
            <a:ext cx="29383" cy="308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1334884" y="1126373"/>
            <a:ext cx="29380" cy="158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1364264" y="1123455"/>
            <a:ext cx="29384" cy="291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1393648" y="1121644"/>
            <a:ext cx="29380" cy="181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423028" y="1121644"/>
            <a:ext cx="29376" cy="35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452404" y="1121995"/>
            <a:ext cx="29377" cy="14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481781" y="1122137"/>
            <a:ext cx="29375" cy="55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511156" y="1122695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540531" y="1123773"/>
            <a:ext cx="29375" cy="7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569906" y="1124539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599282" y="1125201"/>
            <a:ext cx="29374" cy="118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628656" y="1126384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58032" y="1127046"/>
            <a:ext cx="29374" cy="118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687406" y="1128228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716781" y="1129306"/>
            <a:ext cx="29375" cy="7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746156" y="1130072"/>
            <a:ext cx="29374" cy="139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1775530" y="1131462"/>
            <a:ext cx="29374" cy="97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1804904" y="1132436"/>
            <a:ext cx="29374" cy="139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>
            <a:off x="1834278" y="1133826"/>
            <a:ext cx="29375" cy="97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1863653" y="1134800"/>
            <a:ext cx="29374" cy="128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1893027" y="1136086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>
            <a:off x="1922403" y="1136748"/>
            <a:ext cx="30371" cy="140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952774" y="1138157"/>
            <a:ext cx="28378" cy="64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981152" y="1138800"/>
            <a:ext cx="29377" cy="14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2010529" y="1138942"/>
            <a:ext cx="29374" cy="1183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039903" y="1140125"/>
            <a:ext cx="29374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2069277" y="1141203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098653" y="1141865"/>
            <a:ext cx="29374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2128027" y="1142943"/>
            <a:ext cx="29376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2157403" y="1143605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>
            <a:off x="2186778" y="1144683"/>
            <a:ext cx="29374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>
            <a:off x="2216152" y="1145761"/>
            <a:ext cx="29376" cy="45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>
            <a:off x="2245528" y="1146215"/>
            <a:ext cx="29375" cy="107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>
            <a:off x="2274903" y="1147293"/>
            <a:ext cx="29374" cy="107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2304277" y="1148372"/>
            <a:ext cx="29375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>
            <a:off x="2333652" y="1149034"/>
            <a:ext cx="29376" cy="869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2363028" y="1149903"/>
            <a:ext cx="29375" cy="871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2392403" y="1150774"/>
            <a:ext cx="29375" cy="66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2421778" y="1151436"/>
            <a:ext cx="29374" cy="1182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>
            <a:off x="2451152" y="1152618"/>
            <a:ext cx="29376" cy="76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2480528" y="1153384"/>
            <a:ext cx="29373" cy="1390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>
            <a:off x="2509901" y="1154774"/>
            <a:ext cx="29375" cy="974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>
            <a:off x="2539276" y="1155748"/>
            <a:ext cx="29374" cy="159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>
            <a:off x="2568650" y="1157346"/>
            <a:ext cx="29374" cy="1286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2598024" y="1158632"/>
            <a:ext cx="21361" cy="1588"/>
          </a:xfrm>
          <a:prstGeom prst="line">
            <a:avLst/>
          </a:prstGeom>
          <a:ln w="3846">
            <a:solidFill>
              <a:srgbClr val="7570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781538" y="1412219"/>
            <a:ext cx="27962" cy="3576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809500" y="1387798"/>
            <a:ext cx="21417" cy="2442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830917" y="1364245"/>
            <a:ext cx="22751" cy="2355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853668" y="1340325"/>
            <a:ext cx="25422" cy="2392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879090" y="1315868"/>
            <a:ext cx="29162" cy="2445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908252" y="1297385"/>
            <a:ext cx="23006" cy="1848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931258" y="1274912"/>
            <a:ext cx="28223" cy="2247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959481" y="1255205"/>
            <a:ext cx="30621" cy="1970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990102" y="1238116"/>
            <a:ext cx="29414" cy="1708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1019516" y="1221616"/>
            <a:ext cx="29412" cy="1650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1048928" y="1207042"/>
            <a:ext cx="29408" cy="1457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1078336" y="1195587"/>
            <a:ext cx="29401" cy="1145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1107737" y="1184702"/>
            <a:ext cx="29400" cy="1088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1137137" y="1175797"/>
            <a:ext cx="29396" cy="890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1166533" y="1167621"/>
            <a:ext cx="29394" cy="817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1195927" y="1160693"/>
            <a:ext cx="29392" cy="692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1225319" y="1155116"/>
            <a:ext cx="29388" cy="557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1254707" y="1150787"/>
            <a:ext cx="29387" cy="432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1284094" y="1147705"/>
            <a:ext cx="29383" cy="308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1313477" y="1145456"/>
            <a:ext cx="29382" cy="2249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1342859" y="1144871"/>
            <a:ext cx="29378" cy="58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372237" y="1144871"/>
            <a:ext cx="29377" cy="3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401614" y="1144909"/>
            <a:ext cx="29373" cy="159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430987" y="1146507"/>
            <a:ext cx="29372" cy="222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>
            <a:off x="1460359" y="1148729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>
            <a:off x="1489729" y="1151887"/>
            <a:ext cx="29371" cy="305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>
            <a:off x="1519100" y="1154940"/>
            <a:ext cx="29370" cy="305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>
            <a:off x="1548470" y="1157994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>
            <a:off x="1577840" y="1161152"/>
            <a:ext cx="29370" cy="315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>
            <a:off x="1607210" y="1164309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>
            <a:off x="1636580" y="1167467"/>
            <a:ext cx="29370" cy="326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>
            <a:off x="1665950" y="1170729"/>
            <a:ext cx="29370" cy="326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>
            <a:off x="1695320" y="1173990"/>
            <a:ext cx="29370" cy="326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>
            <a:off x="1724690" y="1177252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>
            <a:off x="1754060" y="1180410"/>
            <a:ext cx="29371" cy="29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1783431" y="1183360"/>
            <a:ext cx="29370" cy="305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1812801" y="1186413"/>
            <a:ext cx="29370" cy="326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1842171" y="1189675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1871541" y="1192833"/>
            <a:ext cx="29368" cy="401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1900909" y="1196850"/>
            <a:ext cx="29372" cy="233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1930281" y="1199181"/>
            <a:ext cx="29370" cy="3541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1959651" y="1202722"/>
            <a:ext cx="29370" cy="3157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1989021" y="1205879"/>
            <a:ext cx="29370" cy="305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2018391" y="1208933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2047761" y="1212091"/>
            <a:ext cx="29371" cy="284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2077132" y="1214937"/>
            <a:ext cx="29371" cy="28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2106503" y="1217782"/>
            <a:ext cx="29371" cy="274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2135874" y="1220524"/>
            <a:ext cx="29370" cy="29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2165244" y="1223474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2194616" y="1225904"/>
            <a:ext cx="29371" cy="263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2223987" y="1228542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2253359" y="1230972"/>
            <a:ext cx="30368" cy="272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2283727" y="1233692"/>
            <a:ext cx="28375" cy="209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>
            <a:off x="2312102" y="1235790"/>
            <a:ext cx="29376" cy="703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>
            <a:off x="2341478" y="1236493"/>
            <a:ext cx="29372" cy="201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2370850" y="1238507"/>
            <a:ext cx="29373" cy="211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2400223" y="1240625"/>
            <a:ext cx="29371" cy="2326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2429594" y="1242951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2458966" y="1245381"/>
            <a:ext cx="29372" cy="243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2488338" y="1247811"/>
            <a:ext cx="29371" cy="2742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2517709" y="1250553"/>
            <a:ext cx="29370" cy="2845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2547079" y="1253398"/>
            <a:ext cx="29371" cy="2950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576450" y="1256348"/>
            <a:ext cx="29370" cy="3158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2605820" y="1259506"/>
            <a:ext cx="20026" cy="1664"/>
          </a:xfrm>
          <a:prstGeom prst="line">
            <a:avLst/>
          </a:prstGeom>
          <a:ln w="3846">
            <a:solidFill>
              <a:srgbClr val="E729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780027" y="1449645"/>
            <a:ext cx="16009" cy="2205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796036" y="1471702"/>
            <a:ext cx="20955" cy="2637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>
            <a:off x="816991" y="1498076"/>
            <a:ext cx="20636" cy="2470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>
            <a:off x="837627" y="1522776"/>
            <a:ext cx="20638" cy="2442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>
            <a:off x="858265" y="1547204"/>
            <a:ext cx="22871" cy="2599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>
            <a:off x="881136" y="1573202"/>
            <a:ext cx="16734" cy="2097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>
            <a:off x="897870" y="1594178"/>
            <a:ext cx="15660" cy="1959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>
            <a:off x="913530" y="1613777"/>
            <a:ext cx="16434" cy="1988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929964" y="1633666"/>
            <a:ext cx="20559" cy="2208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950523" y="1655748"/>
            <a:ext cx="21312" cy="2490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971835" y="1680654"/>
            <a:ext cx="21313" cy="2462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>
            <a:off x="993148" y="1705274"/>
            <a:ext cx="21313" cy="2433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014461" y="1729607"/>
            <a:ext cx="30638" cy="3478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>
            <a:off x="1045099" y="1764390"/>
            <a:ext cx="22646" cy="2533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>
            <a:off x="1067745" y="1789726"/>
            <a:ext cx="22647" cy="2492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>
            <a:off x="1090392" y="1814650"/>
            <a:ext cx="23980" cy="2608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>
            <a:off x="1114372" y="1840734"/>
            <a:ext cx="23980" cy="259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1138352" y="1866692"/>
            <a:ext cx="23981" cy="2570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>
            <a:off x="1162333" y="1892395"/>
            <a:ext cx="23982" cy="2494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>
            <a:off x="1186315" y="1917336"/>
            <a:ext cx="21670" cy="229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>
            <a:off x="1207985" y="1940294"/>
            <a:ext cx="27628" cy="2782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1235613" y="1968122"/>
            <a:ext cx="25318" cy="2505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>
            <a:off x="1260931" y="1993179"/>
            <a:ext cx="25319" cy="2442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>
            <a:off x="1286250" y="2017601"/>
            <a:ext cx="25992" cy="251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>
            <a:off x="1312242" y="2042759"/>
            <a:ext cx="25983" cy="2262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>
            <a:off x="1338225" y="2065386"/>
            <a:ext cx="29322" cy="2541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>
            <a:off x="1367547" y="2090796"/>
            <a:ext cx="29327" cy="2364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>
            <a:off x="1396874" y="2114438"/>
            <a:ext cx="26328" cy="2075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>
            <a:off x="1423202" y="2135191"/>
            <a:ext cx="32333" cy="2239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>
            <a:off x="1455535" y="2157584"/>
            <a:ext cx="28336" cy="20605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>
            <a:off x="1483871" y="2178189"/>
            <a:ext cx="27180" cy="1766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>
            <a:off x="1511051" y="2195857"/>
            <a:ext cx="27160" cy="1490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>
            <a:off x="1538211" y="2210763"/>
            <a:ext cx="32020" cy="1295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>
            <a:off x="1570231" y="2223721"/>
            <a:ext cx="29370" cy="338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>
            <a:off x="1599601" y="2227108"/>
            <a:ext cx="29376" cy="24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1628977" y="2227288"/>
            <a:ext cx="29377" cy="6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1658354" y="2227224"/>
            <a:ext cx="28932" cy="6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>
            <a:off x="1687286" y="2227224"/>
            <a:ext cx="29822" cy="141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>
            <a:off x="1717108" y="2227365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>
            <a:off x="1746484" y="2227403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>
            <a:off x="1775861" y="222744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>
            <a:off x="1805238" y="2227479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1834615" y="2226620"/>
            <a:ext cx="29378" cy="89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863993" y="2226620"/>
            <a:ext cx="29375" cy="974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>
            <a:off x="1893368" y="2227594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>
            <a:off x="1922745" y="2227632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>
            <a:off x="1952122" y="222767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>
            <a:off x="1981499" y="2227709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>
            <a:off x="2010875" y="2227747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>
            <a:off x="2040252" y="2227785"/>
            <a:ext cx="29376" cy="37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2069628" y="2227862"/>
            <a:ext cx="29378" cy="29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>
            <a:off x="2099006" y="2227862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>
            <a:off x="2128383" y="2227900"/>
            <a:ext cx="29376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>
            <a:off x="2157759" y="2227939"/>
            <a:ext cx="29377" cy="37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>
            <a:off x="2187136" y="2227976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>
            <a:off x="2216513" y="2228015"/>
            <a:ext cx="28377" cy="1226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2244890" y="2228091"/>
            <a:ext cx="30376" cy="115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>
            <a:off x="2275266" y="222809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>
            <a:off x="2304643" y="2228129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>
            <a:off x="2334020" y="2228168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>
            <a:off x="2363397" y="2228206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2392773" y="2227971"/>
            <a:ext cx="29378" cy="273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>
            <a:off x="2422151" y="2227971"/>
            <a:ext cx="29376" cy="350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>
            <a:off x="2451527" y="2228321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>
            <a:off x="2480904" y="2228359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>
            <a:off x="2510281" y="2228397"/>
            <a:ext cx="29376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>
            <a:off x="2539657" y="2228435"/>
            <a:ext cx="29377" cy="39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>
            <a:off x="2569034" y="2228474"/>
            <a:ext cx="29377" cy="38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>
            <a:off x="2598411" y="2228512"/>
            <a:ext cx="18693" cy="392"/>
          </a:xfrm>
          <a:prstGeom prst="line">
            <a:avLst/>
          </a:prstGeom>
          <a:ln w="3846">
            <a:solidFill>
              <a:srgbClr val="66A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>
            <a:off x="781312" y="1449501"/>
            <a:ext cx="25359" cy="3691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>
            <a:off x="806671" y="1486420"/>
            <a:ext cx="18977" cy="2588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>
            <a:off x="825648" y="1512303"/>
            <a:ext cx="16647" cy="2438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>
            <a:off x="842295" y="1536689"/>
            <a:ext cx="17981" cy="2545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>
            <a:off x="860276" y="1562142"/>
            <a:ext cx="17628" cy="2442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>
            <a:off x="877904" y="1586567"/>
            <a:ext cx="14661" cy="2063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>
            <a:off x="892565" y="1607201"/>
            <a:ext cx="16443" cy="24011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>
            <a:off x="909008" y="1631212"/>
            <a:ext cx="18375" cy="2549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>
            <a:off x="927383" y="1656705"/>
            <a:ext cx="19072" cy="2814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>
            <a:off x="946455" y="1684849"/>
            <a:ext cx="18640" cy="2551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>
            <a:off x="965095" y="1710364"/>
            <a:ext cx="18641" cy="2502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>
            <a:off x="983736" y="1735388"/>
            <a:ext cx="19641" cy="2384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>
            <a:off x="1003377" y="1759233"/>
            <a:ext cx="18643" cy="2384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>
            <a:off x="1022020" y="1783077"/>
            <a:ext cx="18642" cy="2489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>
            <a:off x="1040662" y="1807975"/>
            <a:ext cx="20975" cy="24500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>
            <a:off x="1061637" y="1832475"/>
            <a:ext cx="21972" cy="2468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>
            <a:off x="1083609" y="1857158"/>
            <a:ext cx="23966" cy="247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>
            <a:off x="1107575" y="1881897"/>
            <a:ext cx="22963" cy="27727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>
            <a:off x="1130538" y="1909624"/>
            <a:ext cx="21309" cy="2625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>
            <a:off x="1151847" y="1935880"/>
            <a:ext cx="22312" cy="2364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>
            <a:off x="1174159" y="1959522"/>
            <a:ext cx="22783" cy="2403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>
            <a:off x="1196942" y="1983554"/>
            <a:ext cx="17389" cy="2011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1214331" y="2003667"/>
            <a:ext cx="19831" cy="1883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1234162" y="2022502"/>
            <a:ext cx="25319" cy="24460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1259481" y="2046962"/>
            <a:ext cx="29011" cy="2809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1288492" y="2075054"/>
            <a:ext cx="36294" cy="3055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1324786" y="2105610"/>
            <a:ext cx="34659" cy="2770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359445" y="2133314"/>
            <a:ext cx="29331" cy="2156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388776" y="2154877"/>
            <a:ext cx="29339" cy="17674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418115" y="2172551"/>
            <a:ext cx="29335" cy="1973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1447450" y="2192283"/>
            <a:ext cx="27739" cy="16603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1475189" y="2208886"/>
            <a:ext cx="30061" cy="1273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1505250" y="2221618"/>
            <a:ext cx="30256" cy="5427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535506" y="2227045"/>
            <a:ext cx="29376" cy="32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1564882" y="2227205"/>
            <a:ext cx="29377" cy="16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>
            <a:off x="1594259" y="2227205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>
            <a:off x="1623636" y="2227243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1653013" y="2226366"/>
            <a:ext cx="29379" cy="91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>
            <a:off x="1682392" y="2226366"/>
            <a:ext cx="29374" cy="99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>
            <a:off x="1711766" y="2227358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>
            <a:off x="1741143" y="2227396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>
            <a:off x="1770520" y="2227434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1799897" y="2227472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1829274" y="2226925"/>
            <a:ext cx="29378" cy="58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1858652" y="2226925"/>
            <a:ext cx="29375" cy="66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1888027" y="2227587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917404" y="2227625"/>
            <a:ext cx="29376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946780" y="2227664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976157" y="2227702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2005534" y="2227740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V="1">
            <a:off x="2034911" y="2227193"/>
            <a:ext cx="29378" cy="585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>
            <a:off x="2064289" y="2227193"/>
            <a:ext cx="29376" cy="66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>
            <a:off x="2093665" y="2227855"/>
            <a:ext cx="29376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>
            <a:off x="2123041" y="2227893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>
            <a:off x="2152418" y="2227932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>
            <a:off x="2181795" y="2227970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V="1">
            <a:off x="2211172" y="2227526"/>
            <a:ext cx="29378" cy="48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>
            <a:off x="2240550" y="2227526"/>
            <a:ext cx="29375" cy="55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>
            <a:off x="2269925" y="2228084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>
            <a:off x="2299302" y="2228123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>
            <a:off x="2328679" y="2228161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>
            <a:off x="2358056" y="2228199"/>
            <a:ext cx="29376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>
            <a:off x="2387432" y="2228237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2416809" y="2228210"/>
            <a:ext cx="29377" cy="66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2446186" y="2228210"/>
            <a:ext cx="29377" cy="142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2475563" y="2228352"/>
            <a:ext cx="29376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>
            <a:off x="2504939" y="2228390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>
            <a:off x="2534316" y="2228428"/>
            <a:ext cx="29377" cy="39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>
            <a:off x="2563693" y="2228467"/>
            <a:ext cx="29377" cy="38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V="1">
            <a:off x="2593070" y="2228075"/>
            <a:ext cx="21366" cy="430"/>
          </a:xfrm>
          <a:prstGeom prst="line">
            <a:avLst/>
          </a:prstGeom>
          <a:ln w="3846">
            <a:solidFill>
              <a:srgbClr val="E6AB0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780986" y="1449662"/>
            <a:ext cx="25685" cy="3675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>
            <a:off x="806671" y="1486420"/>
            <a:ext cx="16982" cy="2588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>
            <a:off x="823653" y="1512300"/>
            <a:ext cx="16648" cy="2438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>
            <a:off x="840301" y="1536687"/>
            <a:ext cx="16646" cy="2487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>
            <a:off x="856947" y="1561559"/>
            <a:ext cx="18947" cy="2465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875894" y="1586212"/>
            <a:ext cx="23040" cy="3149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>
            <a:off x="898934" y="1617709"/>
            <a:ext cx="18230" cy="2706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>
            <a:off x="917164" y="1644777"/>
            <a:ext cx="18640" cy="2567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>
            <a:off x="935804" y="1670455"/>
            <a:ext cx="18640" cy="2535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>
            <a:off x="954444" y="1695807"/>
            <a:ext cx="18303" cy="2500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>
            <a:off x="972747" y="1720812"/>
            <a:ext cx="21960" cy="30114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994707" y="1750926"/>
            <a:ext cx="19314" cy="2638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>
            <a:off x="1014021" y="1777313"/>
            <a:ext cx="18979" cy="2516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>
            <a:off x="1033000" y="1802476"/>
            <a:ext cx="18976" cy="2623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>
            <a:off x="1051976" y="1828706"/>
            <a:ext cx="20650" cy="25954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>
            <a:off x="1072626" y="1854660"/>
            <a:ext cx="17980" cy="25294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>
            <a:off x="1090606" y="1879954"/>
            <a:ext cx="23899" cy="3099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>
            <a:off x="1114505" y="1910946"/>
            <a:ext cx="22259" cy="25881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>
            <a:off x="1136764" y="1936827"/>
            <a:ext cx="21409" cy="2778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>
            <a:off x="1158173" y="1964609"/>
            <a:ext cx="18869" cy="2180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>
            <a:off x="1177042" y="1986409"/>
            <a:ext cx="23750" cy="3010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>
            <a:off x="1200792" y="2016517"/>
            <a:ext cx="17883" cy="2164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>
            <a:off x="1218675" y="2038159"/>
            <a:ext cx="26076" cy="2833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>
            <a:off x="1244751" y="2066489"/>
            <a:ext cx="23980" cy="25661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>
            <a:off x="1268731" y="2092150"/>
            <a:ext cx="25313" cy="27260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>
            <a:off x="1294044" y="2119410"/>
            <a:ext cx="22652" cy="2246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>
            <a:off x="1316696" y="2141875"/>
            <a:ext cx="30654" cy="2770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>
            <a:off x="1347350" y="2169578"/>
            <a:ext cx="27994" cy="2209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2" name="Connector 481"/>
          <p:cNvCxnSpPr/>
          <p:nvPr/>
        </p:nvCxnSpPr>
        <p:spPr>
          <a:xfrm>
            <a:off x="1375344" y="2191670"/>
            <a:ext cx="28224" cy="1872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3" name="Connector 482"/>
          <p:cNvCxnSpPr/>
          <p:nvPr/>
        </p:nvCxnSpPr>
        <p:spPr>
          <a:xfrm>
            <a:off x="1403568" y="2210395"/>
            <a:ext cx="33129" cy="1483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1436697" y="2225232"/>
            <a:ext cx="29373" cy="182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466070" y="2227059"/>
            <a:ext cx="29376" cy="343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6" name="Connector 485"/>
          <p:cNvCxnSpPr/>
          <p:nvPr/>
        </p:nvCxnSpPr>
        <p:spPr>
          <a:xfrm flipV="1">
            <a:off x="1495446" y="2226386"/>
            <a:ext cx="29379" cy="101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486"/>
          <p:cNvCxnSpPr/>
          <p:nvPr/>
        </p:nvCxnSpPr>
        <p:spPr>
          <a:xfrm>
            <a:off x="1524825" y="2226386"/>
            <a:ext cx="29375" cy="91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487"/>
          <p:cNvCxnSpPr/>
          <p:nvPr/>
        </p:nvCxnSpPr>
        <p:spPr>
          <a:xfrm flipV="1">
            <a:off x="1554200" y="2226797"/>
            <a:ext cx="29378" cy="507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488"/>
          <p:cNvCxnSpPr/>
          <p:nvPr/>
        </p:nvCxnSpPr>
        <p:spPr>
          <a:xfrm>
            <a:off x="1583578" y="2226797"/>
            <a:ext cx="29376" cy="43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489"/>
          <p:cNvCxnSpPr/>
          <p:nvPr/>
        </p:nvCxnSpPr>
        <p:spPr>
          <a:xfrm>
            <a:off x="1612954" y="2227229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490"/>
          <p:cNvCxnSpPr/>
          <p:nvPr/>
        </p:nvCxnSpPr>
        <p:spPr>
          <a:xfrm flipV="1">
            <a:off x="1642330" y="2226682"/>
            <a:ext cx="29379" cy="58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491"/>
          <p:cNvCxnSpPr/>
          <p:nvPr/>
        </p:nvCxnSpPr>
        <p:spPr>
          <a:xfrm>
            <a:off x="1671709" y="2226682"/>
            <a:ext cx="29375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492"/>
          <p:cNvCxnSpPr/>
          <p:nvPr/>
        </p:nvCxnSpPr>
        <p:spPr>
          <a:xfrm>
            <a:off x="1701084" y="2227344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4" name="Connector 493"/>
          <p:cNvCxnSpPr/>
          <p:nvPr/>
        </p:nvCxnSpPr>
        <p:spPr>
          <a:xfrm>
            <a:off x="1730461" y="2227382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5" name="Connector 494"/>
          <p:cNvCxnSpPr/>
          <p:nvPr/>
        </p:nvCxnSpPr>
        <p:spPr>
          <a:xfrm>
            <a:off x="1759838" y="2227420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6" name="Connector 495"/>
          <p:cNvCxnSpPr/>
          <p:nvPr/>
        </p:nvCxnSpPr>
        <p:spPr>
          <a:xfrm>
            <a:off x="1789214" y="2227458"/>
            <a:ext cx="29377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7" name="Connector 496"/>
          <p:cNvCxnSpPr/>
          <p:nvPr/>
        </p:nvCxnSpPr>
        <p:spPr>
          <a:xfrm>
            <a:off x="1818591" y="2227497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Connector 497"/>
          <p:cNvCxnSpPr/>
          <p:nvPr/>
        </p:nvCxnSpPr>
        <p:spPr>
          <a:xfrm flipV="1">
            <a:off x="1847968" y="2226949"/>
            <a:ext cx="29378" cy="58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9" name="Connector 498"/>
          <p:cNvCxnSpPr/>
          <p:nvPr/>
        </p:nvCxnSpPr>
        <p:spPr>
          <a:xfrm>
            <a:off x="1877346" y="2226949"/>
            <a:ext cx="29375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0" name="Connector 499"/>
          <p:cNvCxnSpPr/>
          <p:nvPr/>
        </p:nvCxnSpPr>
        <p:spPr>
          <a:xfrm>
            <a:off x="1906721" y="2227611"/>
            <a:ext cx="29377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Connector 500"/>
          <p:cNvCxnSpPr/>
          <p:nvPr/>
        </p:nvCxnSpPr>
        <p:spPr>
          <a:xfrm>
            <a:off x="1936098" y="2227650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2" name="Connector 501"/>
          <p:cNvCxnSpPr/>
          <p:nvPr/>
        </p:nvCxnSpPr>
        <p:spPr>
          <a:xfrm>
            <a:off x="1965475" y="2227688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Connector 502"/>
          <p:cNvCxnSpPr/>
          <p:nvPr/>
        </p:nvCxnSpPr>
        <p:spPr>
          <a:xfrm>
            <a:off x="1994852" y="2227726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Connector 503"/>
          <p:cNvCxnSpPr/>
          <p:nvPr/>
        </p:nvCxnSpPr>
        <p:spPr>
          <a:xfrm flipV="1">
            <a:off x="2024228" y="2227179"/>
            <a:ext cx="29379" cy="585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Connector 504"/>
          <p:cNvCxnSpPr/>
          <p:nvPr/>
        </p:nvCxnSpPr>
        <p:spPr>
          <a:xfrm>
            <a:off x="2053607" y="2227179"/>
            <a:ext cx="29375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Connector 505"/>
          <p:cNvCxnSpPr/>
          <p:nvPr/>
        </p:nvCxnSpPr>
        <p:spPr>
          <a:xfrm>
            <a:off x="2082982" y="2227841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Connector 506"/>
          <p:cNvCxnSpPr/>
          <p:nvPr/>
        </p:nvCxnSpPr>
        <p:spPr>
          <a:xfrm>
            <a:off x="2112359" y="2227879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8" name="Connector 507"/>
          <p:cNvCxnSpPr/>
          <p:nvPr/>
        </p:nvCxnSpPr>
        <p:spPr>
          <a:xfrm>
            <a:off x="2141736" y="2227917"/>
            <a:ext cx="29376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9" name="Connector 508"/>
          <p:cNvCxnSpPr/>
          <p:nvPr/>
        </p:nvCxnSpPr>
        <p:spPr>
          <a:xfrm>
            <a:off x="2171112" y="2227956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0" name="Connector 509"/>
          <p:cNvCxnSpPr/>
          <p:nvPr/>
        </p:nvCxnSpPr>
        <p:spPr>
          <a:xfrm flipV="1">
            <a:off x="2200489" y="2227408"/>
            <a:ext cx="29378" cy="58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1" name="Connector 510"/>
          <p:cNvCxnSpPr/>
          <p:nvPr/>
        </p:nvCxnSpPr>
        <p:spPr>
          <a:xfrm>
            <a:off x="2229867" y="2227408"/>
            <a:ext cx="29376" cy="66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2" name="Connector 511"/>
          <p:cNvCxnSpPr/>
          <p:nvPr/>
        </p:nvCxnSpPr>
        <p:spPr>
          <a:xfrm>
            <a:off x="2259243" y="2228070"/>
            <a:ext cx="29376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3" name="Connector 512"/>
          <p:cNvCxnSpPr/>
          <p:nvPr/>
        </p:nvCxnSpPr>
        <p:spPr>
          <a:xfrm>
            <a:off x="2288619" y="2228109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513"/>
          <p:cNvCxnSpPr/>
          <p:nvPr/>
        </p:nvCxnSpPr>
        <p:spPr>
          <a:xfrm>
            <a:off x="2317996" y="2228147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514"/>
          <p:cNvCxnSpPr/>
          <p:nvPr/>
        </p:nvCxnSpPr>
        <p:spPr>
          <a:xfrm>
            <a:off x="2347373" y="2228185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515"/>
          <p:cNvCxnSpPr/>
          <p:nvPr/>
        </p:nvCxnSpPr>
        <p:spPr>
          <a:xfrm>
            <a:off x="2376750" y="2228223"/>
            <a:ext cx="29376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516"/>
          <p:cNvCxnSpPr/>
          <p:nvPr/>
        </p:nvCxnSpPr>
        <p:spPr>
          <a:xfrm flipV="1">
            <a:off x="2406126" y="2227780"/>
            <a:ext cx="29379" cy="482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517"/>
          <p:cNvCxnSpPr/>
          <p:nvPr/>
        </p:nvCxnSpPr>
        <p:spPr>
          <a:xfrm>
            <a:off x="2435505" y="2227780"/>
            <a:ext cx="29375" cy="55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9" name="Connector 518"/>
          <p:cNvCxnSpPr/>
          <p:nvPr/>
        </p:nvCxnSpPr>
        <p:spPr>
          <a:xfrm>
            <a:off x="2464880" y="2228338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0" name="Connector 519"/>
          <p:cNvCxnSpPr/>
          <p:nvPr/>
        </p:nvCxnSpPr>
        <p:spPr>
          <a:xfrm>
            <a:off x="2494257" y="2228376"/>
            <a:ext cx="29377" cy="39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1" name="Connector 520"/>
          <p:cNvCxnSpPr/>
          <p:nvPr/>
        </p:nvCxnSpPr>
        <p:spPr>
          <a:xfrm>
            <a:off x="2523634" y="2228415"/>
            <a:ext cx="29377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521"/>
          <p:cNvCxnSpPr/>
          <p:nvPr/>
        </p:nvCxnSpPr>
        <p:spPr>
          <a:xfrm>
            <a:off x="2553011" y="2228453"/>
            <a:ext cx="29376" cy="38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522"/>
          <p:cNvCxnSpPr/>
          <p:nvPr/>
        </p:nvCxnSpPr>
        <p:spPr>
          <a:xfrm flipV="1">
            <a:off x="2582387" y="2227255"/>
            <a:ext cx="26709" cy="1236"/>
          </a:xfrm>
          <a:prstGeom prst="line">
            <a:avLst/>
          </a:prstGeom>
          <a:ln w="3846">
            <a:solidFill>
              <a:srgbClr val="A676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523"/>
          <p:cNvCxnSpPr/>
          <p:nvPr/>
        </p:nvCxnSpPr>
        <p:spPr>
          <a:xfrm flipV="1">
            <a:off x="1447618" y="2112304"/>
            <a:ext cx="75009" cy="8027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524"/>
          <p:cNvCxnSpPr/>
          <p:nvPr/>
        </p:nvCxnSpPr>
        <p:spPr>
          <a:xfrm flipV="1">
            <a:off x="2061568" y="956358"/>
            <a:ext cx="75009" cy="80278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525"/>
          <p:cNvCxnSpPr/>
          <p:nvPr/>
        </p:nvCxnSpPr>
        <p:spPr>
          <a:xfrm flipH="1">
            <a:off x="1612263" y="1128227"/>
            <a:ext cx="75009" cy="7550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526"/>
          <p:cNvCxnSpPr/>
          <p:nvPr/>
        </p:nvCxnSpPr>
        <p:spPr>
          <a:xfrm flipV="1">
            <a:off x="1244719" y="1990790"/>
            <a:ext cx="75009" cy="80278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527"/>
          <p:cNvCxnSpPr/>
          <p:nvPr/>
        </p:nvCxnSpPr>
        <p:spPr>
          <a:xfrm flipH="1">
            <a:off x="2178207" y="1229813"/>
            <a:ext cx="75009" cy="7550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528"/>
          <p:cNvCxnSpPr/>
          <p:nvPr/>
        </p:nvCxnSpPr>
        <p:spPr>
          <a:xfrm flipV="1">
            <a:off x="1138206" y="1788265"/>
            <a:ext cx="75009" cy="80279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nector 529"/>
          <p:cNvCxnSpPr/>
          <p:nvPr/>
        </p:nvCxnSpPr>
        <p:spPr>
          <a:xfrm flipV="1">
            <a:off x="1511376" y="978168"/>
            <a:ext cx="75009" cy="80278"/>
          </a:xfrm>
          <a:prstGeom prst="line">
            <a:avLst/>
          </a:prstGeom>
          <a:ln w="3846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1" name="Rectangle 530"/>
          <p:cNvSpPr/>
          <p:nvPr/>
        </p:nvSpPr>
        <p:spPr>
          <a:xfrm>
            <a:off x="3302754" y="1014285"/>
            <a:ext cx="54857" cy="54857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3302754" y="2054915"/>
            <a:ext cx="54857" cy="54857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3654994" y="742170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3654994" y="1158399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3654994" y="1782854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3654994" y="2199084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Freeform 536"/>
          <p:cNvSpPr/>
          <p:nvPr/>
        </p:nvSpPr>
        <p:spPr>
          <a:xfrm>
            <a:off x="4178300" y="9525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0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0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0" y="8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8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Freeform 537"/>
          <p:cNvSpPr/>
          <p:nvPr/>
        </p:nvSpPr>
        <p:spPr>
          <a:xfrm>
            <a:off x="4178300" y="11557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7"/>
                </a:moveTo>
                <a:lnTo>
                  <a:pt x="14" y="6"/>
                </a:lnTo>
                <a:lnTo>
                  <a:pt x="14" y="5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3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5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3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Freeform 538"/>
          <p:cNvSpPr/>
          <p:nvPr/>
        </p:nvSpPr>
        <p:spPr>
          <a:xfrm>
            <a:off x="4178300" y="1574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4" h="14">
                <a:moveTo>
                  <a:pt x="14" y="7"/>
                </a:moveTo>
                <a:lnTo>
                  <a:pt x="14" y="6"/>
                </a:lnTo>
                <a:lnTo>
                  <a:pt x="14" y="4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4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4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Freeform 539"/>
          <p:cNvSpPr/>
          <p:nvPr/>
        </p:nvSpPr>
        <p:spPr>
          <a:xfrm>
            <a:off x="4178300" y="2197100"/>
            <a:ext cx="177800" cy="190500"/>
          </a:xfrm>
          <a:custGeom>
            <a:avLst/>
            <a:gdLst/>
            <a:ahLst/>
            <a:cxnLst/>
            <a:rect l="l" t="t" r="r" b="b"/>
            <a:pathLst>
              <a:path w="14" h="15">
                <a:moveTo>
                  <a:pt x="14" y="7"/>
                </a:moveTo>
                <a:lnTo>
                  <a:pt x="14" y="6"/>
                </a:lnTo>
                <a:lnTo>
                  <a:pt x="14" y="5"/>
                </a:lnTo>
                <a:lnTo>
                  <a:pt x="13" y="3"/>
                </a:lnTo>
                <a:lnTo>
                  <a:pt x="12" y="2"/>
                </a:lnTo>
                <a:lnTo>
                  <a:pt x="11" y="1"/>
                </a:lnTo>
                <a:lnTo>
                  <a:pt x="10" y="1"/>
                </a:lnTo>
                <a:lnTo>
                  <a:pt x="8" y="0"/>
                </a:lnTo>
                <a:lnTo>
                  <a:pt x="7" y="0"/>
                </a:lnTo>
                <a:lnTo>
                  <a:pt x="6" y="0"/>
                </a:lnTo>
                <a:lnTo>
                  <a:pt x="4" y="1"/>
                </a:lnTo>
                <a:lnTo>
                  <a:pt x="3" y="1"/>
                </a:lnTo>
                <a:lnTo>
                  <a:pt x="2" y="2"/>
                </a:lnTo>
                <a:lnTo>
                  <a:pt x="1" y="3"/>
                </a:lnTo>
                <a:lnTo>
                  <a:pt x="0" y="5"/>
                </a:lnTo>
                <a:lnTo>
                  <a:pt x="0" y="6"/>
                </a:lnTo>
                <a:lnTo>
                  <a:pt x="0" y="7"/>
                </a:lnTo>
                <a:lnTo>
                  <a:pt x="0" y="9"/>
                </a:lnTo>
                <a:lnTo>
                  <a:pt x="0" y="10"/>
                </a:lnTo>
                <a:lnTo>
                  <a:pt x="1" y="11"/>
                </a:lnTo>
                <a:lnTo>
                  <a:pt x="2" y="12"/>
                </a:lnTo>
                <a:lnTo>
                  <a:pt x="3" y="13"/>
                </a:lnTo>
                <a:lnTo>
                  <a:pt x="4" y="14"/>
                </a:lnTo>
                <a:lnTo>
                  <a:pt x="6" y="14"/>
                </a:lnTo>
                <a:lnTo>
                  <a:pt x="7" y="15"/>
                </a:lnTo>
                <a:lnTo>
                  <a:pt x="8" y="14"/>
                </a:lnTo>
                <a:lnTo>
                  <a:pt x="10" y="14"/>
                </a:lnTo>
                <a:lnTo>
                  <a:pt x="11" y="13"/>
                </a:lnTo>
                <a:lnTo>
                  <a:pt x="12" y="12"/>
                </a:lnTo>
                <a:lnTo>
                  <a:pt x="13" y="11"/>
                </a:lnTo>
                <a:lnTo>
                  <a:pt x="14" y="10"/>
                </a:lnTo>
                <a:lnTo>
                  <a:pt x="14" y="9"/>
                </a:lnTo>
                <a:lnTo>
                  <a:pt x="14" y="7"/>
                </a:lnTo>
                <a:close/>
              </a:path>
            </a:pathLst>
          </a:custGeom>
          <a:solidFill>
            <a:srgbClr val="000000"/>
          </a:solidFill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4695801" y="1222972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4695940" y="1703796"/>
            <a:ext cx="182859" cy="182859"/>
          </a:xfrm>
          <a:prstGeom prst="rect">
            <a:avLst/>
          </a:prstGeom>
          <a:noFill/>
          <a:ln w="3657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3" name="Connector 542"/>
          <p:cNvCxnSpPr/>
          <p:nvPr/>
        </p:nvCxnSpPr>
        <p:spPr>
          <a:xfrm>
            <a:off x="3174609" y="1041714"/>
            <a:ext cx="108040" cy="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4" name="Freeform 543"/>
          <p:cNvSpPr/>
          <p:nvPr/>
        </p:nvSpPr>
        <p:spPr>
          <a:xfrm>
            <a:off x="3276600" y="1028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5" name="Connector 544"/>
          <p:cNvCxnSpPr/>
          <p:nvPr/>
        </p:nvCxnSpPr>
        <p:spPr>
          <a:xfrm>
            <a:off x="3181631" y="2082381"/>
            <a:ext cx="101018" cy="1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6" name="Freeform 545"/>
          <p:cNvSpPr/>
          <p:nvPr/>
        </p:nvSpPr>
        <p:spPr>
          <a:xfrm>
            <a:off x="3276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7" name="Connector 546"/>
          <p:cNvCxnSpPr/>
          <p:nvPr/>
        </p:nvCxnSpPr>
        <p:spPr>
          <a:xfrm flipV="1">
            <a:off x="3359452" y="833589"/>
            <a:ext cx="293741" cy="20812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547"/>
          <p:cNvCxnSpPr/>
          <p:nvPr/>
        </p:nvCxnSpPr>
        <p:spPr>
          <a:xfrm>
            <a:off x="3359452" y="1041714"/>
            <a:ext cx="293741" cy="20812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9" name="Connector 548"/>
          <p:cNvCxnSpPr/>
          <p:nvPr/>
        </p:nvCxnSpPr>
        <p:spPr>
          <a:xfrm flipV="1">
            <a:off x="3359452" y="1874327"/>
            <a:ext cx="293741" cy="20807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0" name="Connector 549"/>
          <p:cNvCxnSpPr/>
          <p:nvPr/>
        </p:nvCxnSpPr>
        <p:spPr>
          <a:xfrm>
            <a:off x="3359452" y="2082399"/>
            <a:ext cx="293741" cy="20818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1" name="Connector 550"/>
          <p:cNvCxnSpPr/>
          <p:nvPr/>
        </p:nvCxnSpPr>
        <p:spPr>
          <a:xfrm flipV="1">
            <a:off x="3839719" y="833578"/>
            <a:ext cx="333822" cy="11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551"/>
          <p:cNvCxnSpPr/>
          <p:nvPr/>
        </p:nvCxnSpPr>
        <p:spPr>
          <a:xfrm>
            <a:off x="3839719" y="833589"/>
            <a:ext cx="333882" cy="20810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3839719" y="833589"/>
            <a:ext cx="333942" cy="41623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3839719" y="833589"/>
            <a:ext cx="334002" cy="62436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>
            <a:off x="3839719" y="1249840"/>
            <a:ext cx="334062" cy="41626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3839719" y="1249840"/>
            <a:ext cx="334123" cy="62442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3839719" y="1249840"/>
            <a:ext cx="334183" cy="83259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>
            <a:off x="3839719" y="1249840"/>
            <a:ext cx="334243" cy="104077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 flipV="1">
            <a:off x="3839719" y="833578"/>
            <a:ext cx="333822" cy="1040749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0" name="Connector 559"/>
          <p:cNvCxnSpPr/>
          <p:nvPr/>
        </p:nvCxnSpPr>
        <p:spPr>
          <a:xfrm flipV="1">
            <a:off x="3839719" y="1041693"/>
            <a:ext cx="333882" cy="83263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1" name="Connector 560"/>
          <p:cNvCxnSpPr/>
          <p:nvPr/>
        </p:nvCxnSpPr>
        <p:spPr>
          <a:xfrm flipV="1">
            <a:off x="3839719" y="1666103"/>
            <a:ext cx="334062" cy="20822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Connector 561"/>
          <p:cNvCxnSpPr/>
          <p:nvPr/>
        </p:nvCxnSpPr>
        <p:spPr>
          <a:xfrm flipV="1">
            <a:off x="3839719" y="1874262"/>
            <a:ext cx="334123" cy="65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3" name="Connector 562"/>
          <p:cNvCxnSpPr/>
          <p:nvPr/>
        </p:nvCxnSpPr>
        <p:spPr>
          <a:xfrm flipV="1">
            <a:off x="3839719" y="1249819"/>
            <a:ext cx="333942" cy="1040760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4" name="Connector 563"/>
          <p:cNvCxnSpPr/>
          <p:nvPr/>
        </p:nvCxnSpPr>
        <p:spPr>
          <a:xfrm flipV="1">
            <a:off x="3839719" y="1457955"/>
            <a:ext cx="334002" cy="832624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5" name="Connector 564"/>
          <p:cNvCxnSpPr/>
          <p:nvPr/>
        </p:nvCxnSpPr>
        <p:spPr>
          <a:xfrm flipV="1">
            <a:off x="3839719" y="2082432"/>
            <a:ext cx="334183" cy="20814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>
            <a:off x="3839719" y="2290579"/>
            <a:ext cx="334243" cy="3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7" name="Connector 566"/>
          <p:cNvCxnSpPr/>
          <p:nvPr/>
        </p:nvCxnSpPr>
        <p:spPr>
          <a:xfrm>
            <a:off x="4360067" y="833578"/>
            <a:ext cx="333988" cy="480838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Connector 567"/>
          <p:cNvCxnSpPr/>
          <p:nvPr/>
        </p:nvCxnSpPr>
        <p:spPr>
          <a:xfrm>
            <a:off x="4360128" y="1041693"/>
            <a:ext cx="334066" cy="75357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9" name="Connector 568"/>
          <p:cNvCxnSpPr/>
          <p:nvPr/>
        </p:nvCxnSpPr>
        <p:spPr>
          <a:xfrm>
            <a:off x="4360188" y="1249819"/>
            <a:ext cx="333867" cy="6459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569"/>
          <p:cNvCxnSpPr/>
          <p:nvPr/>
        </p:nvCxnSpPr>
        <p:spPr>
          <a:xfrm>
            <a:off x="4360248" y="1457955"/>
            <a:ext cx="333946" cy="337311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1" name="Connector 570"/>
          <p:cNvCxnSpPr/>
          <p:nvPr/>
        </p:nvCxnSpPr>
        <p:spPr>
          <a:xfrm flipV="1">
            <a:off x="4360308" y="1314416"/>
            <a:ext cx="333747" cy="351687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2" name="Connector 571"/>
          <p:cNvCxnSpPr/>
          <p:nvPr/>
        </p:nvCxnSpPr>
        <p:spPr>
          <a:xfrm flipV="1">
            <a:off x="4360368" y="1795266"/>
            <a:ext cx="333826" cy="7899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3" name="Connector 572"/>
          <p:cNvCxnSpPr/>
          <p:nvPr/>
        </p:nvCxnSpPr>
        <p:spPr>
          <a:xfrm flipV="1">
            <a:off x="4360428" y="1314416"/>
            <a:ext cx="333627" cy="76801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573"/>
          <p:cNvCxnSpPr/>
          <p:nvPr/>
        </p:nvCxnSpPr>
        <p:spPr>
          <a:xfrm flipV="1">
            <a:off x="4360488" y="1795266"/>
            <a:ext cx="333706" cy="495346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574"/>
          <p:cNvCxnSpPr/>
          <p:nvPr/>
        </p:nvCxnSpPr>
        <p:spPr>
          <a:xfrm>
            <a:off x="4880581" y="1314416"/>
            <a:ext cx="248333" cy="18477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575"/>
          <p:cNvCxnSpPr/>
          <p:nvPr/>
        </p:nvCxnSpPr>
        <p:spPr>
          <a:xfrm flipV="1">
            <a:off x="4880720" y="1610563"/>
            <a:ext cx="248206" cy="184703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576"/>
          <p:cNvCxnSpPr/>
          <p:nvPr/>
        </p:nvCxnSpPr>
        <p:spPr>
          <a:xfrm flipV="1">
            <a:off x="5296989" y="1554894"/>
            <a:ext cx="53875" cy="2"/>
          </a:xfrm>
          <a:prstGeom prst="line">
            <a:avLst/>
          </a:prstGeom>
          <a:ln w="365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8" name="Freeform 577"/>
          <p:cNvSpPr/>
          <p:nvPr/>
        </p:nvSpPr>
        <p:spPr>
          <a:xfrm>
            <a:off x="5334000" y="1536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287999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1" name="Picture 58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582" name="Picture 58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583" name="TextBox 58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Example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1</a:t>
            </a:r>
          </a:p>
        </p:txBody>
      </p:sp>
      <p:sp>
        <p:nvSpPr>
          <p:cNvPr id="584" name="TextBox 583"/>
          <p:cNvSpPr txBox="1"/>
          <p:nvPr/>
        </p:nvSpPr>
        <p:spPr>
          <a:xfrm>
            <a:off x="723293" y="2245761"/>
            <a:ext cx="506210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85" name="TextBox 584"/>
          <p:cNvSpPr txBox="1"/>
          <p:nvPr/>
        </p:nvSpPr>
        <p:spPr>
          <a:xfrm>
            <a:off x="1076102" y="2245761"/>
            <a:ext cx="4709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10</a:t>
            </a:r>
          </a:p>
        </p:txBody>
      </p:sp>
      <p:sp>
        <p:nvSpPr>
          <p:cNvPr id="586" name="TextBox 585"/>
          <p:cNvSpPr txBox="1"/>
          <p:nvPr/>
        </p:nvSpPr>
        <p:spPr>
          <a:xfrm>
            <a:off x="1451141" y="2245761"/>
            <a:ext cx="433425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20</a:t>
            </a:r>
          </a:p>
        </p:txBody>
      </p:sp>
      <p:sp>
        <p:nvSpPr>
          <p:cNvPr id="587" name="TextBox 586"/>
          <p:cNvSpPr txBox="1"/>
          <p:nvPr/>
        </p:nvSpPr>
        <p:spPr>
          <a:xfrm>
            <a:off x="1826180" y="2245761"/>
            <a:ext cx="395921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30</a:t>
            </a:r>
          </a:p>
        </p:txBody>
      </p:sp>
      <p:sp>
        <p:nvSpPr>
          <p:cNvPr id="588" name="TextBox 587"/>
          <p:cNvSpPr txBox="1"/>
          <p:nvPr/>
        </p:nvSpPr>
        <p:spPr>
          <a:xfrm>
            <a:off x="2201218" y="2245761"/>
            <a:ext cx="3584177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40</a:t>
            </a:r>
          </a:p>
        </p:txBody>
      </p:sp>
      <p:sp>
        <p:nvSpPr>
          <p:cNvPr id="589" name="TextBox 588"/>
          <p:cNvSpPr txBox="1"/>
          <p:nvPr/>
        </p:nvSpPr>
        <p:spPr>
          <a:xfrm>
            <a:off x="2576266" y="2245761"/>
            <a:ext cx="320912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50</a:t>
            </a:r>
          </a:p>
        </p:txBody>
      </p:sp>
      <p:sp>
        <p:nvSpPr>
          <p:cNvPr id="590" name="TextBox 589"/>
          <p:cNvSpPr txBox="1"/>
          <p:nvPr/>
        </p:nvSpPr>
        <p:spPr>
          <a:xfrm>
            <a:off x="670292" y="2187102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591" name="TextBox 590"/>
          <p:cNvSpPr txBox="1"/>
          <p:nvPr/>
        </p:nvSpPr>
        <p:spPr>
          <a:xfrm>
            <a:off x="601102" y="1875529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592" name="TextBox 591"/>
          <p:cNvSpPr txBox="1"/>
          <p:nvPr/>
        </p:nvSpPr>
        <p:spPr>
          <a:xfrm>
            <a:off x="601102" y="1563956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593" name="TextBox 592"/>
          <p:cNvSpPr txBox="1"/>
          <p:nvPr/>
        </p:nvSpPr>
        <p:spPr>
          <a:xfrm>
            <a:off x="601102" y="1252392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6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601102" y="940819"/>
            <a:ext cx="5184293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0</a:t>
            </a:r>
            <a:r>
              <a:rPr sz="681" b="0">
                <a:solidFill>
                  <a:srgbClr val="000000"/>
                </a:solidFill>
                <a:latin typeface="Cambria Math"/>
              </a:rPr>
              <a:t>.</a:t>
            </a:r>
            <a:r>
              <a:rPr sz="681" b="0">
                <a:solidFill>
                  <a:srgbClr val="000000"/>
                </a:solidFill>
                <a:latin typeface="Cambria Math"/>
              </a:rPr>
              <a:t>8</a:t>
            </a:r>
          </a:p>
        </p:txBody>
      </p:sp>
      <p:sp>
        <p:nvSpPr>
          <p:cNvPr id="595" name="TextBox 594"/>
          <p:cNvSpPr txBox="1"/>
          <p:nvPr/>
        </p:nvSpPr>
        <p:spPr>
          <a:xfrm>
            <a:off x="670292" y="629245"/>
            <a:ext cx="511510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596" name="TextBox 595"/>
          <p:cNvSpPr txBox="1"/>
          <p:nvPr/>
        </p:nvSpPr>
        <p:spPr>
          <a:xfrm>
            <a:off x="1524539" y="2029532"/>
            <a:ext cx="4260857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R1</a:t>
            </a:r>
          </a:p>
        </p:txBody>
      </p:sp>
      <p:sp>
        <p:nvSpPr>
          <p:cNvPr id="597" name="TextBox 596"/>
          <p:cNvSpPr txBox="1"/>
          <p:nvPr/>
        </p:nvSpPr>
        <p:spPr>
          <a:xfrm>
            <a:off x="2138486" y="873596"/>
            <a:ext cx="3646909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R2</a:t>
            </a:r>
          </a:p>
        </p:txBody>
      </p:sp>
      <p:sp>
        <p:nvSpPr>
          <p:cNvPr id="598" name="TextBox 597"/>
          <p:cNvSpPr txBox="1"/>
          <p:nvPr/>
        </p:nvSpPr>
        <p:spPr>
          <a:xfrm>
            <a:off x="1481440" y="1169600"/>
            <a:ext cx="4303955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R3</a:t>
            </a:r>
          </a:p>
        </p:txBody>
      </p:sp>
      <p:sp>
        <p:nvSpPr>
          <p:cNvPr id="599" name="TextBox 598"/>
          <p:cNvSpPr txBox="1"/>
          <p:nvPr/>
        </p:nvSpPr>
        <p:spPr>
          <a:xfrm>
            <a:off x="1321643" y="1908017"/>
            <a:ext cx="446375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R4</a:t>
            </a:r>
          </a:p>
        </p:txBody>
      </p:sp>
      <p:sp>
        <p:nvSpPr>
          <p:cNvPr id="600" name="TextBox 599"/>
          <p:cNvSpPr txBox="1"/>
          <p:nvPr/>
        </p:nvSpPr>
        <p:spPr>
          <a:xfrm>
            <a:off x="2046971" y="1271183"/>
            <a:ext cx="373842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R5</a:t>
            </a:r>
          </a:p>
        </p:txBody>
      </p:sp>
      <p:sp>
        <p:nvSpPr>
          <p:cNvPr id="601" name="TextBox 600"/>
          <p:cNvSpPr txBox="1"/>
          <p:nvPr/>
        </p:nvSpPr>
        <p:spPr>
          <a:xfrm>
            <a:off x="1215127" y="1704947"/>
            <a:ext cx="4570268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R6</a:t>
            </a:r>
            <a:r>
              <a:rPr sz="681" b="0">
                <a:solidFill>
                  <a:srgbClr val="000000"/>
                </a:solidFill>
                <a:latin typeface="Josefin Sans"/>
              </a:rPr>
              <a:t> </a:t>
            </a:r>
            <a:r>
              <a:rPr sz="681" b="0">
                <a:solidFill>
                  <a:srgbClr val="000000"/>
                </a:solidFill>
                <a:latin typeface="Josefin Sans"/>
              </a:rPr>
              <a:t>&amp;</a:t>
            </a:r>
            <a:r>
              <a:rPr sz="681" b="0">
                <a:solidFill>
                  <a:srgbClr val="000000"/>
                </a:solidFill>
                <a:latin typeface="Josefin Sans"/>
              </a:rPr>
              <a:t> </a:t>
            </a: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R7</a:t>
            </a:r>
          </a:p>
        </p:txBody>
      </p:sp>
      <p:sp>
        <p:nvSpPr>
          <p:cNvPr id="602" name="TextBox 601"/>
          <p:cNvSpPr txBox="1"/>
          <p:nvPr/>
        </p:nvSpPr>
        <p:spPr>
          <a:xfrm>
            <a:off x="1588293" y="894860"/>
            <a:ext cx="4197102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</a:t>
            </a:r>
            <a:r>
              <a:rPr sz="454" b="0">
                <a:solidFill>
                  <a:srgbClr val="000000"/>
                </a:solidFill>
                <a:latin typeface="Josefin Sans"/>
              </a:rPr>
              <a:t>R8</a:t>
            </a:r>
          </a:p>
        </p:txBody>
      </p:sp>
      <p:sp>
        <p:nvSpPr>
          <p:cNvPr id="603" name="TextBox 602"/>
          <p:cNvSpPr txBox="1"/>
          <p:nvPr/>
        </p:nvSpPr>
        <p:spPr>
          <a:xfrm>
            <a:off x="1567811" y="2397524"/>
            <a:ext cx="4217584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Epoch</a:t>
            </a:r>
          </a:p>
        </p:txBody>
      </p:sp>
      <p:sp>
        <p:nvSpPr>
          <p:cNvPr id="604" name="TextBox 603"/>
          <p:cNvSpPr txBox="1"/>
          <p:nvPr/>
        </p:nvSpPr>
        <p:spPr>
          <a:xfrm>
            <a:off x="364039" y="1317716"/>
            <a:ext cx="5421356" cy="1341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1" b="0">
                <a:solidFill>
                  <a:srgbClr val="000000"/>
                </a:solidFill>
                <a:latin typeface="Josefin Sans"/>
              </a:rPr>
              <a:t>Weight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3095738" y="1007112"/>
            <a:ext cx="2689657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3088718" y="2047672"/>
            <a:ext cx="2696677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3725171" y="801214"/>
            <a:ext cx="206022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3724364" y="1217783"/>
            <a:ext cx="2061031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3725171" y="1841884"/>
            <a:ext cx="206022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3724364" y="2258462"/>
            <a:ext cx="2061031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611" name="TextBox 610"/>
          <p:cNvSpPr txBox="1"/>
          <p:nvPr/>
        </p:nvSpPr>
        <p:spPr>
          <a:xfrm>
            <a:off x="4255216" y="798993"/>
            <a:ext cx="1530179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4248250" y="1007094"/>
            <a:ext cx="153714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13" name="TextBox 612"/>
          <p:cNvSpPr txBox="1"/>
          <p:nvPr/>
        </p:nvSpPr>
        <p:spPr>
          <a:xfrm>
            <a:off x="4247838" y="1214855"/>
            <a:ext cx="1537558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614" name="TextBox 613"/>
          <p:cNvSpPr txBox="1"/>
          <p:nvPr/>
        </p:nvSpPr>
        <p:spPr>
          <a:xfrm>
            <a:off x="4247966" y="1423332"/>
            <a:ext cx="1537429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4247700" y="1631113"/>
            <a:ext cx="153769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4247691" y="1839259"/>
            <a:ext cx="153770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617" name="TextBox 616"/>
          <p:cNvSpPr txBox="1"/>
          <p:nvPr/>
        </p:nvSpPr>
        <p:spPr>
          <a:xfrm>
            <a:off x="4249682" y="2047764"/>
            <a:ext cx="1535713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618" name="TextBox 617"/>
          <p:cNvSpPr txBox="1"/>
          <p:nvPr/>
        </p:nvSpPr>
        <p:spPr>
          <a:xfrm>
            <a:off x="4248351" y="2255580"/>
            <a:ext cx="1537044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4765961" y="1282014"/>
            <a:ext cx="101943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S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4765300" y="1763181"/>
            <a:ext cx="102009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L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5175537" y="1529441"/>
            <a:ext cx="609858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5395210" y="1503495"/>
            <a:ext cx="390185" cy="1133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7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4386265" y="807506"/>
            <a:ext cx="1399130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4386321" y="1015478"/>
            <a:ext cx="1399075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0.78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4386321" y="1015478"/>
            <a:ext cx="1399075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0.78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4386385" y="1223606"/>
            <a:ext cx="1399010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0.69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4386385" y="1223606"/>
            <a:ext cx="1399010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0.69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4386440" y="1431873"/>
            <a:ext cx="1398955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4386504" y="1639882"/>
            <a:ext cx="1398891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0.62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4386504" y="1639882"/>
            <a:ext cx="1398891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0.62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4386559" y="1848176"/>
            <a:ext cx="1398836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4386624" y="2056341"/>
            <a:ext cx="1398771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4386679" y="2264387"/>
            <a:ext cx="1398716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FFFFFF"/>
                </a:solidFill>
                <a:latin typeface="Josefin Sans"/>
              </a:rPr>
              <a:t>0.80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4386679" y="2264387"/>
            <a:ext cx="1398716" cy="85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31" b="0">
                <a:solidFill>
                  <a:srgbClr val="000000"/>
                </a:solidFill>
                <a:latin typeface="Josefin Sans"/>
              </a:rPr>
              <a:t>0.80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460056" y="2562795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identified.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4901654" y="3150919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5639220" y="3150695"/>
            <a:ext cx="1461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59993" y="4385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95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7217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ANFIS: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8518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Networks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3315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5019" y="3150693"/>
            <a:ext cx="1603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760319" y="-23618273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762860" y="-23618273"/>
            <a:ext cx="0" cy="3656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97800" y="-23618273"/>
            <a:ext cx="0" cy="3656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760319" y="-23252602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ANFIS: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Adaptive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09880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discussed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previously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implements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Mamdani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31464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1" y="3150920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4256" y="3150696"/>
            <a:ext cx="1611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5760319" y="-23618274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762860" y="-23618274"/>
            <a:ext cx="0" cy="3656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0797800" y="-23618274"/>
            <a:ext cx="0" cy="3656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760319" y="-23252603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-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2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ANFIS: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Adaptive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09880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discussed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previously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implements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Mamdani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31464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6" y="15289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ANFIS is the neuro-fuzzy system that implements a Sugeno fuzzy inference model.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651" y="3150918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4256" y="3150694"/>
            <a:ext cx="1611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59991" y="1782050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62531" y="1782051"/>
            <a:ext cx="0" cy="3656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397472" y="1782051"/>
            <a:ext cx="0" cy="365671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59991" y="2147722"/>
            <a:ext cx="5039996" cy="0"/>
          </a:xfrm>
          <a:prstGeom prst="line">
            <a:avLst/>
          </a:prstGeom>
          <a:ln w="505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ANFIS: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Adaptive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neuro-fuzzy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inference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6" y="109880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discussed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previously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implements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Mamdani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94" y="131464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6" y="1528989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ANFIS is the neuro-fuzzy system that implements a Sugeno fuzzy inference model.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8927" y="1894463"/>
            <a:ext cx="53064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Recall: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What is 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difference between Mamdani inference and Sugeno inference?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1" y="3150916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4256" y="3150692"/>
            <a:ext cx="1611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33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008633" y="1350532"/>
            <a:ext cx="75916" cy="75916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633" y="2070541"/>
            <a:ext cx="75916" cy="75916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640073" y="1081961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40073" y="1441965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640073" y="1801970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40073" y="2161974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90101" y="1081961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90101" y="1441965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890101" y="1801970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890101" y="2161974"/>
            <a:ext cx="253054" cy="253054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759294" y="1388491"/>
            <a:ext cx="22150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965200" y="1371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69011" y="2108499"/>
            <a:ext cx="21178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965200" y="2082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087079" y="1216353"/>
            <a:ext cx="526412" cy="1721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1587500" y="1206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87079" y="1388491"/>
            <a:ext cx="526412" cy="1721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1587500" y="1536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1087079" y="1936362"/>
            <a:ext cx="526412" cy="17213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587500" y="1917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087079" y="2108499"/>
            <a:ext cx="526412" cy="17213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1587500" y="22606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1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1895657" y="1208488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311400" y="1193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895657" y="1208488"/>
            <a:ext cx="451945" cy="10567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24100" y="224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895657" y="1568493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311400" y="15494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1895657" y="1568493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311400" y="1892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1895657" y="1229786"/>
            <a:ext cx="448232" cy="6987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324100" y="120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895657" y="1928497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2311400" y="1905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1895657" y="1589790"/>
            <a:ext cx="448232" cy="6987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241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895657" y="2288501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311400" y="2273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2615666" y="1208488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0353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2615666" y="1208488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3035300" y="1524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2615666" y="1208488"/>
            <a:ext cx="448232" cy="6987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3035300" y="18796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2615666" y="1208488"/>
            <a:ext cx="451945" cy="10567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3048000" y="224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2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335675" y="1208488"/>
            <a:ext cx="52659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38481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4145686" y="1208488"/>
            <a:ext cx="477007" cy="43588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4597400" y="1612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2615666" y="1224044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30353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2615666" y="1568493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035300" y="154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2615666" y="1568493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3035300" y="1892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2615666" y="1568493"/>
            <a:ext cx="448232" cy="6987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3035300" y="224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3335675" y="1568493"/>
            <a:ext cx="52659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3848100" y="1549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4145686" y="1568493"/>
            <a:ext cx="443292" cy="1350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4572000" y="1676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2615666" y="1229786"/>
            <a:ext cx="448232" cy="6987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3035300" y="120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2615666" y="1584048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3035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2615666" y="1928497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3035300" y="1905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2615666" y="1928497"/>
            <a:ext cx="441936" cy="3444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3035300" y="2247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3335675" y="1928497"/>
            <a:ext cx="52659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3848100" y="1905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4145686" y="1793471"/>
            <a:ext cx="443292" cy="1350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4572000" y="1778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2615666" y="1231754"/>
            <a:ext cx="451945" cy="105674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3048000" y="1206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2615666" y="1589790"/>
            <a:ext cx="448232" cy="6987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3035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2615666" y="1944053"/>
            <a:ext cx="441936" cy="34444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3035300" y="193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2615666" y="2288501"/>
            <a:ext cx="43658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3035300" y="227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3335675" y="2288501"/>
            <a:ext cx="52659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3848100" y="2273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4145686" y="1852617"/>
            <a:ext cx="477007" cy="435884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4597400" y="1841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4865694" y="1748495"/>
            <a:ext cx="1463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4991100" y="1727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0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3566622" y="989673"/>
            <a:ext cx="0" cy="16588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3746625" y="989673"/>
            <a:ext cx="0" cy="165883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3556000" y="1130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3566622" y="1136489"/>
            <a:ext cx="2956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3848100" y="1117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3733800" y="1270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3746625" y="1280488"/>
            <a:ext cx="115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3848100" y="1257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3556000" y="1485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3566622" y="1496493"/>
            <a:ext cx="2956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38481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3733800" y="1625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3746625" y="1640492"/>
            <a:ext cx="115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3848100" y="1625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3556000" y="1841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3566622" y="1856497"/>
            <a:ext cx="2956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3848100" y="1841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3733800" y="1993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3746625" y="2000497"/>
            <a:ext cx="115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3848100" y="1981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3556000" y="2209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3566622" y="2216502"/>
            <a:ext cx="295643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3848100" y="2197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37338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3746625" y="2360502"/>
            <a:ext cx="115640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3848100" y="2336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50150" y="1340606"/>
            <a:ext cx="51352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0435" y="2060607"/>
            <a:ext cx="514496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14918" y="1165549"/>
            <a:ext cx="407047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705203" y="1525543"/>
            <a:ext cx="408019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720786" y="1884153"/>
            <a:ext cx="40646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711070" y="2244147"/>
            <a:ext cx="40743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430385" y="1162298"/>
            <a:ext cx="33550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Π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420657" y="1522292"/>
            <a:ext cx="336473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Π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420010" y="1881816"/>
            <a:ext cx="336538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Π</a:t>
            </a: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420111" y="2242293"/>
            <a:ext cx="33652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Π</a:t>
            </a: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149040" y="1163339"/>
            <a:ext cx="26363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139325" y="1523346"/>
            <a:ext cx="264607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138664" y="1883340"/>
            <a:ext cx="264673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138766" y="2243347"/>
            <a:ext cx="26466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530155" y="2669800"/>
            <a:ext cx="225524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700436" y="2669800"/>
            <a:ext cx="208495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000652" y="1160609"/>
            <a:ext cx="17847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990923" y="1520603"/>
            <a:ext cx="179447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990276" y="1880127"/>
            <a:ext cx="17951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990377" y="2240604"/>
            <a:ext cx="179501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697767" y="1713354"/>
            <a:ext cx="108762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73611" y="1677410"/>
            <a:ext cx="71178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81151" y="698297"/>
            <a:ext cx="490424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18743" y="818191"/>
            <a:ext cx="496665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589963" y="698297"/>
            <a:ext cx="41954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515312" y="818191"/>
            <a:ext cx="42700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662226" y="938397"/>
            <a:ext cx="412316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311424" y="698297"/>
            <a:ext cx="347397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287587" y="818191"/>
            <a:ext cx="349780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030663" y="698297"/>
            <a:ext cx="275473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919272" y="818191"/>
            <a:ext cx="286612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102228" y="938397"/>
            <a:ext cx="268316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841533" y="698297"/>
            <a:ext cx="194386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712222" y="818191"/>
            <a:ext cx="207317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912234" y="938397"/>
            <a:ext cx="187316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60213" y="698297"/>
            <a:ext cx="12251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797" b="1">
                <a:solidFill>
                  <a:srgbClr val="000000"/>
                </a:solidFill>
                <a:latin typeface="Josefin Sans"/>
              </a:rPr>
              <a:t> </a:t>
            </a:r>
            <a:r>
              <a:rPr sz="7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04232" y="818191"/>
            <a:ext cx="128116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623813" y="3150693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34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133585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system: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623141" y="3150694"/>
            <a:ext cx="1622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133585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system: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1486860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 inputs, each represented by two fuzzy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664820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901667" y="3150916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623141" y="3150692"/>
            <a:ext cx="1622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133585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system: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1486860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two inputs, each represented by two fuzzy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664820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sets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1815827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first-order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993787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polynomial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901667" y="3150916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623141" y="3150692"/>
            <a:ext cx="1622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35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637072"/>
            <a:ext cx="25867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rules: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622989" y="3150696"/>
            <a:ext cx="162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637072"/>
            <a:ext cx="25867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rules: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274529" y="809488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1: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274529" y="923076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695293" y="919723"/>
            <a:ext cx="2090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274529" y="1036945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695293" y="1033591"/>
            <a:ext cx="2090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74530" y="1150825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695294" y="1147472"/>
            <a:ext cx="20901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622989" y="3150696"/>
            <a:ext cx="162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637072"/>
            <a:ext cx="25867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rules: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274529" y="809488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1: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274529" y="923076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695293" y="919723"/>
            <a:ext cx="2090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274529" y="1036945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695293" y="1033591"/>
            <a:ext cx="2090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74530" y="1150825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695294" y="1147472"/>
            <a:ext cx="20901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274529" y="1325070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274529" y="1438671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716261" y="1435318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74530" y="1552539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716261" y="1549186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274530" y="1666407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716261" y="1663054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622989" y="3150696"/>
            <a:ext cx="162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637072"/>
            <a:ext cx="25867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rules: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274529" y="809488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1: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274529" y="923076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695293" y="919723"/>
            <a:ext cx="2090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274529" y="1036945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695293" y="1033591"/>
            <a:ext cx="2090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74530" y="1150825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695294" y="1147472"/>
            <a:ext cx="20901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274529" y="1325070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274529" y="1438671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716261" y="1435318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74530" y="1552539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716261" y="1549186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274530" y="1666407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716261" y="1663054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274529" y="1840666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3: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274529" y="1954254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713505" y="1950901"/>
            <a:ext cx="2071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274529" y="2068135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713505" y="2064782"/>
            <a:ext cx="2071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274529" y="2182003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713505" y="2178650"/>
            <a:ext cx="2071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5622989" y="3150696"/>
            <a:ext cx="162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637072"/>
            <a:ext cx="258678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Example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four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rules: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274529" y="809488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1: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274529" y="923076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695293" y="919723"/>
            <a:ext cx="2090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274529" y="1036945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695293" y="1033591"/>
            <a:ext cx="20901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74530" y="1150825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695294" y="1147472"/>
            <a:ext cx="209010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274529" y="1325070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2: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274529" y="1438671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716261" y="1435318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74530" y="1552539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716261" y="1549186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274530" y="1666407"/>
            <a:ext cx="2510865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716261" y="1663054"/>
            <a:ext cx="206913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274529" y="1840666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3: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274529" y="1954254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713505" y="1950901"/>
            <a:ext cx="2071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274529" y="2068135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3713505" y="2064782"/>
            <a:ext cx="2071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3274529" y="2182003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3713505" y="2178650"/>
            <a:ext cx="207189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274529" y="2356261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1">
                <a:solidFill>
                  <a:srgbClr val="000000"/>
                </a:solidFill>
                <a:latin typeface="Josefin Sans"/>
              </a:rPr>
              <a:t> </a:t>
            </a:r>
            <a:r>
              <a:rPr sz="747" b="1">
                <a:solidFill>
                  <a:srgbClr val="000000"/>
                </a:solidFill>
                <a:latin typeface="Josefin Sans"/>
              </a:rPr>
              <a:t>4: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274529" y="2469849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IF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3714927" y="2466495"/>
            <a:ext cx="20704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A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274529" y="2583717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714927" y="2580364"/>
            <a:ext cx="20704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B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274529" y="2697598"/>
            <a:ext cx="251086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THEN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3714927" y="2694244"/>
            <a:ext cx="207046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y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f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40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1 +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k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x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622989" y="3150696"/>
            <a:ext cx="1624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36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1572344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627015" y="3150696"/>
            <a:ext cx="1583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1572344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1: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input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172300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external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crisp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signals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627015" y="3150696"/>
            <a:ext cx="15838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37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5006645" y="-48564613"/>
            <a:ext cx="873925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5309535" y="-48389697"/>
            <a:ext cx="335316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151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198609" y="785135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624116" y="3150696"/>
            <a:ext cx="161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5006645" y="-48564613"/>
            <a:ext cx="873925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5309535" y="-48389697"/>
            <a:ext cx="335316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151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198609" y="785135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935807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perform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113767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fuzzification.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5624116" y="3150696"/>
            <a:ext cx="161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5006645" y="-48564613"/>
            <a:ext cx="873925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5309535" y="-48389697"/>
            <a:ext cx="335316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151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198609" y="785135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935807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perform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113767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fuzzification.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317862" y="126477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475697" y="144273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624116" y="3150696"/>
            <a:ext cx="16127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29606313" y="-23164289"/>
            <a:ext cx="873925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29909210" y="-22989373"/>
            <a:ext cx="335319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151"/>
          <p:cNvSpPr/>
          <p:nvPr/>
        </p:nvSpPr>
        <p:spPr>
          <a:xfrm>
            <a:off x="1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1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198609" y="785135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935807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perform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113767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fuzzification.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317862" y="126477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475697" y="144273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317862" y="1593743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model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475697" y="177170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Jang,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bell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475697" y="1910882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901667" y="3150916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5624119" y="3150692"/>
            <a:ext cx="1612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4205986" y="2236037"/>
            <a:ext cx="873925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508881" y="2410955"/>
            <a:ext cx="335318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ectangle 151"/>
          <p:cNvSpPr/>
          <p:nvPr/>
        </p:nvSpPr>
        <p:spPr>
          <a:xfrm>
            <a:off x="1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880017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198609" y="785135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2: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935807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perform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113767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fuzzification.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317862" y="126477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475697" y="144273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membership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317862" y="1593743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model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implemented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475697" y="177170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Jang,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bell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475697" y="1910882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activation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functions.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847211" y="2146976"/>
            <a:ext cx="19381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(2)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843" y="2235483"/>
            <a:ext cx="188055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067264" y="2175515"/>
            <a:ext cx="17181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13694" y="2101868"/>
            <a:ext cx="11717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205986" y="2350432"/>
            <a:ext cx="157940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1 +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407548" y="2271666"/>
            <a:ext cx="13778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_x0012_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508881" y="2281579"/>
            <a:ext cx="127651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x</a:t>
            </a:r>
            <a:r>
              <a:rPr sz="498" b="0">
                <a:solidFill>
                  <a:srgbClr val="000000"/>
                </a:solidFill>
                <a:latin typeface="Cambria Math"/>
              </a:rPr>
              <a:t>(2)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561865" y="2354299"/>
            <a:ext cx="1223530" cy="9805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8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679785" y="2312667"/>
            <a:ext cx="11056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−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498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635271" y="2418731"/>
            <a:ext cx="115012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c</a:t>
            </a:r>
            <a:r>
              <a:rPr sz="498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859375" y="2246253"/>
            <a:ext cx="9260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_x0013_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498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901667" y="3150916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5624119" y="3150692"/>
            <a:ext cx="16127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38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7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7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34296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901663" y="3150923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622986" y="3150699"/>
            <a:ext cx="1624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7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7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34296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84956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62916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901663" y="3150923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622986" y="3150699"/>
            <a:ext cx="1624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34296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84956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62916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131392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9188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AND,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ANFIS,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63106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622986" y="3150696"/>
            <a:ext cx="1624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34296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84956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62916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131392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9188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AND,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ANFIS,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63106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113211" y="1947599"/>
            <a:ext cx="16721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170844" y="2036106"/>
            <a:ext cx="16145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333264" y="1976138"/>
            <a:ext cx="14521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511242" y="1863462"/>
            <a:ext cx="12741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462347" y="1949506"/>
            <a:ext cx="13230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456797" y="2137706"/>
            <a:ext cx="13285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636934" y="1947599"/>
            <a:ext cx="114846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703266" y="2036106"/>
            <a:ext cx="1082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622986" y="3150696"/>
            <a:ext cx="1624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34296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84956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62916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131392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9188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AND,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ANFIS,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63106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113211" y="1947599"/>
            <a:ext cx="16721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170844" y="2036106"/>
            <a:ext cx="16145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333264" y="1976138"/>
            <a:ext cx="14521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511242" y="1863462"/>
            <a:ext cx="12741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462347" y="1949506"/>
            <a:ext cx="13230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456797" y="2137706"/>
            <a:ext cx="13285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636934" y="1947599"/>
            <a:ext cx="114846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703266" y="2036106"/>
            <a:ext cx="1082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510658" y="2335940"/>
            <a:ext cx="22747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216232" y="2362991"/>
            <a:ext cx="15691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grmn0600"/>
              </a:rPr>
              <a:t>Π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5622986" y="3150696"/>
            <a:ext cx="1624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34296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3: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84956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62916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Sugeno-style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131392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combined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9188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AND,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ANFIS,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product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63106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113211" y="1947599"/>
            <a:ext cx="167218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170844" y="2036106"/>
            <a:ext cx="16145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333264" y="1976138"/>
            <a:ext cx="14521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511242" y="1863462"/>
            <a:ext cx="12741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k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462347" y="1949506"/>
            <a:ext cx="13230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456797" y="2137706"/>
            <a:ext cx="132859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636934" y="1947599"/>
            <a:ext cx="114846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703266" y="2036106"/>
            <a:ext cx="10821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510658" y="2335940"/>
            <a:ext cx="22747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(3)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216232" y="2362991"/>
            <a:ext cx="15691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grmn0600"/>
              </a:rPr>
              <a:t>Π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A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B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475708" y="2513535"/>
            <a:ext cx="23096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(</a:t>
            </a: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or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truth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1.)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622986" y="3150696"/>
            <a:ext cx="1624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39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4880780" y="-48843192"/>
            <a:ext cx="372287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5439493" y="-48843192"/>
            <a:ext cx="300205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5322446" y="-48347141"/>
            <a:ext cx="638249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7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8001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198609" y="91123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normalisation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901660" y="3150916"/>
            <a:ext cx="8837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616302" y="3150692"/>
            <a:ext cx="1690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54880780" y="-48843192"/>
            <a:ext cx="372287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55439493" y="-48843192"/>
            <a:ext cx="300205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55322446" y="-48347141"/>
            <a:ext cx="638249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7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8001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198609" y="91123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normalisation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317862" y="106190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all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23986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901660" y="3150916"/>
            <a:ext cx="8837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616302" y="3150692"/>
            <a:ext cx="16909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29480457" y="-23442863"/>
            <a:ext cx="372288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30039167" y="-23442863"/>
            <a:ext cx="300202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9922123" y="-22946813"/>
            <a:ext cx="638253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198609" y="91123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normalisation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317862" y="106190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all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23986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17862" y="1390873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normalised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75697" y="156883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616309" y="3150694"/>
            <a:ext cx="169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4080130" y="1957463"/>
            <a:ext cx="372288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638841" y="1957463"/>
            <a:ext cx="300203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29922123" y="-22946813"/>
            <a:ext cx="638253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198609" y="91123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normalisation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317862" y="106190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all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23986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17862" y="1390873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normalised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75697" y="156883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721355" y="1868402"/>
            <a:ext cx="206404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779001" y="1956908"/>
            <a:ext cx="2006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941421" y="1896941"/>
            <a:ext cx="18439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170199" y="1792799"/>
            <a:ext cx="16151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236544" y="1881305"/>
            <a:ext cx="15488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98685" y="1960299"/>
            <a:ext cx="16867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080130" y="2166217"/>
            <a:ext cx="1705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260267" y="2010274"/>
            <a:ext cx="152512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326599" y="2098780"/>
            <a:ext cx="14587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ji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500119" y="1896928"/>
            <a:ext cx="12852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733609" y="1823293"/>
            <a:ext cx="1051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657383" y="1960299"/>
            <a:ext cx="112801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638842" y="2166217"/>
            <a:ext cx="1146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818965" y="2038812"/>
            <a:ext cx="96643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986745" y="1896928"/>
            <a:ext cx="7986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616309" y="3150694"/>
            <a:ext cx="169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>
            <a:off x="4080130" y="1957463"/>
            <a:ext cx="372288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4638841" y="1957463"/>
            <a:ext cx="300203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4521798" y="2453513"/>
            <a:ext cx="638251" cy="0"/>
          </a:xfrm>
          <a:prstGeom prst="line">
            <a:avLst/>
          </a:prstGeom>
          <a:ln w="4813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13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880017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6" name="Picture 15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7" name="TextBox 156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198609" y="91123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4: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normalisation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317862" y="106190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all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23986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17862" y="1390873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normalised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75697" y="156883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firing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721355" y="1868402"/>
            <a:ext cx="206404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779001" y="1956908"/>
            <a:ext cx="2006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941421" y="1896941"/>
            <a:ext cx="18439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170199" y="1792799"/>
            <a:ext cx="16151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236544" y="1881305"/>
            <a:ext cx="154885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ii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098685" y="1960299"/>
            <a:ext cx="168671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080130" y="2166217"/>
            <a:ext cx="170526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260267" y="2010274"/>
            <a:ext cx="152512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326599" y="2098780"/>
            <a:ext cx="145879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ji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500119" y="1896928"/>
            <a:ext cx="12852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4733609" y="1823293"/>
            <a:ext cx="1051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657383" y="1960299"/>
            <a:ext cx="112801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4638842" y="2166217"/>
            <a:ext cx="11465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818965" y="2038812"/>
            <a:ext cx="96643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j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986745" y="1896928"/>
            <a:ext cx="79865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510662" y="2364439"/>
            <a:ext cx="22747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(4)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216236" y="2392978"/>
            <a:ext cx="156915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787761" y="2372199"/>
            <a:ext cx="99763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4521798" y="2392978"/>
            <a:ext cx="126359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+</a:t>
            </a: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+</a:t>
            </a: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597" b="0">
                <a:solidFill>
                  <a:srgbClr val="000000"/>
                </a:solidFill>
                <a:latin typeface="Cambria Math"/>
              </a:rPr>
              <a:t>+</a:t>
            </a:r>
            <a:r>
              <a:rPr sz="5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901667" y="3150918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616309" y="3150694"/>
            <a:ext cx="1690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40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1132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901660" y="3150916"/>
            <a:ext cx="8837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639378" y="3150692"/>
            <a:ext cx="1460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1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1132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6199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3995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475697" y="127913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normalisation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1831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557492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901660" y="3150916"/>
            <a:ext cx="8837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639378" y="3150692"/>
            <a:ext cx="1460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1132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6199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3995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475697" y="127913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normalisation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1831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557492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17862" y="1708487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weighted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75697" y="1886460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5639384" y="3150696"/>
            <a:ext cx="14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7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811322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5: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61995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39955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475697" y="127913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normalisation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also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receives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18313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557492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17862" y="1708487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weighted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75697" y="1886460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681640" y="2100228"/>
            <a:ext cx="210375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(5)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739285" y="2188734"/>
            <a:ext cx="20461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901706" y="2100228"/>
            <a:ext cx="18836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(5)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091570" y="2188734"/>
            <a:ext cx="16938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217402" y="2128767"/>
            <a:ext cx="15679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[</a:t>
            </a:r>
            <a:r>
              <a:rPr sz="896" b="0">
                <a:solidFill>
                  <a:srgbClr val="000000"/>
                </a:solidFill>
                <a:latin typeface="Cambria Math"/>
              </a:rPr>
              <a:t>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2]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901705" y="2305894"/>
            <a:ext cx="188369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[</a:t>
            </a:r>
            <a:r>
              <a:rPr sz="896" b="0">
                <a:solidFill>
                  <a:srgbClr val="000000"/>
                </a:solidFill>
                <a:latin typeface="Cambria Math"/>
              </a:rPr>
              <a:t>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2]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901667" y="3150920"/>
            <a:ext cx="8837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639384" y="3150696"/>
            <a:ext cx="1460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794241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6: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summation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624802" y="3150696"/>
            <a:ext cx="1605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794241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6: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summation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4491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2287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summation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5624802" y="3150696"/>
            <a:ext cx="1605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794241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6: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summation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4491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2287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summation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1273882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all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51842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591021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overall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ANFIS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624802" y="3150696"/>
            <a:ext cx="1605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93919" y="1628153"/>
            <a:ext cx="37870" cy="3787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3919" y="1987322"/>
            <a:ext cx="37870" cy="37869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906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906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8906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8906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31310" y="1494179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31310" y="1673763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31310" y="1853348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931310" y="2032932"/>
            <a:ext cx="126233" cy="126233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69538" y="1647088"/>
            <a:ext cx="11049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9900" y="1638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4386" y="2006257"/>
            <a:ext cx="10564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699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33051" y="1561219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787400" y="1549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33051" y="16470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787400" y="1727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33051" y="1920388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787400" y="19177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533051" y="2006257"/>
            <a:ext cx="262595" cy="8586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787400" y="2082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936402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143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6402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11557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936402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143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36402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11430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 flipV="1">
            <a:off x="936402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11430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1"/>
                </a:lnTo>
                <a:lnTo>
                  <a:pt x="1" y="0"/>
                </a:lnTo>
                <a:lnTo>
                  <a:pt x="2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36402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143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 flipV="1">
            <a:off x="936402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1430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936402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1143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295571" y="1557296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1511300" y="1549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1295571" y="1557296"/>
            <a:ext cx="220455" cy="17182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Freeform 76"/>
          <p:cNvSpPr/>
          <p:nvPr/>
        </p:nvSpPr>
        <p:spPr>
          <a:xfrm>
            <a:off x="14986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295571" y="1557296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511300" y="1892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1295571" y="1557296"/>
            <a:ext cx="225448" cy="52714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reeform 80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1654741" y="1557296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1905000" y="15494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2058806" y="1557296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2286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 flipV="1">
            <a:off x="1295571" y="156505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1498600" y="1562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295571" y="1736880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1511300" y="17272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1295571" y="173688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1498600" y="1892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295571" y="173688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511300" y="207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1654741" y="1736880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1905000" y="1727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2058806" y="1736880"/>
            <a:ext cx="221132" cy="6735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2273300" y="1790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1295571" y="1567920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 flipV="1">
            <a:off x="1295571" y="1744640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1498600" y="1739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1295571" y="1916465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1511300" y="19050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1295571" y="1916465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14986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654741" y="1916465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1905000" y="1905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2058806" y="1849108"/>
            <a:ext cx="221132" cy="673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273300" y="1841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295571" y="1568901"/>
            <a:ext cx="225448" cy="52714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1511300" y="1562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95571" y="1747504"/>
            <a:ext cx="223596" cy="34854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Freeform 112"/>
          <p:cNvSpPr/>
          <p:nvPr/>
        </p:nvSpPr>
        <p:spPr>
          <a:xfrm>
            <a:off x="1511300" y="1739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295571" y="1924224"/>
            <a:ext cx="220455" cy="171825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Freeform 114"/>
          <p:cNvSpPr/>
          <p:nvPr/>
        </p:nvSpPr>
        <p:spPr>
          <a:xfrm>
            <a:off x="1498600" y="1917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1295571" y="2096049"/>
            <a:ext cx="217788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reeform 116"/>
          <p:cNvSpPr/>
          <p:nvPr/>
        </p:nvSpPr>
        <p:spPr>
          <a:xfrm>
            <a:off x="1511300" y="2082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>
            <a:off x="1654741" y="2096049"/>
            <a:ext cx="26268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Freeform 118"/>
          <p:cNvSpPr/>
          <p:nvPr/>
        </p:nvSpPr>
        <p:spPr>
          <a:xfrm>
            <a:off x="1905000" y="2082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2058806" y="1878613"/>
            <a:ext cx="237950" cy="217436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 120"/>
          <p:cNvSpPr/>
          <p:nvPr/>
        </p:nvSpPr>
        <p:spPr>
          <a:xfrm>
            <a:off x="2286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417975" y="1826672"/>
            <a:ext cx="7302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2489200" y="1816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0" y="0"/>
                </a:lnTo>
                <a:lnTo>
                  <a:pt x="0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 flipV="1">
            <a:off x="1769946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859739" y="1448142"/>
            <a:ext cx="0" cy="82749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Freeform 125"/>
          <p:cNvSpPr/>
          <p:nvPr/>
        </p:nvSpPr>
        <p:spPr>
          <a:xfrm>
            <a:off x="1765300" y="1511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1769946" y="1521379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1905000" y="1511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854200" y="15875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859739" y="1593212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reeform 130"/>
          <p:cNvSpPr/>
          <p:nvPr/>
        </p:nvSpPr>
        <p:spPr>
          <a:xfrm>
            <a:off x="1905000" y="1587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0" y="0"/>
                </a:lnTo>
                <a:lnTo>
                  <a:pt x="1" y="0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765300" y="17018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769946" y="1700964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Freeform 133"/>
          <p:cNvSpPr/>
          <p:nvPr/>
        </p:nvSpPr>
        <p:spPr>
          <a:xfrm>
            <a:off x="19050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854200" y="1765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1859739" y="177279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905000" y="1765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765300" y="1879600"/>
            <a:ext cx="12700" cy="0"/>
          </a:xfrm>
          <a:custGeom>
            <a:avLst/>
            <a:gdLst/>
            <a:ahLst/>
            <a:cxnLst/>
            <a:rect l="l" t="t" r="r" b="b"/>
            <a:pathLst>
              <a:path w="1" h="0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9" name="Connector 138"/>
          <p:cNvCxnSpPr/>
          <p:nvPr/>
        </p:nvCxnSpPr>
        <p:spPr>
          <a:xfrm>
            <a:off x="1769946" y="1880548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Freeform 139"/>
          <p:cNvSpPr/>
          <p:nvPr/>
        </p:nvSpPr>
        <p:spPr>
          <a:xfrm>
            <a:off x="1905000" y="1866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854200" y="19431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1859739" y="1952381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19050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765300" y="20574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769946" y="2060133"/>
            <a:ext cx="147479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 145"/>
          <p:cNvSpPr/>
          <p:nvPr/>
        </p:nvSpPr>
        <p:spPr>
          <a:xfrm>
            <a:off x="19050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854200" y="21209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 w="317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1859739" y="2131966"/>
            <a:ext cx="5768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1905000" y="2120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880014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53" name="Picture 15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54" name="TextBox 15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Structure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of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15093" y="1623201"/>
            <a:ext cx="54703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10247" y="1982366"/>
            <a:ext cx="547514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6242" y="1535876"/>
            <a:ext cx="493915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41396" y="1715455"/>
            <a:ext cx="494399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A2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49169" y="1894344"/>
            <a:ext cx="493622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44323" y="2073923"/>
            <a:ext cx="49410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B2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03146" y="1534254"/>
            <a:ext cx="458224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98293" y="1713833"/>
            <a:ext cx="45871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97970" y="1893178"/>
            <a:ext cx="458742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98021" y="2072999"/>
            <a:ext cx="458737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Π</a:t>
            </a: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61640" y="1534773"/>
            <a:ext cx="4223755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556793" y="1714359"/>
            <a:ext cx="422860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6464" y="1893939"/>
            <a:ext cx="422893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556514" y="2073524"/>
            <a:ext cx="422888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51755" y="2286256"/>
            <a:ext cx="403364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36698" y="2286256"/>
            <a:ext cx="394869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986457" y="1533411"/>
            <a:ext cx="37989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981604" y="1712991"/>
            <a:ext cx="380379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981281" y="1892336"/>
            <a:ext cx="380411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81332" y="2072156"/>
            <a:ext cx="380406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334206" y="1809143"/>
            <a:ext cx="3451189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grmn0800"/>
              </a:rPr>
              <a:t>Σ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521692" y="1791212"/>
            <a:ext cx="326370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30325" y="1302792"/>
            <a:ext cx="5355070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99194" y="1362600"/>
            <a:ext cx="5386201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83909" y="1302792"/>
            <a:ext cx="500148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46671" y="1362600"/>
            <a:ext cx="503872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fuzzification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19957" y="1422563"/>
            <a:ext cx="496543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43803" y="1302792"/>
            <a:ext cx="464159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31912" y="1362600"/>
            <a:ext cx="465348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397" b="0">
                <a:solidFill>
                  <a:srgbClr val="000000"/>
                </a:solidFill>
                <a:latin typeface="Josefin Sans"/>
              </a:rPr>
              <a:t> </a:t>
            </a: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502588" y="1302792"/>
            <a:ext cx="42828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447022" y="1362600"/>
            <a:ext cx="4338373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normalisation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538288" y="1422563"/>
            <a:ext cx="4247107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907083" y="1302792"/>
            <a:ext cx="387831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42577" y="1362600"/>
            <a:ext cx="3942818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defuzzification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942351" y="1422563"/>
            <a:ext cx="3843044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layer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2265589" y="1302792"/>
            <a:ext cx="3519806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397" b="1">
                <a:solidFill>
                  <a:srgbClr val="000000"/>
                </a:solidFill>
                <a:latin typeface="Josefin Sans"/>
              </a:rPr>
              <a:t> </a:t>
            </a:r>
            <a:r>
              <a:rPr sz="397" b="1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237663" y="1362600"/>
            <a:ext cx="3547732" cy="7826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97" b="0">
                <a:solidFill>
                  <a:srgbClr val="000000"/>
                </a:solidFill>
                <a:latin typeface="Josefin Sans"/>
              </a:rPr>
              <a:t>summation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198609" y="794241"/>
            <a:ext cx="25867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6: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summation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317862" y="944914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layer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represented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single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3475697" y="1122874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summation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317862" y="1273882"/>
            <a:ext cx="246753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MSAM10"/>
              </a:rPr>
              <a:t>▶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calculates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all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3475697" y="1451842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defuzzification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produces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475697" y="1591021"/>
            <a:ext cx="23096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overall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ANFIS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output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691025" y="1916055"/>
            <a:ext cx="20943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y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964100" y="1803379"/>
            <a:ext cx="1821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908792" y="1889423"/>
            <a:ext cx="18766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917707" y="2077635"/>
            <a:ext cx="186768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097348" y="1887529"/>
            <a:ext cx="16880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597" b="0">
                <a:solidFill>
                  <a:srgbClr val="000000"/>
                </a:solidFill>
                <a:latin typeface="Cambria Math"/>
              </a:rPr>
              <a:t>(6)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163693" y="1976035"/>
            <a:ext cx="16217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785258" y="2298910"/>
            <a:ext cx="200013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964100" y="2186233"/>
            <a:ext cx="182129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908791" y="2272277"/>
            <a:ext cx="18766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3917706" y="2460477"/>
            <a:ext cx="186768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=1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097348" y="2298910"/>
            <a:ext cx="16880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¯</a:t>
            </a:r>
            <a:r>
              <a:rPr sz="896" b="0">
                <a:solidFill>
                  <a:srgbClr val="000000"/>
                </a:solidFill>
                <a:latin typeface="Cambria Math"/>
              </a:rPr>
              <a:t>µ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896" b="0">
                <a:solidFill>
                  <a:srgbClr val="000000"/>
                </a:solidFill>
                <a:latin typeface="Cambria Math"/>
              </a:rPr>
              <a:t>[</a:t>
            </a:r>
            <a:r>
              <a:rPr sz="896" b="0">
                <a:solidFill>
                  <a:srgbClr val="000000"/>
                </a:solidFill>
                <a:latin typeface="Cambria Math"/>
              </a:rPr>
              <a:t>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 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k</a:t>
            </a:r>
            <a:r>
              <a:rPr sz="597" b="0">
                <a:solidFill>
                  <a:srgbClr val="000000"/>
                </a:solidFill>
                <a:latin typeface="Cambria Math"/>
              </a:rPr>
              <a:t>i</a:t>
            </a:r>
            <a:r>
              <a:rPr sz="597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x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2]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4901663" y="3150920"/>
            <a:ext cx="883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5624802" y="3150696"/>
            <a:ext cx="1605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ANFIS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9089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parameters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ANFIS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phase?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813" y="3150693"/>
            <a:ext cx="16158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43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59993" y="4385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95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7217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ANFIS: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8518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Networks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3315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965" y="3150693"/>
            <a:ext cx="16143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44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2530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1" y="3150930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278" y="3150706"/>
            <a:ext cx="1621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2530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88561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Issues: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1" y="3150930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278" y="3150706"/>
            <a:ext cx="1621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2530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88561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Issues: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50249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guarantee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1" y="3150930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278" y="3150706"/>
            <a:ext cx="1621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2530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88561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Issues: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50249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guarantee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760611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difficult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often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chosen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3" y="1976453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heuristics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1" y="3150930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278" y="3150706"/>
            <a:ext cx="1621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2530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commonly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288561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Issues: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502496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Back-propagation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learning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guarantee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solution.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760611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difficult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often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chosen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3" y="1976453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heuristics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(trial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error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+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experience).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1" y="2339306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Result: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Sub-optimal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1" y="3150930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278" y="3150706"/>
            <a:ext cx="16211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45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026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23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026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23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2669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026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23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2669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8479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parameters (weights and topology) of each neural network are encoded as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80063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3" y="3150920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127" y="3150696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026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23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2669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8479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parameters (weights and topology) of each neural network are encoded as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80063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201498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4026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23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6" y="132669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1584794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parameters (weights and topology) of each neural network are encoded as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800636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2014982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means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6" y="2273096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result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‘evolved’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46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9017828" y="-24229900"/>
            <a:ext cx="126525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9017828" y="-23149886"/>
            <a:ext cx="126525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8793792" y="-24166636"/>
            <a:ext cx="19619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8968700" y="-24180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9146884" y="-24166636"/>
            <a:ext cx="3862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9514800" y="-24180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9671243" y="-24129027"/>
            <a:ext cx="599228" cy="4494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30251400" y="-23710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9146881" y="-24100842"/>
            <a:ext cx="412226" cy="4122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9540200" y="-23710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9683459" y="-23626630"/>
            <a:ext cx="5693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0238700" y="-23647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9113987" y="-24100842"/>
            <a:ext cx="467627" cy="93524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9552900" y="-231902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29671491" y="-23573652"/>
            <a:ext cx="598980" cy="4492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30251400" y="-2358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8803510" y="-23086623"/>
            <a:ext cx="18648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8968700" y="-231013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29113956" y="-24087942"/>
            <a:ext cx="467794" cy="93552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9552900" y="-2410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9671243" y="-24129027"/>
            <a:ext cx="599228" cy="4494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30251400" y="-23710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2" y="0"/>
                </a:lnTo>
                <a:lnTo>
                  <a:pt x="2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29146881" y="-23564640"/>
            <a:ext cx="412226" cy="4122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9540200" y="-2358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9683459" y="-23626630"/>
            <a:ext cx="56935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30238700" y="-23647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29146884" y="-23086623"/>
            <a:ext cx="38591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29514800" y="-23101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29671491" y="-23573652"/>
            <a:ext cx="598980" cy="4492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0251400" y="-2358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30404100" y="-23626630"/>
            <a:ext cx="212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30607000" y="-23647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7297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01657" y="3150917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7158" y="3150693"/>
            <a:ext cx="1582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17498" y="1170426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17498" y="2250439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93464" y="1233689"/>
            <a:ext cx="1961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568700" y="121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746555" y="1233689"/>
            <a:ext cx="3862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114800" y="121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270913" y="1271299"/>
            <a:ext cx="599228" cy="4494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851400" y="1689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746551" y="1299483"/>
            <a:ext cx="412227" cy="4122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1275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83130" y="1773696"/>
            <a:ext cx="5693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38700" y="175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13657" y="1299483"/>
            <a:ext cx="467627" cy="93525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152900" y="2209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271160" y="1826673"/>
            <a:ext cx="598981" cy="4492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851400" y="181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3403181" y="2313703"/>
            <a:ext cx="18648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5687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713625" y="1312383"/>
            <a:ext cx="467796" cy="9355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1529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70913" y="1271299"/>
            <a:ext cx="599228" cy="4494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851400" y="1689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746551" y="1835686"/>
            <a:ext cx="412227" cy="4122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127500" y="1816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83130" y="1773696"/>
            <a:ext cx="5693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838700" y="175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746555" y="2313703"/>
            <a:ext cx="3859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114800" y="229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4271160" y="1826673"/>
            <a:ext cx="598981" cy="4492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851400" y="181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5003769" y="1773696"/>
            <a:ext cx="212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5207000" y="175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7297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1579" y="1170954"/>
            <a:ext cx="482381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20647" y="1170954"/>
            <a:ext cx="45647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89912" y="1170408"/>
            <a:ext cx="42954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60028" y="1170954"/>
            <a:ext cx="402536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29510" y="1170408"/>
            <a:ext cx="37558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99397" y="1170408"/>
            <a:ext cx="34859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1577" y="1350951"/>
            <a:ext cx="50938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0643" y="1530948"/>
            <a:ext cx="510475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9906" y="1710412"/>
            <a:ext cx="510548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0020" y="1890955"/>
            <a:ext cx="51053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9512" y="2070419"/>
            <a:ext cx="51058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9398" y="2250416"/>
            <a:ext cx="510599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4269" y="1350697"/>
            <a:ext cx="48411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14271" y="1350697"/>
            <a:ext cx="45711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4273" y="1350697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754275" y="1350697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24277" y="1350697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94266" y="1350697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4269" y="1530694"/>
            <a:ext cx="48411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4271" y="1530694"/>
            <a:ext cx="45711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84273" y="1530694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4275" y="1530694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24277" y="1530694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94266" y="1530694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6939" y="1710704"/>
            <a:ext cx="486845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60576" y="1710704"/>
            <a:ext cx="46248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84273" y="1710704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754275" y="1710704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24277" y="1710704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294266" y="1710704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8821" y="1890701"/>
            <a:ext cx="48965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74762" y="1890409"/>
            <a:ext cx="461063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84273" y="1890701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754275" y="1890701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24277" y="1890701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294266" y="1890701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07490" y="2070698"/>
            <a:ext cx="48779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58074" y="2070419"/>
            <a:ext cx="462732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84273" y="2070698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754275" y="2070698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24277" y="2070698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94266" y="2070698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44269" y="2250695"/>
            <a:ext cx="48411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14271" y="2250695"/>
            <a:ext cx="45711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27568" y="2250416"/>
            <a:ext cx="43578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14867" y="2250416"/>
            <a:ext cx="407052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968423" y="2250416"/>
            <a:ext cx="381697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94266" y="2250695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350479" y="994398"/>
            <a:ext cx="443491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89091" y="1618303"/>
            <a:ext cx="53963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284308" y="1185817"/>
            <a:ext cx="25010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74592" y="2265813"/>
            <a:ext cx="25108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64813" y="1185817"/>
            <a:ext cx="21205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655097" y="2265813"/>
            <a:ext cx="21302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194441" y="1185335"/>
            <a:ext cx="15909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194542" y="1725808"/>
            <a:ext cx="15908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94085" y="2265330"/>
            <a:ext cx="15913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13984" y="1725326"/>
            <a:ext cx="8714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277776" y="1702605"/>
            <a:ext cx="5076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1045" y="1197610"/>
            <a:ext cx="19843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801045" y="1197610"/>
            <a:ext cx="19843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36288" y="1413612"/>
            <a:ext cx="19491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36288" y="1413612"/>
            <a:ext cx="19491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794734" y="1521613"/>
            <a:ext cx="1990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794734" y="1521613"/>
            <a:ext cx="1990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783469" y="1953603"/>
            <a:ext cx="200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783469" y="1953603"/>
            <a:ext cx="200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792918" y="2115414"/>
            <a:ext cx="19924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92918" y="2115414"/>
            <a:ext cx="19924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781792" y="2277415"/>
            <a:ext cx="20036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81792" y="2277415"/>
            <a:ext cx="20036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375454" y="1359421"/>
            <a:ext cx="14099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375454" y="1359421"/>
            <a:ext cx="14099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386998" y="1737424"/>
            <a:ext cx="13983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86998" y="1737424"/>
            <a:ext cx="13983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376025" y="2115414"/>
            <a:ext cx="14093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76025" y="2115414"/>
            <a:ext cx="14093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901654" y="3150917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627154" y="3150693"/>
            <a:ext cx="1582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17498" y="1170426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17498" y="2250439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93464" y="1233689"/>
            <a:ext cx="196198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568700" y="1219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746555" y="1233689"/>
            <a:ext cx="386224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114800" y="1219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270913" y="1271299"/>
            <a:ext cx="599228" cy="4494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851400" y="1689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746551" y="1299483"/>
            <a:ext cx="412227" cy="4122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1275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83130" y="1773696"/>
            <a:ext cx="5693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838700" y="175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13657" y="1299483"/>
            <a:ext cx="467627" cy="93525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152900" y="22098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271160" y="1826673"/>
            <a:ext cx="598981" cy="4492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851400" y="181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3403181" y="2313703"/>
            <a:ext cx="186481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568700" y="2298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0" y="0"/>
                </a:lnTo>
                <a:lnTo>
                  <a:pt x="2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713625" y="1312383"/>
            <a:ext cx="467796" cy="935526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152900" y="1295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70913" y="1271299"/>
            <a:ext cx="599228" cy="44942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851400" y="16891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4"/>
                </a:moveTo>
                <a:lnTo>
                  <a:pt x="1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746551" y="1835686"/>
            <a:ext cx="412227" cy="41222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127500" y="18161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4" h="4">
                <a:moveTo>
                  <a:pt x="4" y="0"/>
                </a:moveTo>
                <a:lnTo>
                  <a:pt x="0" y="1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83130" y="1773696"/>
            <a:ext cx="569349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838700" y="175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746555" y="2313703"/>
            <a:ext cx="38591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114800" y="229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4271160" y="1826673"/>
            <a:ext cx="598981" cy="44923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851400" y="181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5003769" y="1773696"/>
            <a:ext cx="212462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5207000" y="1752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71" name="Picture 7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9993" y="7297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1579" y="1170954"/>
            <a:ext cx="482381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20647" y="1170954"/>
            <a:ext cx="456474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89912" y="1170408"/>
            <a:ext cx="42954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60028" y="1170954"/>
            <a:ext cx="402536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29510" y="1170408"/>
            <a:ext cx="375588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99397" y="1170408"/>
            <a:ext cx="348599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1577" y="1350951"/>
            <a:ext cx="50938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0643" y="1530948"/>
            <a:ext cx="510475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9906" y="1710412"/>
            <a:ext cx="510548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0020" y="1890955"/>
            <a:ext cx="510537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9512" y="2070419"/>
            <a:ext cx="510588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9398" y="2250416"/>
            <a:ext cx="510599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4269" y="1350697"/>
            <a:ext cx="48411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14271" y="1350697"/>
            <a:ext cx="45711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4273" y="1350697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754275" y="1350697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024277" y="1350697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294266" y="1350697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4269" y="1530694"/>
            <a:ext cx="48411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4271" y="1530694"/>
            <a:ext cx="45711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84273" y="1530694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54275" y="1530694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24277" y="1530694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94266" y="1530694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6939" y="1710704"/>
            <a:ext cx="486845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60576" y="1710704"/>
            <a:ext cx="46248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484273" y="1710704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754275" y="1710704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024277" y="1710704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294266" y="1710704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8821" y="1890701"/>
            <a:ext cx="48965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74762" y="1890409"/>
            <a:ext cx="461063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484273" y="1890701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754275" y="1890701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24277" y="1890701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294266" y="1890701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07490" y="2070698"/>
            <a:ext cx="48779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58074" y="2070419"/>
            <a:ext cx="462732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84273" y="2070698"/>
            <a:ext cx="43011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754275" y="2070698"/>
            <a:ext cx="403112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24277" y="2070698"/>
            <a:ext cx="37611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94266" y="2070698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44269" y="2250695"/>
            <a:ext cx="484112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14271" y="2250695"/>
            <a:ext cx="45711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27568" y="2250416"/>
            <a:ext cx="435782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14867" y="2250416"/>
            <a:ext cx="407052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968423" y="2250416"/>
            <a:ext cx="381697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94266" y="2250695"/>
            <a:ext cx="349112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350479" y="994398"/>
            <a:ext cx="443491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89091" y="1618303"/>
            <a:ext cx="539630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284308" y="1185817"/>
            <a:ext cx="2501087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74592" y="2265813"/>
            <a:ext cx="25108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64813" y="1185817"/>
            <a:ext cx="212058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655097" y="2265813"/>
            <a:ext cx="21302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194441" y="1185335"/>
            <a:ext cx="1590954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194542" y="1725808"/>
            <a:ext cx="159085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94085" y="2265330"/>
            <a:ext cx="1591310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913984" y="1725326"/>
            <a:ext cx="8714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277776" y="1702605"/>
            <a:ext cx="50761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01045" y="1197610"/>
            <a:ext cx="19843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801045" y="1197610"/>
            <a:ext cx="19843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36288" y="1413612"/>
            <a:ext cx="19491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36288" y="1413612"/>
            <a:ext cx="194910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794734" y="1521613"/>
            <a:ext cx="1990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794734" y="1521613"/>
            <a:ext cx="19906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783469" y="1953603"/>
            <a:ext cx="200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783469" y="1953603"/>
            <a:ext cx="200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792918" y="2115414"/>
            <a:ext cx="19924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92918" y="2115414"/>
            <a:ext cx="19924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781792" y="2277415"/>
            <a:ext cx="20036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81792" y="2277415"/>
            <a:ext cx="200360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375454" y="1359421"/>
            <a:ext cx="14099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375454" y="1359421"/>
            <a:ext cx="14099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386998" y="1737424"/>
            <a:ext cx="13983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386998" y="1737424"/>
            <a:ext cx="139839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376025" y="2115414"/>
            <a:ext cx="14093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76025" y="2115414"/>
            <a:ext cx="140937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60007" y="2632600"/>
            <a:ext cx="542538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Initial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chosen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interval,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[-1,1].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901654" y="3150917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627154" y="3150693"/>
            <a:ext cx="1582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47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62302" y="481364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62302" y="1345423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510271" y="544627"/>
            <a:ext cx="1242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619500" y="52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791377" y="544627"/>
            <a:ext cx="27825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051300" y="52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207772" y="582238"/>
            <a:ext cx="455258" cy="3414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6355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791367" y="610425"/>
            <a:ext cx="304269" cy="3042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0767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19990" y="976705"/>
            <a:ext cx="4253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355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58462" y="610425"/>
            <a:ext cx="359679" cy="71937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0894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208021" y="1029688"/>
            <a:ext cx="455011" cy="3412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635500" y="101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3519989" y="1408719"/>
            <a:ext cx="114489" cy="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6195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758472" y="623325"/>
            <a:ext cx="359807" cy="7196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089400" y="596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07772" y="582238"/>
            <a:ext cx="455258" cy="3414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6355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791377" y="1038696"/>
            <a:ext cx="304259" cy="3042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076700" y="1016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1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19990" y="976705"/>
            <a:ext cx="4253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6355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791377" y="1408748"/>
            <a:ext cx="277947" cy="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0513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4208021" y="1029688"/>
            <a:ext cx="455011" cy="3412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635500" y="101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796659" y="976713"/>
            <a:ext cx="140541" cy="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4927600" y="952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665021" y="1714269"/>
            <a:ext cx="2430030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665021" y="1858268"/>
            <a:ext cx="2430030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665021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935025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5028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75032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45035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15038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285042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555045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25048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095051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14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8001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03223" y="564746"/>
            <a:ext cx="458217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8290" y="564746"/>
            <a:ext cx="43771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23555" y="564213"/>
            <a:ext cx="416184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39671" y="564746"/>
            <a:ext cx="39457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5164" y="564213"/>
            <a:ext cx="37302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71052" y="564213"/>
            <a:ext cx="35143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7221" y="708752"/>
            <a:ext cx="47981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6299" y="852744"/>
            <a:ext cx="48090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5550" y="996204"/>
            <a:ext cx="480984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5664" y="1140755"/>
            <a:ext cx="48097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5156" y="1284214"/>
            <a:ext cx="48102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5042" y="1428207"/>
            <a:ext cx="481035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85913" y="708498"/>
            <a:ext cx="45994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01914" y="708498"/>
            <a:ext cx="438348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17916" y="708498"/>
            <a:ext cx="41674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33918" y="708498"/>
            <a:ext cx="39514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49919" y="708498"/>
            <a:ext cx="37354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65921" y="708498"/>
            <a:ext cx="35194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5913" y="852490"/>
            <a:ext cx="45994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01927" y="852490"/>
            <a:ext cx="43834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17929" y="852490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33930" y="852490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49932" y="852490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65934" y="852490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58595" y="996496"/>
            <a:ext cx="462680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17929" y="996496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833930" y="996496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49932" y="996496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65934" y="996496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30477" y="1140209"/>
            <a:ext cx="46549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17929" y="1140501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833930" y="1140501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49932" y="1140501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265934" y="1140501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49146" y="1284214"/>
            <a:ext cx="463624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0.4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-0.3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33930" y="1284494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49932" y="1284494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265934" y="1284494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85926" y="1428499"/>
            <a:ext cx="45994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01927" y="1428207"/>
            <a:ext cx="43834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-0.8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57134" y="424195"/>
            <a:ext cx="43282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38748" y="886099"/>
            <a:ext cx="50466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01112" y="496742"/>
            <a:ext cx="23842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91396" y="1360749"/>
            <a:ext cx="2393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709620" y="496742"/>
            <a:ext cx="2075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99892" y="1360787"/>
            <a:ext cx="20855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31260" y="496260"/>
            <a:ext cx="1654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31362" y="928784"/>
            <a:ext cx="16540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130904" y="1360355"/>
            <a:ext cx="16544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706799" y="928314"/>
            <a:ext cx="10785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98670" y="905606"/>
            <a:ext cx="7867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13468" y="508535"/>
            <a:ext cx="197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813468" y="508535"/>
            <a:ext cx="197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37915" y="681370"/>
            <a:ext cx="19474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37915" y="681370"/>
            <a:ext cx="19474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07169" y="767780"/>
            <a:ext cx="1978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07169" y="767780"/>
            <a:ext cx="1978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95891" y="1113398"/>
            <a:ext cx="19895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795891" y="1113398"/>
            <a:ext cx="19895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05352" y="1242837"/>
            <a:ext cx="1980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05352" y="1242837"/>
            <a:ext cx="1980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794228" y="1372453"/>
            <a:ext cx="19911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794228" y="1372453"/>
            <a:ext cx="19911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69118" y="637974"/>
            <a:ext cx="1516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269118" y="637974"/>
            <a:ext cx="1516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280663" y="940424"/>
            <a:ext cx="1504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80663" y="940424"/>
            <a:ext cx="1504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269690" y="1242862"/>
            <a:ext cx="1515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69690" y="1242862"/>
            <a:ext cx="1515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44396" y="1738155"/>
            <a:ext cx="4040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90966" y="1738155"/>
            <a:ext cx="37944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59394" y="1738155"/>
            <a:ext cx="35260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43569" y="1737901"/>
            <a:ext cx="3241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5997" y="1738155"/>
            <a:ext cx="29693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068739" y="1737901"/>
            <a:ext cx="27166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38284" y="1737901"/>
            <a:ext cx="24471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23666" y="1737901"/>
            <a:ext cx="21617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879037" y="1737901"/>
            <a:ext cx="1906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0019" y="2010847"/>
            <a:ext cx="54253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row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01668" y="3150917"/>
            <a:ext cx="883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624286" y="3150693"/>
            <a:ext cx="1611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62302" y="481364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62302" y="1345423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510271" y="544627"/>
            <a:ext cx="1242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619500" y="52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791377" y="544627"/>
            <a:ext cx="27825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051300" y="52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207772" y="582238"/>
            <a:ext cx="455258" cy="3414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6355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791367" y="610425"/>
            <a:ext cx="304269" cy="3042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0767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19990" y="976705"/>
            <a:ext cx="4253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355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58462" y="610425"/>
            <a:ext cx="359679" cy="71937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0894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208021" y="1029688"/>
            <a:ext cx="455011" cy="3412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635500" y="101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3519989" y="1408719"/>
            <a:ext cx="114489" cy="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6195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758472" y="623325"/>
            <a:ext cx="359807" cy="7196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089400" y="596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07772" y="582238"/>
            <a:ext cx="455258" cy="3414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6355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791377" y="1038696"/>
            <a:ext cx="304259" cy="3042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076700" y="1016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1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19990" y="976705"/>
            <a:ext cx="4253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6355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791377" y="1408748"/>
            <a:ext cx="277947" cy="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0513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4208021" y="1029688"/>
            <a:ext cx="455011" cy="3412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635500" y="101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796659" y="976713"/>
            <a:ext cx="140541" cy="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4927600" y="952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665021" y="1714269"/>
            <a:ext cx="2430030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665021" y="1858268"/>
            <a:ext cx="2430030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665021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935025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5028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75032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45035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15038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285042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555045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25048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095051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14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8001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03223" y="564746"/>
            <a:ext cx="458217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8290" y="564746"/>
            <a:ext cx="43771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23555" y="564213"/>
            <a:ext cx="416184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39671" y="564746"/>
            <a:ext cx="39457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5164" y="564213"/>
            <a:ext cx="37302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71052" y="564213"/>
            <a:ext cx="35143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7221" y="708752"/>
            <a:ext cx="47981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6299" y="852744"/>
            <a:ext cx="48090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5550" y="996204"/>
            <a:ext cx="480984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5664" y="1140755"/>
            <a:ext cx="48097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5156" y="1284214"/>
            <a:ext cx="48102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5042" y="1428207"/>
            <a:ext cx="481035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85913" y="708498"/>
            <a:ext cx="45994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01914" y="708498"/>
            <a:ext cx="438348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17916" y="708498"/>
            <a:ext cx="41674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33918" y="708498"/>
            <a:ext cx="39514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49919" y="708498"/>
            <a:ext cx="37354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65921" y="708498"/>
            <a:ext cx="35194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5913" y="852490"/>
            <a:ext cx="45994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01927" y="852490"/>
            <a:ext cx="43834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17929" y="852490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33930" y="852490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49932" y="852490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65934" y="852490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58595" y="996496"/>
            <a:ext cx="462680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17929" y="996496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833930" y="996496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49932" y="996496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65934" y="996496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30477" y="1140209"/>
            <a:ext cx="46549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17929" y="1140501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833930" y="1140501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49932" y="1140501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265934" y="1140501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49146" y="1284214"/>
            <a:ext cx="463624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0.4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-0.3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33930" y="1284494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49932" y="1284494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265934" y="1284494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85926" y="1428499"/>
            <a:ext cx="45994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01927" y="1428207"/>
            <a:ext cx="43834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-0.8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57134" y="424195"/>
            <a:ext cx="43282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38748" y="886099"/>
            <a:ext cx="50466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01112" y="496742"/>
            <a:ext cx="23842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91396" y="1360749"/>
            <a:ext cx="2393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709620" y="496742"/>
            <a:ext cx="2075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99892" y="1360787"/>
            <a:ext cx="20855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31260" y="496260"/>
            <a:ext cx="1654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31362" y="928784"/>
            <a:ext cx="16540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130904" y="1360355"/>
            <a:ext cx="16544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706799" y="928314"/>
            <a:ext cx="10785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98670" y="905606"/>
            <a:ext cx="7867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13468" y="508535"/>
            <a:ext cx="197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813468" y="508535"/>
            <a:ext cx="197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37915" y="681370"/>
            <a:ext cx="19474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37915" y="681370"/>
            <a:ext cx="19474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07169" y="767780"/>
            <a:ext cx="1978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07169" y="767780"/>
            <a:ext cx="1978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95891" y="1113398"/>
            <a:ext cx="19895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795891" y="1113398"/>
            <a:ext cx="19895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05352" y="1242837"/>
            <a:ext cx="1980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05352" y="1242837"/>
            <a:ext cx="1980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794228" y="1372453"/>
            <a:ext cx="19911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794228" y="1372453"/>
            <a:ext cx="19911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69118" y="637974"/>
            <a:ext cx="1516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269118" y="637974"/>
            <a:ext cx="1516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280663" y="940424"/>
            <a:ext cx="1504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80663" y="940424"/>
            <a:ext cx="1504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269690" y="1242862"/>
            <a:ext cx="1515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69690" y="1242862"/>
            <a:ext cx="1515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44396" y="1738155"/>
            <a:ext cx="4040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90966" y="1738155"/>
            <a:ext cx="37944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59394" y="1738155"/>
            <a:ext cx="35260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43569" y="1737901"/>
            <a:ext cx="3241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5997" y="1738155"/>
            <a:ext cx="29693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068739" y="1737901"/>
            <a:ext cx="27166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38284" y="1737901"/>
            <a:ext cx="24471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23666" y="1737901"/>
            <a:ext cx="21617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879037" y="1737901"/>
            <a:ext cx="1906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0019" y="2010847"/>
            <a:ext cx="54253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row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60072" y="2225191"/>
            <a:ext cx="53253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01668" y="3150917"/>
            <a:ext cx="883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624286" y="3150693"/>
            <a:ext cx="1611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62302" y="481364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62302" y="1345423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510271" y="544627"/>
            <a:ext cx="1242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619500" y="52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791377" y="544627"/>
            <a:ext cx="27825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051300" y="52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207772" y="582238"/>
            <a:ext cx="455258" cy="3414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6355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791367" y="610425"/>
            <a:ext cx="304269" cy="3042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0767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19990" y="976705"/>
            <a:ext cx="4253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355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58462" y="610425"/>
            <a:ext cx="359679" cy="71937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0894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208021" y="1029688"/>
            <a:ext cx="455011" cy="3412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635500" y="101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3519989" y="1408719"/>
            <a:ext cx="114489" cy="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6195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758472" y="623325"/>
            <a:ext cx="359807" cy="7196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089400" y="596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07772" y="582238"/>
            <a:ext cx="455258" cy="3414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6355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791377" y="1038696"/>
            <a:ext cx="304259" cy="3042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076700" y="1016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1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19990" y="976705"/>
            <a:ext cx="4253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6355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791377" y="1408748"/>
            <a:ext cx="277947" cy="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0513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4208021" y="1029688"/>
            <a:ext cx="455011" cy="3412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635500" y="101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796659" y="976713"/>
            <a:ext cx="140541" cy="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4927600" y="952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665021" y="1714269"/>
            <a:ext cx="2430030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665021" y="1858268"/>
            <a:ext cx="2430030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665021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935025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5028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75032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45035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15038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285042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555045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25048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095051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14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8001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03223" y="564746"/>
            <a:ext cx="458217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8290" y="564746"/>
            <a:ext cx="43771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23555" y="564213"/>
            <a:ext cx="416184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39671" y="564746"/>
            <a:ext cx="39457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5164" y="564213"/>
            <a:ext cx="37302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71052" y="564213"/>
            <a:ext cx="35143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7221" y="708752"/>
            <a:ext cx="47981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6299" y="852744"/>
            <a:ext cx="48090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5550" y="996204"/>
            <a:ext cx="480984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5664" y="1140755"/>
            <a:ext cx="48097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5156" y="1284214"/>
            <a:ext cx="48102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5042" y="1428207"/>
            <a:ext cx="481035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85913" y="708498"/>
            <a:ext cx="45994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01914" y="708498"/>
            <a:ext cx="438348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17916" y="708498"/>
            <a:ext cx="41674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33918" y="708498"/>
            <a:ext cx="39514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49919" y="708498"/>
            <a:ext cx="37354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65921" y="708498"/>
            <a:ext cx="35194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5913" y="852490"/>
            <a:ext cx="45994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01927" y="852490"/>
            <a:ext cx="43834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17929" y="852490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33930" y="852490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49932" y="852490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65934" y="852490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58595" y="996496"/>
            <a:ext cx="462680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17929" y="996496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833930" y="996496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49932" y="996496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65934" y="996496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30477" y="1140209"/>
            <a:ext cx="46549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17929" y="1140501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833930" y="1140501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49932" y="1140501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265934" y="1140501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49146" y="1284214"/>
            <a:ext cx="463624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0.4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-0.3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33930" y="1284494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49932" y="1284494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265934" y="1284494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85926" y="1428499"/>
            <a:ext cx="45994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01927" y="1428207"/>
            <a:ext cx="43834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-0.8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57134" y="424195"/>
            <a:ext cx="43282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38748" y="886099"/>
            <a:ext cx="50466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01112" y="496742"/>
            <a:ext cx="23842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91396" y="1360749"/>
            <a:ext cx="2393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709620" y="496742"/>
            <a:ext cx="2075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99892" y="1360787"/>
            <a:ext cx="20855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31260" y="496260"/>
            <a:ext cx="1654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31362" y="928784"/>
            <a:ext cx="16540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130904" y="1360355"/>
            <a:ext cx="16544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706799" y="928314"/>
            <a:ext cx="10785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98670" y="905606"/>
            <a:ext cx="7867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13468" y="508535"/>
            <a:ext cx="197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813468" y="508535"/>
            <a:ext cx="197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37915" y="681370"/>
            <a:ext cx="19474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37915" y="681370"/>
            <a:ext cx="19474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07169" y="767780"/>
            <a:ext cx="1978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07169" y="767780"/>
            <a:ext cx="1978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95891" y="1113398"/>
            <a:ext cx="19895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795891" y="1113398"/>
            <a:ext cx="19895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05352" y="1242837"/>
            <a:ext cx="1980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05352" y="1242837"/>
            <a:ext cx="1980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794228" y="1372453"/>
            <a:ext cx="19911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794228" y="1372453"/>
            <a:ext cx="19911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69118" y="637974"/>
            <a:ext cx="1516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269118" y="637974"/>
            <a:ext cx="1516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280663" y="940424"/>
            <a:ext cx="1504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80663" y="940424"/>
            <a:ext cx="1504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269690" y="1242862"/>
            <a:ext cx="1515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69690" y="1242862"/>
            <a:ext cx="1515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44396" y="1738155"/>
            <a:ext cx="4040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90966" y="1738155"/>
            <a:ext cx="37944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59394" y="1738155"/>
            <a:ext cx="35260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43569" y="1737901"/>
            <a:ext cx="3241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5997" y="1738155"/>
            <a:ext cx="29693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068739" y="1737901"/>
            <a:ext cx="27166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38284" y="1737901"/>
            <a:ext cx="24471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23666" y="1737901"/>
            <a:ext cx="21617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879037" y="1737901"/>
            <a:ext cx="1906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0019" y="2010847"/>
            <a:ext cx="54253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row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60072" y="2225191"/>
            <a:ext cx="53253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60072" y="2483306"/>
            <a:ext cx="53253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thought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building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block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901668" y="3150917"/>
            <a:ext cx="883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624286" y="3150693"/>
            <a:ext cx="1611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662302" y="481364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62302" y="1345423"/>
            <a:ext cx="126527" cy="126527"/>
          </a:xfrm>
          <a:prstGeom prst="rect">
            <a:avLst/>
          </a:prstGeom>
          <a:noFill/>
          <a:ln w="506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510271" y="544627"/>
            <a:ext cx="12420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619500" y="52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791377" y="544627"/>
            <a:ext cx="278256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4051300" y="520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207772" y="582238"/>
            <a:ext cx="455258" cy="3414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46355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791367" y="610425"/>
            <a:ext cx="304269" cy="304283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076700" y="88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19990" y="976705"/>
            <a:ext cx="4253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6355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758462" y="610425"/>
            <a:ext cx="359679" cy="719377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089400" y="1308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2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4208021" y="1029688"/>
            <a:ext cx="455011" cy="3412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635500" y="101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3519989" y="1408719"/>
            <a:ext cx="114489" cy="1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36195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3758472" y="623325"/>
            <a:ext cx="359807" cy="71960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089400" y="5969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4207772" y="582238"/>
            <a:ext cx="455258" cy="341481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635500" y="901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3791377" y="1038696"/>
            <a:ext cx="304259" cy="30426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076700" y="10160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0"/>
                </a:moveTo>
                <a:lnTo>
                  <a:pt x="0" y="2"/>
                </a:lnTo>
                <a:lnTo>
                  <a:pt x="1" y="2"/>
                </a:lnTo>
                <a:lnTo>
                  <a:pt x="2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4219990" y="976705"/>
            <a:ext cx="425375" cy="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635500" y="95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791377" y="1408748"/>
            <a:ext cx="277947" cy="28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4051300" y="13843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4208021" y="1029688"/>
            <a:ext cx="455011" cy="341295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635500" y="10160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796659" y="976713"/>
            <a:ext cx="140541" cy="12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4927600" y="952500"/>
            <a:ext cx="38100" cy="50800"/>
          </a:xfrm>
          <a:custGeom>
            <a:avLst/>
            <a:gdLst/>
            <a:ahLst/>
            <a:cxnLst/>
            <a:rect l="l" t="t" r="r" b="b"/>
            <a:pathLst>
              <a:path w="3" h="4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4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665021" y="1714269"/>
            <a:ext cx="2430030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665021" y="1858268"/>
            <a:ext cx="2430030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665021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935025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205028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475032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45035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15038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285042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555045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3825048" y="1714269"/>
            <a:ext cx="0" cy="143999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095051" y="1714269"/>
            <a:ext cx="0" cy="143999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14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880018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03223" y="564746"/>
            <a:ext cx="458217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408290" y="564746"/>
            <a:ext cx="43771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623555" y="564213"/>
            <a:ext cx="416184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39671" y="564746"/>
            <a:ext cx="394572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55164" y="564213"/>
            <a:ext cx="37302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71052" y="564213"/>
            <a:ext cx="35143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7221" y="708752"/>
            <a:ext cx="47981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6299" y="852744"/>
            <a:ext cx="48090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75550" y="996204"/>
            <a:ext cx="480984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5664" y="1140755"/>
            <a:ext cx="480973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5156" y="1284214"/>
            <a:ext cx="481023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5042" y="1428207"/>
            <a:ext cx="481035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85913" y="708498"/>
            <a:ext cx="45994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01914" y="708498"/>
            <a:ext cx="438348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617916" y="708498"/>
            <a:ext cx="416747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833918" y="708498"/>
            <a:ext cx="395147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49919" y="708498"/>
            <a:ext cx="373547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65921" y="708498"/>
            <a:ext cx="35194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5913" y="852490"/>
            <a:ext cx="459948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401927" y="852490"/>
            <a:ext cx="43834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17929" y="852490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833930" y="852490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49932" y="852490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265934" y="852490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58595" y="996496"/>
            <a:ext cx="462680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17929" y="996496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833930" y="996496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49932" y="996496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265934" y="996496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30477" y="1140209"/>
            <a:ext cx="465491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-0.2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17929" y="1140501"/>
            <a:ext cx="416746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833930" y="1140501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049932" y="1140501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265934" y="1140501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49146" y="1284214"/>
            <a:ext cx="4636249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0.4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-0.3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33930" y="1284494"/>
            <a:ext cx="395146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049932" y="1284494"/>
            <a:ext cx="373546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265934" y="1284494"/>
            <a:ext cx="35194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85926" y="1428499"/>
            <a:ext cx="459947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401927" y="1428207"/>
            <a:ext cx="4383468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-0.6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0.5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-0.8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457134" y="424195"/>
            <a:ext cx="432826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38748" y="886099"/>
            <a:ext cx="504664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01112" y="496742"/>
            <a:ext cx="238428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391396" y="1360749"/>
            <a:ext cx="2393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709620" y="496742"/>
            <a:ext cx="207577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699892" y="1360787"/>
            <a:ext cx="208550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31260" y="496260"/>
            <a:ext cx="16541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31362" y="928784"/>
            <a:ext cx="165403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130904" y="1360355"/>
            <a:ext cx="165449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706799" y="928314"/>
            <a:ext cx="107859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98670" y="905606"/>
            <a:ext cx="78672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13468" y="508535"/>
            <a:ext cx="197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813468" y="508535"/>
            <a:ext cx="19719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37915" y="681370"/>
            <a:ext cx="19474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37915" y="681370"/>
            <a:ext cx="194748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07169" y="767780"/>
            <a:ext cx="1978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07169" y="767780"/>
            <a:ext cx="19782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795891" y="1113398"/>
            <a:ext cx="19895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795891" y="1113398"/>
            <a:ext cx="198950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05352" y="1242837"/>
            <a:ext cx="1980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05352" y="1242837"/>
            <a:ext cx="198004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794228" y="1372453"/>
            <a:ext cx="19911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794228" y="1372453"/>
            <a:ext cx="199116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269118" y="637974"/>
            <a:ext cx="1516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269118" y="637974"/>
            <a:ext cx="151627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280663" y="940424"/>
            <a:ext cx="1504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80663" y="940424"/>
            <a:ext cx="150473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269690" y="1242862"/>
            <a:ext cx="1515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269690" y="1242862"/>
            <a:ext cx="151570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744396" y="1738155"/>
            <a:ext cx="404099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990966" y="1738155"/>
            <a:ext cx="37944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59394" y="1738155"/>
            <a:ext cx="3526002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43569" y="1737901"/>
            <a:ext cx="324182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5997" y="1738155"/>
            <a:ext cx="296939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068739" y="1737901"/>
            <a:ext cx="2716656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338284" y="1737901"/>
            <a:ext cx="244711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23666" y="1737901"/>
            <a:ext cx="216172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879037" y="1737901"/>
            <a:ext cx="1906358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0019" y="2010847"/>
            <a:ext cx="54253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row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60072" y="2225191"/>
            <a:ext cx="53253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group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incoming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links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single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60072" y="2483306"/>
            <a:ext cx="53253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thought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building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block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0072" y="2741421"/>
            <a:ext cx="532532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together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material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passing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7109" y="2957251"/>
            <a:ext cx="514828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next.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901668" y="3150919"/>
            <a:ext cx="88372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624286" y="3150695"/>
            <a:ext cx="1611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48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39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39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30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4" y="3150927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129" y="3150703"/>
            <a:ext cx="16226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30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047164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estimate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1" y="3150932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26" y="3150708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30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047164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estimate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338401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1" y="3150932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126" y="3150708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30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047164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estimate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338401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9876" y="1576260"/>
            <a:ext cx="5025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1" y="3150932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126" y="3150708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30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047164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estimate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338401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9876" y="1576260"/>
            <a:ext cx="5025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238" y="1814131"/>
            <a:ext cx="50271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1" y="3150932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3126" y="3150708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30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047164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estimate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338401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9876" y="1576260"/>
            <a:ext cx="5025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238" y="1814131"/>
            <a:ext cx="50271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492" y="2052002"/>
            <a:ext cx="50269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reciprocal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1" y="3150932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126" y="3150708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5306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chromosome’s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047164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estimate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performance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given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171" y="1338401"/>
            <a:ext cx="5001224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assign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9876" y="1576260"/>
            <a:ext cx="5025519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present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data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network,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238" y="1814131"/>
            <a:ext cx="5027157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errors,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492" y="2052002"/>
            <a:ext cx="5026903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use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reciprocal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sum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squared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errors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function.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055" y="225675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squared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093" y="2472594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errors.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1" y="3150932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126" y="3150708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49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94027" y="1490895"/>
            <a:ext cx="419136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take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place?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5609" y="3150693"/>
            <a:ext cx="16978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50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568316" y="891197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568316" y="1616463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1417869" y="933680"/>
            <a:ext cx="131754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1536700" y="914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654983" y="933680"/>
            <a:ext cx="259362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905000" y="914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007107" y="958936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2387600" y="124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654980" y="977863"/>
            <a:ext cx="276824" cy="276822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9177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2015311" y="1296313"/>
            <a:ext cx="38233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3876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632890" y="977863"/>
            <a:ext cx="314028" cy="62805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930400" y="1587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2007273" y="1331890"/>
            <a:ext cx="402237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387600" y="132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424395" y="1658947"/>
            <a:ext cx="12522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1536700" y="1651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1632869" y="986526"/>
            <a:ext cx="314141" cy="628238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930400" y="965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007107" y="958936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387600" y="1244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1654980" y="1337941"/>
            <a:ext cx="276824" cy="27682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917700" y="1320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015311" y="1296313"/>
            <a:ext cx="38233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3876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654983" y="1658947"/>
            <a:ext cx="259155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905000" y="1651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2007273" y="1331890"/>
            <a:ext cx="402237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387600" y="1320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0"/>
                </a:moveTo>
                <a:lnTo>
                  <a:pt x="0" y="0"/>
                </a:lnTo>
                <a:lnTo>
                  <a:pt x="2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499245" y="1296313"/>
            <a:ext cx="142676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6289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217947" y="1731474"/>
            <a:ext cx="1631849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217947" y="1828175"/>
            <a:ext cx="1631849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217947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399263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580580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761897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943213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124530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305847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487163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668480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849796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3260604" y="891197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260604" y="1616463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3110158" y="933680"/>
            <a:ext cx="131754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3225800" y="914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347271" y="933680"/>
            <a:ext cx="259363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3594100" y="914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3699395" y="958936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4089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3347268" y="977863"/>
            <a:ext cx="276825" cy="276822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36068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3707600" y="1296313"/>
            <a:ext cx="382337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40767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3325178" y="977863"/>
            <a:ext cx="314028" cy="62805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3619500" y="1587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3699562" y="1331890"/>
            <a:ext cx="402236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4089400" y="1320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3116684" y="1658947"/>
            <a:ext cx="12522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3225800" y="1651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8" name="Connector 97"/>
          <p:cNvCxnSpPr/>
          <p:nvPr/>
        </p:nvCxnSpPr>
        <p:spPr>
          <a:xfrm flipV="1">
            <a:off x="3325157" y="986526"/>
            <a:ext cx="314142" cy="628238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reeform 98"/>
          <p:cNvSpPr/>
          <p:nvPr/>
        </p:nvSpPr>
        <p:spPr>
          <a:xfrm>
            <a:off x="3619500" y="965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3699395" y="958936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Freeform 100"/>
          <p:cNvSpPr/>
          <p:nvPr/>
        </p:nvSpPr>
        <p:spPr>
          <a:xfrm>
            <a:off x="4089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 flipV="1">
            <a:off x="3347268" y="1337941"/>
            <a:ext cx="276825" cy="27682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Freeform 102"/>
          <p:cNvSpPr/>
          <p:nvPr/>
        </p:nvSpPr>
        <p:spPr>
          <a:xfrm>
            <a:off x="3606800" y="1320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707600" y="1296313"/>
            <a:ext cx="382337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4076700" y="128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3347271" y="1658947"/>
            <a:ext cx="259156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3594100" y="1651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 flipV="1">
            <a:off x="3699562" y="1331890"/>
            <a:ext cx="402236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4089400" y="1320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4191534" y="1296313"/>
            <a:ext cx="142676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43180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2910235" y="1731474"/>
            <a:ext cx="1631850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910235" y="1828175"/>
            <a:ext cx="1631850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2910235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091552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272869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454185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635502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3816818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3998135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179452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360768" y="1731474"/>
            <a:ext cx="0" cy="967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4542085" y="1731474"/>
            <a:ext cx="0" cy="96701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2184969" y="1973230"/>
            <a:ext cx="1631849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2184969" y="2069930"/>
            <a:ext cx="1631849" cy="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184969" y="1973230"/>
            <a:ext cx="0" cy="9670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2366285" y="1973230"/>
            <a:ext cx="0" cy="9670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547602" y="1973230"/>
            <a:ext cx="0" cy="9670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2728919" y="1973230"/>
            <a:ext cx="0" cy="9670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2910235" y="1973230"/>
            <a:ext cx="0" cy="9670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3091552" y="1973230"/>
            <a:ext cx="0" cy="9670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3272869" y="1973230"/>
            <a:ext cx="0" cy="9670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3454185" y="1973230"/>
            <a:ext cx="0" cy="9670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3635502" y="1973230"/>
            <a:ext cx="0" cy="9670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3816818" y="1973230"/>
            <a:ext cx="0" cy="96700"/>
          </a:xfrm>
          <a:prstGeom prst="line">
            <a:avLst/>
          </a:prstGeom>
          <a:ln w="679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ectangle 135"/>
          <p:cNvSpPr/>
          <p:nvPr/>
        </p:nvSpPr>
        <p:spPr>
          <a:xfrm>
            <a:off x="2535338" y="2220852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535338" y="2946118"/>
            <a:ext cx="84967" cy="84967"/>
          </a:xfrm>
          <a:prstGeom prst="rect">
            <a:avLst/>
          </a:prstGeom>
          <a:noFill/>
          <a:ln w="339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2384892" y="2263335"/>
            <a:ext cx="131753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Freeform 138"/>
          <p:cNvSpPr/>
          <p:nvPr/>
        </p:nvSpPr>
        <p:spPr>
          <a:xfrm>
            <a:off x="2501900" y="2247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>
            <a:off x="2622005" y="2263335"/>
            <a:ext cx="259362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Freeform 140"/>
          <p:cNvSpPr/>
          <p:nvPr/>
        </p:nvSpPr>
        <p:spPr>
          <a:xfrm>
            <a:off x="2870200" y="2247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2974129" y="2288592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reeform 142"/>
          <p:cNvSpPr/>
          <p:nvPr/>
        </p:nvSpPr>
        <p:spPr>
          <a:xfrm>
            <a:off x="3365500" y="2578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4" name="Connector 143"/>
          <p:cNvCxnSpPr/>
          <p:nvPr/>
        </p:nvCxnSpPr>
        <p:spPr>
          <a:xfrm>
            <a:off x="2622002" y="2307518"/>
            <a:ext cx="276824" cy="27682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Freeform 144"/>
          <p:cNvSpPr/>
          <p:nvPr/>
        </p:nvSpPr>
        <p:spPr>
          <a:xfrm>
            <a:off x="2882900" y="256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2982333" y="2625969"/>
            <a:ext cx="38233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Freeform 146"/>
          <p:cNvSpPr/>
          <p:nvPr/>
        </p:nvSpPr>
        <p:spPr>
          <a:xfrm>
            <a:off x="3352800" y="2616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>
            <a:off x="2599912" y="2307518"/>
            <a:ext cx="314028" cy="628053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Freeform 148"/>
          <p:cNvSpPr/>
          <p:nvPr/>
        </p:nvSpPr>
        <p:spPr>
          <a:xfrm>
            <a:off x="2895600" y="2921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2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" name="Connector 149"/>
          <p:cNvCxnSpPr/>
          <p:nvPr/>
        </p:nvCxnSpPr>
        <p:spPr>
          <a:xfrm flipV="1">
            <a:off x="2974295" y="2661545"/>
            <a:ext cx="402237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reeform 150"/>
          <p:cNvSpPr/>
          <p:nvPr/>
        </p:nvSpPr>
        <p:spPr>
          <a:xfrm>
            <a:off x="3365500" y="265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2" name="Connector 151"/>
          <p:cNvCxnSpPr/>
          <p:nvPr/>
        </p:nvCxnSpPr>
        <p:spPr>
          <a:xfrm>
            <a:off x="2391417" y="2988602"/>
            <a:ext cx="12522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Freeform 152"/>
          <p:cNvSpPr/>
          <p:nvPr/>
        </p:nvSpPr>
        <p:spPr>
          <a:xfrm>
            <a:off x="2501900" y="2971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 flipV="1">
            <a:off x="2599891" y="2316181"/>
            <a:ext cx="314141" cy="628238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Freeform 154"/>
          <p:cNvSpPr/>
          <p:nvPr/>
        </p:nvSpPr>
        <p:spPr>
          <a:xfrm>
            <a:off x="2895600" y="2298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1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6" name="Connector 155"/>
          <p:cNvCxnSpPr/>
          <p:nvPr/>
        </p:nvCxnSpPr>
        <p:spPr>
          <a:xfrm>
            <a:off x="2974129" y="2288592"/>
            <a:ext cx="402403" cy="30180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Freeform 156"/>
          <p:cNvSpPr/>
          <p:nvPr/>
        </p:nvSpPr>
        <p:spPr>
          <a:xfrm>
            <a:off x="3365500" y="2578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2"/>
                </a:move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8" name="Connector 157"/>
          <p:cNvCxnSpPr/>
          <p:nvPr/>
        </p:nvCxnSpPr>
        <p:spPr>
          <a:xfrm flipV="1">
            <a:off x="2622002" y="2667597"/>
            <a:ext cx="276824" cy="276822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Freeform 158"/>
          <p:cNvSpPr/>
          <p:nvPr/>
        </p:nvSpPr>
        <p:spPr>
          <a:xfrm>
            <a:off x="2882900" y="265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0" name="Connector 159"/>
          <p:cNvCxnSpPr/>
          <p:nvPr/>
        </p:nvCxnSpPr>
        <p:spPr>
          <a:xfrm>
            <a:off x="2982333" y="2625969"/>
            <a:ext cx="382338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Freeform 160"/>
          <p:cNvSpPr/>
          <p:nvPr/>
        </p:nvSpPr>
        <p:spPr>
          <a:xfrm>
            <a:off x="3352800" y="2616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2" name="Connector 161"/>
          <p:cNvCxnSpPr/>
          <p:nvPr/>
        </p:nvCxnSpPr>
        <p:spPr>
          <a:xfrm>
            <a:off x="2622005" y="2988602"/>
            <a:ext cx="259155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reeform 162"/>
          <p:cNvSpPr/>
          <p:nvPr/>
        </p:nvSpPr>
        <p:spPr>
          <a:xfrm>
            <a:off x="2870200" y="2971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4" name="Connector 163"/>
          <p:cNvCxnSpPr/>
          <p:nvPr/>
        </p:nvCxnSpPr>
        <p:spPr>
          <a:xfrm flipV="1">
            <a:off x="2974295" y="2661545"/>
            <a:ext cx="402237" cy="301676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Freeform 164"/>
          <p:cNvSpPr/>
          <p:nvPr/>
        </p:nvSpPr>
        <p:spPr>
          <a:xfrm>
            <a:off x="3365500" y="2654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0"/>
                </a:moveTo>
                <a:lnTo>
                  <a:pt x="0" y="0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6" name="Connector 165"/>
          <p:cNvCxnSpPr/>
          <p:nvPr/>
        </p:nvCxnSpPr>
        <p:spPr>
          <a:xfrm>
            <a:off x="3466267" y="2625969"/>
            <a:ext cx="142676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Freeform 166"/>
          <p:cNvSpPr/>
          <p:nvPr/>
        </p:nvSpPr>
        <p:spPr>
          <a:xfrm>
            <a:off x="3594100" y="2616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8" name="Connector 167"/>
          <p:cNvCxnSpPr/>
          <p:nvPr/>
        </p:nvCxnSpPr>
        <p:spPr>
          <a:xfrm>
            <a:off x="1399263" y="1845168"/>
            <a:ext cx="0" cy="55534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399263" y="1900702"/>
            <a:ext cx="483512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>
            <a:off x="1882775" y="1900702"/>
            <a:ext cx="483510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2366285" y="1900702"/>
            <a:ext cx="0" cy="55534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Freeform 171"/>
          <p:cNvSpPr/>
          <p:nvPr/>
        </p:nvSpPr>
        <p:spPr>
          <a:xfrm>
            <a:off x="13843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23495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4" name="Connector 173"/>
          <p:cNvCxnSpPr/>
          <p:nvPr/>
        </p:nvCxnSpPr>
        <p:spPr>
          <a:xfrm>
            <a:off x="3454185" y="1845168"/>
            <a:ext cx="0" cy="31357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3164083" y="1876525"/>
            <a:ext cx="290102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728919" y="1876525"/>
            <a:ext cx="435164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>
            <a:off x="2728919" y="1876525"/>
            <a:ext cx="0" cy="7971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" name="Freeform 177"/>
          <p:cNvSpPr/>
          <p:nvPr/>
        </p:nvSpPr>
        <p:spPr>
          <a:xfrm>
            <a:off x="34417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27178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0" name="Connector 179"/>
          <p:cNvCxnSpPr/>
          <p:nvPr/>
        </p:nvCxnSpPr>
        <p:spPr>
          <a:xfrm>
            <a:off x="3816818" y="1845168"/>
            <a:ext cx="0" cy="79711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3381654" y="1924879"/>
            <a:ext cx="435164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3091552" y="1924879"/>
            <a:ext cx="290102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>
            <a:off x="3091552" y="1924879"/>
            <a:ext cx="0" cy="31357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Freeform 183"/>
          <p:cNvSpPr/>
          <p:nvPr/>
        </p:nvSpPr>
        <p:spPr>
          <a:xfrm>
            <a:off x="3797300" y="18288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2" y="0"/>
                </a:moveTo>
                <a:lnTo>
                  <a:pt x="0" y="2"/>
                </a:lnTo>
                <a:lnTo>
                  <a:pt x="2" y="1"/>
                </a:lnTo>
                <a:lnTo>
                  <a:pt x="3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30734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6" name="Connector 185"/>
          <p:cNvCxnSpPr/>
          <p:nvPr/>
        </p:nvCxnSpPr>
        <p:spPr>
          <a:xfrm>
            <a:off x="2577822" y="1845168"/>
            <a:ext cx="0" cy="55534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>
            <a:off x="2577822" y="1900702"/>
            <a:ext cx="483511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>
            <a:off x="3061333" y="1900702"/>
            <a:ext cx="483511" cy="0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>
            <a:off x="3544844" y="1900702"/>
            <a:ext cx="0" cy="55534"/>
          </a:xfrm>
          <a:prstGeom prst="line">
            <a:avLst/>
          </a:prstGeom>
          <a:ln w="339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Freeform 189"/>
          <p:cNvSpPr/>
          <p:nvPr/>
        </p:nvSpPr>
        <p:spPr>
          <a:xfrm>
            <a:off x="2565400" y="1828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3530600" y="194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2"/>
                </a:moveTo>
                <a:lnTo>
                  <a:pt x="2" y="0"/>
                </a:lnTo>
                <a:lnTo>
                  <a:pt x="1" y="1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95" name="Picture 1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96" name="TextBox 1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59993" y="55383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Crossover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242311" y="782713"/>
            <a:ext cx="454308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535" b="0">
                <a:solidFill>
                  <a:srgbClr val="000000"/>
                </a:solidFill>
                <a:latin typeface="Josefin Sans"/>
              </a:rPr>
              <a:t> </a:t>
            </a:r>
            <a:r>
              <a:rPr sz="53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344576" y="901532"/>
            <a:ext cx="4440819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338052" y="1626787"/>
            <a:ext cx="444734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600098" y="901532"/>
            <a:ext cx="418529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593565" y="1626787"/>
            <a:ext cx="4191830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955753" y="901208"/>
            <a:ext cx="382964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955821" y="1264155"/>
            <a:ext cx="382957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955514" y="1626463"/>
            <a:ext cx="382988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2438952" y="1263840"/>
            <a:ext cx="3346443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2683259" y="1248574"/>
            <a:ext cx="310213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691575" y="909452"/>
            <a:ext cx="409382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691575" y="909452"/>
            <a:ext cx="409382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715241" y="1054504"/>
            <a:ext cx="407015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715241" y="1054504"/>
            <a:ext cx="407015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687344" y="1127031"/>
            <a:ext cx="409805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687344" y="1127031"/>
            <a:ext cx="409805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679771" y="1417127"/>
            <a:ext cx="410562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679771" y="1417127"/>
            <a:ext cx="410562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686116" y="1525797"/>
            <a:ext cx="409927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686116" y="1525797"/>
            <a:ext cx="409927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678654" y="1634587"/>
            <a:ext cx="410674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1678654" y="1634587"/>
            <a:ext cx="410674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077318" y="1018114"/>
            <a:ext cx="3708077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2077318" y="1018114"/>
            <a:ext cx="3708077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085062" y="1271955"/>
            <a:ext cx="3700333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085062" y="1271955"/>
            <a:ext cx="3700333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2077694" y="1525797"/>
            <a:ext cx="370770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2077694" y="1525797"/>
            <a:ext cx="370770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271256" y="1747508"/>
            <a:ext cx="4514139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436837" y="1747508"/>
            <a:ext cx="4348558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617095" y="1747508"/>
            <a:ext cx="4168300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807929" y="1747337"/>
            <a:ext cx="397746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990874" y="1747508"/>
            <a:ext cx="379452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2160599" y="1747337"/>
            <a:ext cx="362479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341608" y="1747337"/>
            <a:ext cx="344378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533251" y="1747337"/>
            <a:ext cx="325214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704742" y="1747337"/>
            <a:ext cx="3080653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934577" y="782713"/>
            <a:ext cx="2850819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Parent</a:t>
            </a:r>
            <a:r>
              <a:rPr sz="535" b="0">
                <a:solidFill>
                  <a:srgbClr val="000000"/>
                </a:solidFill>
                <a:latin typeface="Josefin Sans"/>
              </a:rPr>
              <a:t> </a:t>
            </a:r>
            <a:r>
              <a:rPr sz="53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3036842" y="901532"/>
            <a:ext cx="2748553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3030317" y="1626787"/>
            <a:ext cx="2755078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292364" y="901532"/>
            <a:ext cx="249303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285831" y="1626787"/>
            <a:ext cx="249956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648019" y="901208"/>
            <a:ext cx="213737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648087" y="1264155"/>
            <a:ext cx="2137308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3647780" y="1626463"/>
            <a:ext cx="2137615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4131218" y="1263831"/>
            <a:ext cx="165417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4375525" y="1248574"/>
            <a:ext cx="1409870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378613" y="909324"/>
            <a:ext cx="240678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378613" y="909324"/>
            <a:ext cx="240678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3414645" y="1054377"/>
            <a:ext cx="237075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3414645" y="1054377"/>
            <a:ext cx="237075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3371073" y="1126903"/>
            <a:ext cx="241432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3371073" y="1126903"/>
            <a:ext cx="241432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3378945" y="1417127"/>
            <a:ext cx="240645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0.2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378945" y="1417127"/>
            <a:ext cx="240645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3370741" y="1525789"/>
            <a:ext cx="241465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3370741" y="1525789"/>
            <a:ext cx="241465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-0.5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3376148" y="1634706"/>
            <a:ext cx="2409247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-0.1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3376148" y="1634706"/>
            <a:ext cx="2409247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3777507" y="1018114"/>
            <a:ext cx="2007888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0.3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3777507" y="1018114"/>
            <a:ext cx="2007888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3769584" y="1271955"/>
            <a:ext cx="201581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-0.9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3769584" y="1271955"/>
            <a:ext cx="201581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-0.9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777277" y="1525789"/>
            <a:ext cx="2008118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0.6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3777277" y="1525789"/>
            <a:ext cx="2008118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2956555" y="1747337"/>
            <a:ext cx="282884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3138314" y="1747508"/>
            <a:ext cx="264708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3318879" y="1747337"/>
            <a:ext cx="246651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3489995" y="1747337"/>
            <a:ext cx="2295400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-0.5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3671754" y="1747337"/>
            <a:ext cx="211364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3859833" y="1747508"/>
            <a:ext cx="1925563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4044440" y="1747337"/>
            <a:ext cx="1740955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0.3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4215189" y="1747337"/>
            <a:ext cx="157020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4406765" y="1747337"/>
            <a:ext cx="1378630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0.6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2238268" y="1989265"/>
            <a:ext cx="354712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403849" y="1989265"/>
            <a:ext cx="338154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2593625" y="1989094"/>
            <a:ext cx="319177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764740" y="1989094"/>
            <a:ext cx="3020655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-0.5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946499" y="1989094"/>
            <a:ext cx="283889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3134578" y="1989265"/>
            <a:ext cx="2650817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308619" y="1989094"/>
            <a:ext cx="2476776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3500263" y="1989094"/>
            <a:ext cx="228513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3671754" y="1989094"/>
            <a:ext cx="211364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2209314" y="2113277"/>
            <a:ext cx="357608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Child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2311587" y="2231167"/>
            <a:ext cx="3473808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2305063" y="2956421"/>
            <a:ext cx="348033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2567101" y="2231167"/>
            <a:ext cx="3218294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2560577" y="2956421"/>
            <a:ext cx="3224818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922765" y="2230843"/>
            <a:ext cx="2862631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922833" y="2593798"/>
            <a:ext cx="286256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2922526" y="2956097"/>
            <a:ext cx="2862869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3405963" y="2593474"/>
            <a:ext cx="2379432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650262" y="2578208"/>
            <a:ext cx="2135133" cy="1053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35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2658586" y="2239086"/>
            <a:ext cx="312680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2658586" y="2239086"/>
            <a:ext cx="312680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2689391" y="2384011"/>
            <a:ext cx="309600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2689391" y="2384011"/>
            <a:ext cx="309600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2645819" y="2456546"/>
            <a:ext cx="3139576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2645819" y="2456546"/>
            <a:ext cx="3139576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2646783" y="2746770"/>
            <a:ext cx="313861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2646783" y="2746770"/>
            <a:ext cx="3138612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2645486" y="2855432"/>
            <a:ext cx="313990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-0.5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645486" y="2855432"/>
            <a:ext cx="3139909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-0.5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650885" y="2964349"/>
            <a:ext cx="313451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-0.1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650885" y="2964349"/>
            <a:ext cx="313451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3044321" y="2347756"/>
            <a:ext cx="274107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044321" y="2347756"/>
            <a:ext cx="2741074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052074" y="2601590"/>
            <a:ext cx="273332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3052074" y="2601590"/>
            <a:ext cx="2733321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3044705" y="2855432"/>
            <a:ext cx="274069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044705" y="2855432"/>
            <a:ext cx="2740690" cy="790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1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5638685" y="3150693"/>
            <a:ext cx="14671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97674" y="1097749"/>
            <a:ext cx="117607" cy="117607"/>
          </a:xfrm>
          <a:prstGeom prst="rect">
            <a:avLst/>
          </a:prstGeom>
          <a:noFill/>
          <a:ln w="4704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7674" y="2101621"/>
            <a:ext cx="117607" cy="117606"/>
          </a:xfrm>
          <a:prstGeom prst="rect">
            <a:avLst/>
          </a:prstGeom>
          <a:noFill/>
          <a:ln w="4704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689435" y="1156552"/>
            <a:ext cx="182366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863600" y="1143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1017633" y="1156552"/>
            <a:ext cx="358995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1358900" y="1143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505024" y="1191510"/>
            <a:ext cx="556983" cy="417736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20447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17629" y="1217708"/>
            <a:ext cx="383165" cy="38316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371600" y="1574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3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1516379" y="1658488"/>
            <a:ext cx="529211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0320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987054" y="1217708"/>
            <a:ext cx="434659" cy="869314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397000" y="2070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3" y="0"/>
                </a:lnTo>
                <a:lnTo>
                  <a:pt x="2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505253" y="1707731"/>
            <a:ext cx="556754" cy="417564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0447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98467" y="2160425"/>
            <a:ext cx="173334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863600" y="2146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987025" y="1229698"/>
            <a:ext cx="434816" cy="86957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1397000" y="1206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2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1505024" y="1191510"/>
            <a:ext cx="556983" cy="417736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044700" y="1587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1017629" y="1716108"/>
            <a:ext cx="383165" cy="38316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13716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1516379" y="1658488"/>
            <a:ext cx="529211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0320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017633" y="2160425"/>
            <a:ext cx="358708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358900" y="2146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1505253" y="1707731"/>
            <a:ext cx="556754" cy="417564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2044700" y="1689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2186213" y="1658488"/>
            <a:ext cx="197484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23749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12714" y="2260813"/>
            <a:ext cx="2258712" cy="0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12714" y="2394661"/>
            <a:ext cx="2258712" cy="0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12714" y="2260813"/>
            <a:ext cx="0" cy="133848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663681" y="2260813"/>
            <a:ext cx="0" cy="133848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914650" y="2260813"/>
            <a:ext cx="0" cy="133848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1165618" y="2260813"/>
            <a:ext cx="0" cy="133848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416586" y="2260813"/>
            <a:ext cx="0" cy="133848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667554" y="2260813"/>
            <a:ext cx="0" cy="133848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918522" y="2260813"/>
            <a:ext cx="0" cy="133848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169490" y="2260813"/>
            <a:ext cx="0" cy="133848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20458" y="2260813"/>
            <a:ext cx="0" cy="133848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671426" y="2260813"/>
            <a:ext cx="0" cy="133848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1416586" y="2260813"/>
            <a:ext cx="501936" cy="13384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573665" y="1093851"/>
            <a:ext cx="117606" cy="117607"/>
          </a:xfrm>
          <a:prstGeom prst="rect">
            <a:avLst/>
          </a:prstGeom>
          <a:noFill/>
          <a:ln w="4704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573665" y="2097723"/>
            <a:ext cx="117606" cy="117607"/>
          </a:xfrm>
          <a:prstGeom prst="rect">
            <a:avLst/>
          </a:prstGeom>
          <a:noFill/>
          <a:ln w="4704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3365425" y="1152654"/>
            <a:ext cx="182366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3530600" y="113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5" name="Connector 84"/>
          <p:cNvCxnSpPr/>
          <p:nvPr/>
        </p:nvCxnSpPr>
        <p:spPr>
          <a:xfrm>
            <a:off x="3693624" y="1152654"/>
            <a:ext cx="358995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Freeform 85"/>
          <p:cNvSpPr/>
          <p:nvPr/>
        </p:nvSpPr>
        <p:spPr>
          <a:xfrm>
            <a:off x="4038600" y="1130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4181014" y="1187612"/>
            <a:ext cx="556983" cy="417736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Freeform 87"/>
          <p:cNvSpPr/>
          <p:nvPr/>
        </p:nvSpPr>
        <p:spPr>
          <a:xfrm>
            <a:off x="4711700" y="158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3693620" y="1213810"/>
            <a:ext cx="383164" cy="38316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>
            <a:off x="40513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3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4192370" y="1654590"/>
            <a:ext cx="529210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Freeform 91"/>
          <p:cNvSpPr/>
          <p:nvPr/>
        </p:nvSpPr>
        <p:spPr>
          <a:xfrm>
            <a:off x="47117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>
            <a:off x="3663044" y="1213810"/>
            <a:ext cx="434660" cy="869314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Freeform 93"/>
          <p:cNvSpPr/>
          <p:nvPr/>
        </p:nvSpPr>
        <p:spPr>
          <a:xfrm>
            <a:off x="4076700" y="2057400"/>
            <a:ext cx="25400" cy="50800"/>
          </a:xfrm>
          <a:custGeom>
            <a:avLst/>
            <a:gdLst/>
            <a:ahLst/>
            <a:cxnLst/>
            <a:rect l="l" t="t" r="r" b="b"/>
            <a:pathLst>
              <a:path w="2" h="4">
                <a:moveTo>
                  <a:pt x="2" y="4"/>
                </a:moveTo>
                <a:lnTo>
                  <a:pt x="2" y="0"/>
                </a:lnTo>
                <a:lnTo>
                  <a:pt x="2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 flipV="1">
            <a:off x="4181244" y="1703833"/>
            <a:ext cx="556753" cy="417563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Freeform 95"/>
          <p:cNvSpPr/>
          <p:nvPr/>
        </p:nvSpPr>
        <p:spPr>
          <a:xfrm>
            <a:off x="47117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3374457" y="2156527"/>
            <a:ext cx="173334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3530600" y="213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Connector 98"/>
          <p:cNvCxnSpPr/>
          <p:nvPr/>
        </p:nvCxnSpPr>
        <p:spPr>
          <a:xfrm flipV="1">
            <a:off x="3663015" y="1225800"/>
            <a:ext cx="434816" cy="86957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Freeform 99"/>
          <p:cNvSpPr/>
          <p:nvPr/>
        </p:nvSpPr>
        <p:spPr>
          <a:xfrm>
            <a:off x="4076700" y="1206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4181014" y="1187612"/>
            <a:ext cx="556983" cy="417736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Freeform 101"/>
          <p:cNvSpPr/>
          <p:nvPr/>
        </p:nvSpPr>
        <p:spPr>
          <a:xfrm>
            <a:off x="4711700" y="1587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3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 flipV="1">
            <a:off x="3693620" y="1712210"/>
            <a:ext cx="383164" cy="383161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4051300" y="1701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4192370" y="1654590"/>
            <a:ext cx="529210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 105"/>
          <p:cNvSpPr/>
          <p:nvPr/>
        </p:nvSpPr>
        <p:spPr>
          <a:xfrm>
            <a:off x="47117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3693624" y="2156527"/>
            <a:ext cx="358708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Freeform 107"/>
          <p:cNvSpPr/>
          <p:nvPr/>
        </p:nvSpPr>
        <p:spPr>
          <a:xfrm>
            <a:off x="4038600" y="2133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4181244" y="1703833"/>
            <a:ext cx="556753" cy="417563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4711700" y="16891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4862204" y="1654590"/>
            <a:ext cx="197484" cy="0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Freeform 111"/>
          <p:cNvSpPr/>
          <p:nvPr/>
        </p:nvSpPr>
        <p:spPr>
          <a:xfrm>
            <a:off x="5041900" y="16383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3088704" y="2256915"/>
            <a:ext cx="2258713" cy="0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88704" y="2390762"/>
            <a:ext cx="2258713" cy="0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3088704" y="2256915"/>
            <a:ext cx="0" cy="133847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3339672" y="2256915"/>
            <a:ext cx="0" cy="133847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3590640" y="2256915"/>
            <a:ext cx="0" cy="133847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3841608" y="2256915"/>
            <a:ext cx="0" cy="133847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4092576" y="2256915"/>
            <a:ext cx="0" cy="133847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343544" y="2256915"/>
            <a:ext cx="0" cy="133847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4594512" y="2256915"/>
            <a:ext cx="0" cy="133847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4845480" y="2256915"/>
            <a:ext cx="0" cy="133847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096449" y="2256915"/>
            <a:ext cx="0" cy="133847"/>
          </a:xfrm>
          <a:prstGeom prst="line">
            <a:avLst/>
          </a:prstGeom>
          <a:ln w="4704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5347417" y="2256915"/>
            <a:ext cx="0" cy="133847"/>
          </a:xfrm>
          <a:prstGeom prst="line">
            <a:avLst/>
          </a:prstGeom>
          <a:ln w="940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4092576" y="2256915"/>
            <a:ext cx="501936" cy="133847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-2" y="314675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880002" y="314675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29" name="Picture 1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59993" y="78920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Mutation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6425" y="940404"/>
            <a:ext cx="5338970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Original</a:t>
            </a:r>
            <a:r>
              <a:rPr sz="740" b="0">
                <a:solidFill>
                  <a:srgbClr val="000000"/>
                </a:solidFill>
                <a:latin typeface="Josefin Sans"/>
              </a:rPr>
              <a:t> </a:t>
            </a:r>
            <a:r>
              <a:rPr sz="74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87986" y="1112043"/>
            <a:ext cx="5197409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8955" y="2115899"/>
            <a:ext cx="5206440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41653" y="1112043"/>
            <a:ext cx="484374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2623" y="2115899"/>
            <a:ext cx="485277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433943" y="1111595"/>
            <a:ext cx="435145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34037" y="1613977"/>
            <a:ext cx="4351358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433612" y="2115462"/>
            <a:ext cx="435178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02759" y="1613528"/>
            <a:ext cx="3682636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40903" y="1592410"/>
            <a:ext cx="334449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68282" y="1123017"/>
            <a:ext cx="4717113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68282" y="1123017"/>
            <a:ext cx="4717113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101040" y="1323779"/>
            <a:ext cx="4684355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101040" y="1323779"/>
            <a:ext cx="4684355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62427" y="1424177"/>
            <a:ext cx="472296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62427" y="1424177"/>
            <a:ext cx="472296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51944" y="1825712"/>
            <a:ext cx="4733451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51944" y="1825712"/>
            <a:ext cx="4733451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60727" y="1976115"/>
            <a:ext cx="472466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60727" y="1976115"/>
            <a:ext cx="472466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50386" y="2126695"/>
            <a:ext cx="473500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50386" y="2126695"/>
            <a:ext cx="473500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602194" y="1273420"/>
            <a:ext cx="4183201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02194" y="1273420"/>
            <a:ext cx="4183201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612925" y="1624762"/>
            <a:ext cx="417247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612925" y="1624762"/>
            <a:ext cx="417247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602726" y="1976115"/>
            <a:ext cx="418266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602726" y="1976115"/>
            <a:ext cx="418266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86501" y="2283005"/>
            <a:ext cx="5298894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5689" y="2283005"/>
            <a:ext cx="5069706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5192" y="2283005"/>
            <a:ext cx="482020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229333" y="2282769"/>
            <a:ext cx="455606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482554" y="2283005"/>
            <a:ext cx="4302841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717479" y="2282769"/>
            <a:ext cx="4067917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-0.3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968020" y="2282769"/>
            <a:ext cx="3817375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233283" y="2282769"/>
            <a:ext cx="355211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470651" y="2282769"/>
            <a:ext cx="3314744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122415" y="944297"/>
            <a:ext cx="2662980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Mutated</a:t>
            </a:r>
            <a:r>
              <a:rPr sz="740" b="0">
                <a:solidFill>
                  <a:srgbClr val="000000"/>
                </a:solidFill>
                <a:latin typeface="Josefin Sans"/>
              </a:rPr>
              <a:t> </a:t>
            </a:r>
            <a:r>
              <a:rPr sz="74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263976" y="1108157"/>
            <a:ext cx="2521419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54946" y="2112013"/>
            <a:ext cx="2530449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617644" y="1108157"/>
            <a:ext cx="2167751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608613" y="2112013"/>
            <a:ext cx="217678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109933" y="1107709"/>
            <a:ext cx="167546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110027" y="1610079"/>
            <a:ext cx="1675368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109603" y="2111564"/>
            <a:ext cx="167579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778749" y="1609630"/>
            <a:ext cx="1006646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116893" y="1588512"/>
            <a:ext cx="66850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744272" y="1119119"/>
            <a:ext cx="2041123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744272" y="1119119"/>
            <a:ext cx="2041123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777030" y="1319892"/>
            <a:ext cx="2008365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777030" y="1319892"/>
            <a:ext cx="2008365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733613" y="1420279"/>
            <a:ext cx="2051782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733613" y="1420279"/>
            <a:ext cx="2051782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727935" y="1821814"/>
            <a:ext cx="205746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-0.7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3727935" y="1821814"/>
            <a:ext cx="205746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3736717" y="1972217"/>
            <a:ext cx="204867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736717" y="1972217"/>
            <a:ext cx="2048678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737496" y="2122975"/>
            <a:ext cx="204789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737496" y="2122975"/>
            <a:ext cx="204789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278185" y="1269522"/>
            <a:ext cx="150721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278185" y="1269522"/>
            <a:ext cx="150721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288915" y="1620875"/>
            <a:ext cx="149648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0.5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288915" y="1620875"/>
            <a:ext cx="1496480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278716" y="1972217"/>
            <a:ext cx="150667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FFFFFF"/>
                </a:solidFill>
                <a:latin typeface="Josefin Sans"/>
              </a:rPr>
              <a:t>-0.8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278716" y="1972217"/>
            <a:ext cx="1506679" cy="1093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55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162492" y="2279108"/>
            <a:ext cx="262290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391679" y="2279108"/>
            <a:ext cx="2393716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-0.7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641182" y="2279108"/>
            <a:ext cx="2144213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-0.2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905323" y="2278871"/>
            <a:ext cx="188007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152146" y="2279108"/>
            <a:ext cx="1633249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408284" y="2279108"/>
            <a:ext cx="1377111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0.2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644011" y="2278871"/>
            <a:ext cx="1141384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909273" y="2278871"/>
            <a:ext cx="876122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0.5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5146641" y="2278871"/>
            <a:ext cx="638754" cy="14583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000000"/>
                </a:solidFill>
                <a:latin typeface="Josefin Sans"/>
              </a:rPr>
              <a:t>-0.8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84934" y="2543444"/>
            <a:ext cx="540046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mutated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random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value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between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1.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901651" y="3150929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624103" y="3150705"/>
            <a:ext cx="16129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52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0810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01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assumed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fixed.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0810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stage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structure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8017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assumed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fixed.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74302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formulate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(encode)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assist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91510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architecture?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127" y="3150694"/>
            <a:ext cx="1622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53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4735797" y="-20240735"/>
            <a:ext cx="105454" cy="105454"/>
          </a:xfrm>
          <a:prstGeom prst="rect">
            <a:avLst/>
          </a:prstGeom>
          <a:noFill/>
          <a:ln w="421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735797" y="-19340597"/>
            <a:ext cx="105454" cy="105454"/>
          </a:xfrm>
          <a:prstGeom prst="rect">
            <a:avLst/>
          </a:prstGeom>
          <a:noFill/>
          <a:ln w="421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24549076" y="-20188008"/>
            <a:ext cx="163522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24701500" y="-20205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4557175" y="-19287870"/>
            <a:ext cx="155423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24701500" y="-1930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24843361" y="-20188008"/>
            <a:ext cx="321898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25158700" y="-20205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24843356" y="-20133172"/>
            <a:ext cx="343571" cy="343568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25171400" y="-19812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1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24815914" y="-20122421"/>
            <a:ext cx="389885" cy="779714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25184100" y="-20142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0"/>
                </a:moveTo>
                <a:lnTo>
                  <a:pt x="0" y="2"/>
                </a:lnTo>
                <a:lnTo>
                  <a:pt x="2" y="2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4843361" y="-19287870"/>
            <a:ext cx="321640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25146000" y="-19304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24843361" y="-19708952"/>
            <a:ext cx="927684" cy="397607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5755600" y="-19723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5280385" y="-20156662"/>
            <a:ext cx="499429" cy="374569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25755600" y="-19799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5290567" y="-19737939"/>
            <a:ext cx="474525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25755600" y="-1974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25280591" y="-19693785"/>
            <a:ext cx="499223" cy="374414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25755600" y="-197104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25891185" y="-19737939"/>
            <a:ext cx="177078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26060400" y="-1974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26336308" y="-23201222"/>
            <a:ext cx="3888088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6336308" y="-23057222"/>
            <a:ext cx="3888088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6336308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26444311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26552314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26660316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6768319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6876322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26984325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7092327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7200330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7308330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7416332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7524335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7632338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7740340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7848343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7956346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8064348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8172351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280354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8388357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28496359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28604362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8712362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28820364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28928367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29036370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9144372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29252375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9360378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29468381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9576383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29684386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29792389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29900388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30008391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30116394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30224396" y="-23201222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27632338" y="-23201222"/>
            <a:ext cx="108002" cy="14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7740340" y="-23201222"/>
            <a:ext cx="108002" cy="14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280354" y="-23201222"/>
            <a:ext cx="108002" cy="14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9036370" y="-23201222"/>
            <a:ext cx="108002" cy="14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9684386" y="-23201222"/>
            <a:ext cx="108002" cy="14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9792389" y="-23201222"/>
            <a:ext cx="107999" cy="14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9900388" y="-23201222"/>
            <a:ext cx="108002" cy="14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008391" y="-23201222"/>
            <a:ext cx="108002" cy="144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880009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9993" y="67141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901659" y="3150919"/>
            <a:ext cx="8837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23286" y="3150695"/>
            <a:ext cx="16210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65893" y="929167"/>
            <a:ext cx="105454" cy="105454"/>
          </a:xfrm>
          <a:prstGeom prst="rect">
            <a:avLst/>
          </a:prstGeom>
          <a:noFill/>
          <a:ln w="421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65893" y="1829304"/>
            <a:ext cx="105454" cy="105454"/>
          </a:xfrm>
          <a:prstGeom prst="rect">
            <a:avLst/>
          </a:prstGeom>
          <a:noFill/>
          <a:ln w="421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79172" y="981894"/>
            <a:ext cx="163522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530600" y="96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87271" y="1882031"/>
            <a:ext cx="155423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5306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673456" y="981894"/>
            <a:ext cx="321899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3987800" y="965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673453" y="1036730"/>
            <a:ext cx="343570" cy="343567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000500" y="1358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3646010" y="1047481"/>
            <a:ext cx="389885" cy="779714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013200" y="102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673456" y="1882031"/>
            <a:ext cx="321641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3987800" y="1866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3673456" y="1460950"/>
            <a:ext cx="927686" cy="397607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584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110482" y="1013239"/>
            <a:ext cx="499427" cy="374569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45847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20664" y="1431962"/>
            <a:ext cx="474524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5847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4110688" y="1476117"/>
            <a:ext cx="499221" cy="374414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5847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4721281" y="1431962"/>
            <a:ext cx="177077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8895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5981" y="2199104"/>
            <a:ext cx="3888088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5981" y="2343104"/>
            <a:ext cx="3888088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93598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4398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151986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25998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6799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47599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583996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69199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80000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90800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01600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12400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23201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34001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801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55601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66402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7202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8002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98802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09603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20403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31203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42003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52804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3604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4404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85204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6004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06805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17605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28405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39205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50006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60806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71606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82406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2232010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340013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80025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636042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84057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92059" y="2199104"/>
            <a:ext cx="108001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500061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08064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9993" y="67141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63521" y="998518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87257" y="998518"/>
            <a:ext cx="42981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719789" y="998057"/>
            <a:ext cx="406560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53066" y="998518"/>
            <a:ext cx="383232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85807" y="998057"/>
            <a:ext cx="359958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8876" y="998057"/>
            <a:ext cx="336651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30342" y="1153978"/>
            <a:ext cx="475505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0898" y="1309427"/>
            <a:ext cx="47644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0262" y="1464415"/>
            <a:ext cx="476513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0361" y="1620325"/>
            <a:ext cx="476503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9911" y="1775313"/>
            <a:ext cx="476548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9812" y="1930763"/>
            <a:ext cx="476558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248572" y="1153759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81751" y="1153759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714919" y="1153759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948098" y="1153759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81277" y="1153759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14456" y="1153759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248572" y="1309208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81751" y="1309208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14919" y="1309208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48098" y="1309208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81277" y="1309208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14456" y="1309208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63521" y="1464876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96700" y="1464876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714919" y="1464657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948098" y="1464657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81277" y="1464657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414456" y="1464657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3521" y="1620325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81751" y="1620106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14919" y="1620106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48098" y="1620106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181277" y="1620106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414456" y="1620106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248572" y="1775555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96700" y="1775774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14919" y="1775555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48098" y="1775555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81277" y="1775555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414456" y="1775555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48572" y="1931004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496700" y="1931234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29868" y="1931234"/>
            <a:ext cx="405552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63047" y="1931234"/>
            <a:ext cx="382234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196226" y="1931234"/>
            <a:ext cx="358916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456" y="1931015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99371" y="846041"/>
            <a:ext cx="41860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774" b="0">
                <a:solidFill>
                  <a:srgbClr val="000000"/>
                </a:solidFill>
                <a:latin typeface="Josefin Sans"/>
              </a:rPr>
              <a:t> </a:t>
            </a:r>
            <a:r>
              <a:rPr sz="774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9109" y="1384858"/>
            <a:ext cx="501628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To</a:t>
            </a:r>
            <a:r>
              <a:rPr sz="774" b="0">
                <a:solidFill>
                  <a:srgbClr val="000000"/>
                </a:solidFill>
                <a:latin typeface="Josefin Sans"/>
              </a:rPr>
              <a:t> </a:t>
            </a:r>
            <a:r>
              <a:rPr sz="774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288207" y="941984"/>
            <a:ext cx="2497189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280109" y="1842106"/>
            <a:ext cx="2505286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605327" y="941984"/>
            <a:ext cx="2180068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597230" y="1842106"/>
            <a:ext cx="218816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046746" y="941582"/>
            <a:ext cx="1738649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046831" y="1392051"/>
            <a:ext cx="1738564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046450" y="1841715"/>
            <a:ext cx="173894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646450" y="1391648"/>
            <a:ext cx="113894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949652" y="1372712"/>
            <a:ext cx="835743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58660" y="2222990"/>
            <a:ext cx="48267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901656" y="3150919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5623283" y="3150695"/>
            <a:ext cx="162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65893" y="929167"/>
            <a:ext cx="105454" cy="105454"/>
          </a:xfrm>
          <a:prstGeom prst="rect">
            <a:avLst/>
          </a:prstGeom>
          <a:noFill/>
          <a:ln w="421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65893" y="1829304"/>
            <a:ext cx="105454" cy="105454"/>
          </a:xfrm>
          <a:prstGeom prst="rect">
            <a:avLst/>
          </a:prstGeom>
          <a:noFill/>
          <a:ln w="421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79172" y="981894"/>
            <a:ext cx="163522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530600" y="96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87271" y="1882031"/>
            <a:ext cx="155423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5306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673456" y="981894"/>
            <a:ext cx="321899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3987800" y="965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673453" y="1036730"/>
            <a:ext cx="343570" cy="343567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000500" y="1358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3646010" y="1047481"/>
            <a:ext cx="389885" cy="779714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013200" y="102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673456" y="1882031"/>
            <a:ext cx="321641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3987800" y="1866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3673456" y="1460950"/>
            <a:ext cx="927686" cy="397607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584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110482" y="1013239"/>
            <a:ext cx="499427" cy="374569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45847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20664" y="1431962"/>
            <a:ext cx="474524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5847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4110688" y="1476117"/>
            <a:ext cx="499221" cy="374414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5847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4721281" y="1431962"/>
            <a:ext cx="177077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8895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5981" y="2199104"/>
            <a:ext cx="3888088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5981" y="2343104"/>
            <a:ext cx="3888088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93598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4398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151986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25998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6799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47599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583996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69199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80000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90800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01600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12400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23201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34001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801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55601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66402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7202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8002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98802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09603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20403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31203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42003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52804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3604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4404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85204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6004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06805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17605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28405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39205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50006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60806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71606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82406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2232010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340013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80025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636042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84057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92059" y="2199104"/>
            <a:ext cx="108001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500061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08064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880006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9993" y="67141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63521" y="998518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87257" y="998518"/>
            <a:ext cx="42981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719789" y="998057"/>
            <a:ext cx="406560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53066" y="998518"/>
            <a:ext cx="383232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85807" y="998057"/>
            <a:ext cx="359958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8876" y="998057"/>
            <a:ext cx="336651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30342" y="1153978"/>
            <a:ext cx="475505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0898" y="1309427"/>
            <a:ext cx="47644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0262" y="1464415"/>
            <a:ext cx="476513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0361" y="1620325"/>
            <a:ext cx="476503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9911" y="1775313"/>
            <a:ext cx="476548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9812" y="1930763"/>
            <a:ext cx="476558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248572" y="1153759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81751" y="1153759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714919" y="1153759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948098" y="1153759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81277" y="1153759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14456" y="1153759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248572" y="1309208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81751" y="1309208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14919" y="1309208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48098" y="1309208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81277" y="1309208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14456" y="1309208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63521" y="1464876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96700" y="1464876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714919" y="1464657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948098" y="1464657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81277" y="1464657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414456" y="1464657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3521" y="1620325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81751" y="1620106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14919" y="1620106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48098" y="1620106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181277" y="1620106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414456" y="1620106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248572" y="1775555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96700" y="1775774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14919" y="1775555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48098" y="1775555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81277" y="1775555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414456" y="1775555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48572" y="1931004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496700" y="1931234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29868" y="1931234"/>
            <a:ext cx="405552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63047" y="1931234"/>
            <a:ext cx="382234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196226" y="1931234"/>
            <a:ext cx="358916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456" y="1931015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99371" y="846041"/>
            <a:ext cx="41860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774" b="0">
                <a:solidFill>
                  <a:srgbClr val="000000"/>
                </a:solidFill>
                <a:latin typeface="Josefin Sans"/>
              </a:rPr>
              <a:t> </a:t>
            </a:r>
            <a:r>
              <a:rPr sz="774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9109" y="1384858"/>
            <a:ext cx="501628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To</a:t>
            </a:r>
            <a:r>
              <a:rPr sz="774" b="0">
                <a:solidFill>
                  <a:srgbClr val="000000"/>
                </a:solidFill>
                <a:latin typeface="Josefin Sans"/>
              </a:rPr>
              <a:t> </a:t>
            </a:r>
            <a:r>
              <a:rPr sz="774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288207" y="941984"/>
            <a:ext cx="2497189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280109" y="1842106"/>
            <a:ext cx="2505286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605327" y="941984"/>
            <a:ext cx="2180068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597230" y="1842106"/>
            <a:ext cx="218816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046746" y="941582"/>
            <a:ext cx="1738649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046831" y="1392051"/>
            <a:ext cx="1738564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046450" y="1841715"/>
            <a:ext cx="173894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646450" y="1391648"/>
            <a:ext cx="113894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949652" y="1372712"/>
            <a:ext cx="835743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58660" y="2222990"/>
            <a:ext cx="48267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59993" y="25480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feedforward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fixed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59993" y="272011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901656" y="3150920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23283" y="3150696"/>
            <a:ext cx="162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65893" y="929167"/>
            <a:ext cx="105454" cy="105454"/>
          </a:xfrm>
          <a:prstGeom prst="rect">
            <a:avLst/>
          </a:prstGeom>
          <a:noFill/>
          <a:ln w="421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65893" y="1829304"/>
            <a:ext cx="105454" cy="105454"/>
          </a:xfrm>
          <a:prstGeom prst="rect">
            <a:avLst/>
          </a:prstGeom>
          <a:noFill/>
          <a:ln w="4218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79172" y="981894"/>
            <a:ext cx="163522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3530600" y="965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387271" y="1882031"/>
            <a:ext cx="155423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5306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673456" y="981894"/>
            <a:ext cx="321899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3987800" y="965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673453" y="1036730"/>
            <a:ext cx="343570" cy="343567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4000500" y="1358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2" y="0"/>
                </a:lnTo>
                <a:lnTo>
                  <a:pt x="1" y="2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3646010" y="1047481"/>
            <a:ext cx="389885" cy="779714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4013200" y="1028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2"/>
                </a:lnTo>
                <a:lnTo>
                  <a:pt x="2" y="1"/>
                </a:lnTo>
                <a:lnTo>
                  <a:pt x="3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3673456" y="1882031"/>
            <a:ext cx="321641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3987800" y="1866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3673456" y="1460950"/>
            <a:ext cx="927686" cy="397607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584700" y="1447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0"/>
                </a:lnTo>
                <a:lnTo>
                  <a:pt x="1" y="1"/>
                </a:lnTo>
                <a:lnTo>
                  <a:pt x="1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110482" y="1013239"/>
            <a:ext cx="499427" cy="374569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Freeform 52"/>
          <p:cNvSpPr/>
          <p:nvPr/>
        </p:nvSpPr>
        <p:spPr>
          <a:xfrm>
            <a:off x="45847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2"/>
                </a:moveTo>
                <a:lnTo>
                  <a:pt x="2" y="0"/>
                </a:lnTo>
                <a:lnTo>
                  <a:pt x="2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4120664" y="1431962"/>
            <a:ext cx="474524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5847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4110688" y="1476117"/>
            <a:ext cx="499221" cy="374414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45847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0"/>
                </a:moveTo>
                <a:lnTo>
                  <a:pt x="0" y="1"/>
                </a:lnTo>
                <a:lnTo>
                  <a:pt x="2" y="1"/>
                </a:lnTo>
                <a:lnTo>
                  <a:pt x="2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4721281" y="1431962"/>
            <a:ext cx="177077" cy="0"/>
          </a:xfrm>
          <a:prstGeom prst="line">
            <a:avLst/>
          </a:prstGeom>
          <a:ln w="421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8895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0" y="0"/>
                </a:lnTo>
                <a:lnTo>
                  <a:pt x="1" y="2"/>
                </a:lnTo>
                <a:lnTo>
                  <a:pt x="0" y="3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935981" y="2199104"/>
            <a:ext cx="3888088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35981" y="2343104"/>
            <a:ext cx="3888088" cy="0"/>
          </a:xfrm>
          <a:prstGeom prst="line">
            <a:avLst/>
          </a:prstGeom>
          <a:ln w="10122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93598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04398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151986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25998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6799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47599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583996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69199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80000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90800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01600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12400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23201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234001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44801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255601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66402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2772023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288002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2988028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09603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20403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331203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342003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3528040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363604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3744045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385204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396004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068052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417605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28405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439205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4500061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4608064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4716067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4824069" y="2199104"/>
            <a:ext cx="0" cy="144000"/>
          </a:xfrm>
          <a:prstGeom prst="line">
            <a:avLst/>
          </a:prstGeom>
          <a:ln w="506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2232010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340013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880025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636042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84057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92059" y="2199104"/>
            <a:ext cx="108001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500061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08064" y="2199104"/>
            <a:ext cx="108002" cy="143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880006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9993" y="67141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simplest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method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263521" y="998518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87257" y="998518"/>
            <a:ext cx="42981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719789" y="998057"/>
            <a:ext cx="406560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53066" y="998518"/>
            <a:ext cx="383232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85807" y="998057"/>
            <a:ext cx="359958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8876" y="998057"/>
            <a:ext cx="336651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30342" y="1153978"/>
            <a:ext cx="475505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0898" y="1309427"/>
            <a:ext cx="47644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0262" y="1464415"/>
            <a:ext cx="476513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0361" y="1620325"/>
            <a:ext cx="476503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9911" y="1775313"/>
            <a:ext cx="476548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9812" y="1930763"/>
            <a:ext cx="4765583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248572" y="1153759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481751" y="1153759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714919" y="1153759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948098" y="1153759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81277" y="1153759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14456" y="1153759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248572" y="1309208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81751" y="1309208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714919" y="1309208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48098" y="1309208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81277" y="1309208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14456" y="1309208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63521" y="1464876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496700" y="1464876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714919" y="1464657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948098" y="1464657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181277" y="1464657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414456" y="1464657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63521" y="1620325"/>
            <a:ext cx="452187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81751" y="1620106"/>
            <a:ext cx="430364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14919" y="1620106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48098" y="1620106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181277" y="1620106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414456" y="1620106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248572" y="1775555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96700" y="1775774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14919" y="1775555"/>
            <a:ext cx="4070476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48098" y="1775555"/>
            <a:ext cx="383729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81277" y="1775555"/>
            <a:ext cx="360411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414456" y="1775555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48572" y="1931004"/>
            <a:ext cx="45368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496700" y="1931234"/>
            <a:ext cx="4288695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29868" y="1931234"/>
            <a:ext cx="405552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63047" y="1931234"/>
            <a:ext cx="3822348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196226" y="1931234"/>
            <a:ext cx="358916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456" y="1931015"/>
            <a:ext cx="3370939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99371" y="846041"/>
            <a:ext cx="4186024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774" b="0">
                <a:solidFill>
                  <a:srgbClr val="000000"/>
                </a:solidFill>
                <a:latin typeface="Josefin Sans"/>
              </a:rPr>
              <a:t> </a:t>
            </a:r>
            <a:r>
              <a:rPr sz="774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69109" y="1384858"/>
            <a:ext cx="5016287" cy="15243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74" b="0">
                <a:solidFill>
                  <a:srgbClr val="000000"/>
                </a:solidFill>
                <a:latin typeface="Josefin Sans"/>
              </a:rPr>
              <a:t>To</a:t>
            </a:r>
            <a:r>
              <a:rPr sz="774" b="0">
                <a:solidFill>
                  <a:srgbClr val="000000"/>
                </a:solidFill>
                <a:latin typeface="Josefin Sans"/>
              </a:rPr>
              <a:t> </a:t>
            </a:r>
            <a:r>
              <a:rPr sz="774" b="0">
                <a:solidFill>
                  <a:srgbClr val="000000"/>
                </a:solidFill>
                <a:latin typeface="Josefin Sans"/>
              </a:rPr>
              <a:t>neuron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288207" y="941984"/>
            <a:ext cx="2497189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280109" y="1842106"/>
            <a:ext cx="2505286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605327" y="941984"/>
            <a:ext cx="2180068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597230" y="1842106"/>
            <a:ext cx="218816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046746" y="941582"/>
            <a:ext cx="1738649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046831" y="1392051"/>
            <a:ext cx="1738564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046450" y="1841715"/>
            <a:ext cx="173894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646450" y="1391648"/>
            <a:ext cx="1138945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949652" y="1372712"/>
            <a:ext cx="835743" cy="1307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4" b="0">
                <a:solidFill>
                  <a:srgbClr val="000000"/>
                </a:solidFill>
                <a:latin typeface="Josefin Sans"/>
              </a:rPr>
              <a:t>y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58660" y="2222990"/>
            <a:ext cx="482673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59993" y="25480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direct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feedforward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fixed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59993" y="272011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neurons.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demonstrates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connection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evolved.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901656" y="3150920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623283" y="3150696"/>
            <a:ext cx="16211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54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8384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2594" y="3150693"/>
            <a:ext cx="1628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8384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19819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2594" y="3150693"/>
            <a:ext cx="1628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8384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19819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45630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3" y="3150916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594" y="3150692"/>
            <a:ext cx="1628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8384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19819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45630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71442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transfer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6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2594" y="3150692"/>
            <a:ext cx="1628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8384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19819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45630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71442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transfer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972535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suitable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3" y="3150916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2594" y="3150692"/>
            <a:ext cx="1628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neural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networks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8384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computation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optimise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19819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5" y="145630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topology,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714422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transfer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5" y="1972535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suitable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variables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227440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2594" y="3150693"/>
            <a:ext cx="16280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59993" y="4385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Introduction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88952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37217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ANFIS: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85185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CCD6E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 </a:t>
            </a:r>
            <a:r>
              <a:rPr sz="1090" b="0">
                <a:solidFill>
                  <a:srgbClr val="CCD6E3"/>
                </a:solidFill>
                <a:latin typeface="Josefin Sans"/>
              </a:rPr>
              <a:t>Networks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233153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 </a:t>
            </a:r>
            <a:r>
              <a:rPr sz="1090" b="0">
                <a:solidFill>
                  <a:srgbClr val="003373"/>
                </a:solidFill>
                <a:latin typeface="Josefin Sans"/>
              </a:rPr>
              <a:t>Systems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2441" y="3150693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56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043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4250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6" y="3150918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6470" y="3150694"/>
            <a:ext cx="1589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043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4250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60536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steps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6" y="3150918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6470" y="3150694"/>
            <a:ext cx="1589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043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4250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60536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steps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22" y="1863475"/>
            <a:ext cx="5284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6" y="3150918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6470" y="3150694"/>
            <a:ext cx="1589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043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which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24250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optimally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60536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steps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22" y="1863475"/>
            <a:ext cx="52840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715" y="2121589"/>
            <a:ext cx="531068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6" y="3150917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6470" y="3150693"/>
            <a:ext cx="1589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57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999495" y="2738651"/>
            <a:ext cx="0" cy="432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973315" y="2738651"/>
            <a:ext cx="0" cy="432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999495" y="1142066"/>
            <a:ext cx="0" cy="432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973315" y="1142066"/>
            <a:ext cx="0" cy="43203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999495" y="2781853"/>
            <a:ext cx="4320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999495" y="1142066"/>
            <a:ext cx="4320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930108" y="2781853"/>
            <a:ext cx="4320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930108" y="1142066"/>
            <a:ext cx="43207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802113" y="1326289"/>
            <a:ext cx="0" cy="143735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790700" y="1308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578551" y="2945832"/>
            <a:ext cx="177138" cy="0"/>
          </a:xfrm>
          <a:prstGeom prst="line">
            <a:avLst/>
          </a:prstGeom>
          <a:ln w="4048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3746500" y="2933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336800" y="22352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4" y="2"/>
                </a:lnTo>
                <a:lnTo>
                  <a:pt x="4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4" y="2"/>
                </a:lnTo>
                <a:lnTo>
                  <a:pt x="4" y="2"/>
                </a:lnTo>
                <a:lnTo>
                  <a:pt x="4" y="2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425700" y="17018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4" y="2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2336800" y="14097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2501900" y="26035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4" y="1"/>
                </a:lnTo>
                <a:lnTo>
                  <a:pt x="4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4" y="2"/>
                </a:lnTo>
                <a:lnTo>
                  <a:pt x="4" y="2"/>
                </a:lnTo>
                <a:lnTo>
                  <a:pt x="4" y="1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654300" y="2108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743200" y="18161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2806700" y="1574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3175000" y="1244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4048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3187700" y="2679700"/>
            <a:ext cx="50800" cy="38100"/>
          </a:xfrm>
          <a:custGeom>
            <a:avLst/>
            <a:gdLst/>
            <a:ahLst/>
            <a:cxnLst/>
            <a:rect l="l" t="t" r="r" b="b"/>
            <a:pathLst>
              <a:path w="4" h="3">
                <a:moveTo>
                  <a:pt x="4" y="1"/>
                </a:moveTo>
                <a:lnTo>
                  <a:pt x="4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4" y="2"/>
                </a:lnTo>
                <a:lnTo>
                  <a:pt x="4" y="1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882900" y="2222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3111500" y="2032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972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3390900" y="1739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0353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822700" y="1993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3"/>
                </a:lnTo>
                <a:lnTo>
                  <a:pt x="3" y="3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3556000" y="1473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4048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9993" y="5766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two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9993" y="748707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output.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77986" y="2799766"/>
            <a:ext cx="3807409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51779" y="2799766"/>
            <a:ext cx="1833616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7460" y="2744659"/>
            <a:ext cx="38579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7460" y="1104885"/>
            <a:ext cx="3857935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65195" y="1212403"/>
            <a:ext cx="4020200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04927" y="2907517"/>
            <a:ext cx="1980468" cy="1255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3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01653" y="3150930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23585" y="3150706"/>
            <a:ext cx="1618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58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22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Grid-type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partition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and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multiple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tables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can be used to generate 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94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set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IF-THEN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numerical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data.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2442" y="3150693"/>
            <a:ext cx="1629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59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400705" y="2087804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25212" y="2087804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400705" y="1016436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725212" y="1016436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00705" y="2116794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400705" y="1016436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696219" y="2116794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696219" y="1016436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003352" y="2116794"/>
            <a:ext cx="2649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003352" y="1016436"/>
            <a:ext cx="0" cy="11003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03352" y="1016436"/>
            <a:ext cx="2649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003352" y="1016436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003352" y="1566615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003352" y="1566615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2003352" y="1016436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006600" y="18415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22"/>
                </a:moveTo>
                <a:lnTo>
                  <a:pt x="0" y="22"/>
                </a:lnTo>
                <a:lnTo>
                  <a:pt x="10" y="0"/>
                </a:lnTo>
                <a:lnTo>
                  <a:pt x="21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006600" y="10160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0"/>
                </a:moveTo>
                <a:lnTo>
                  <a:pt x="0" y="0"/>
                </a:lnTo>
                <a:lnTo>
                  <a:pt x="10" y="22"/>
                </a:lnTo>
                <a:lnTo>
                  <a:pt x="2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006600" y="1016000"/>
            <a:ext cx="127000" cy="1104900"/>
          </a:xfrm>
          <a:custGeom>
            <a:avLst/>
            <a:gdLst/>
            <a:ahLst/>
            <a:cxnLst/>
            <a:rect l="l" t="t" r="r" b="b"/>
            <a:pathLst>
              <a:path w="10" h="87">
                <a:moveTo>
                  <a:pt x="0" y="87"/>
                </a:moveTo>
                <a:lnTo>
                  <a:pt x="10" y="65"/>
                </a:lnTo>
                <a:lnTo>
                  <a:pt x="0" y="43"/>
                </a:lnTo>
                <a:lnTo>
                  <a:pt x="10" y="22"/>
                </a:lnTo>
                <a:lnTo>
                  <a:pt x="0" y="0"/>
                </a:lnTo>
                <a:lnTo>
                  <a:pt x="0" y="8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400705" y="2226830"/>
            <a:ext cx="0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400705" y="2446902"/>
            <a:ext cx="13245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725212" y="2226830"/>
            <a:ext cx="0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3062958" y="2226830"/>
            <a:ext cx="662254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400705" y="2226830"/>
            <a:ext cx="662253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00705" y="2226830"/>
            <a:ext cx="662253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62958" y="2226830"/>
            <a:ext cx="662254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400300" y="2222500"/>
            <a:ext cx="330200" cy="228600"/>
          </a:xfrm>
          <a:custGeom>
            <a:avLst/>
            <a:gdLst/>
            <a:ahLst/>
            <a:cxnLst/>
            <a:rect l="l" t="t" r="r" b="b"/>
            <a:pathLst>
              <a:path w="26" h="18">
                <a:moveTo>
                  <a:pt x="0" y="0"/>
                </a:moveTo>
                <a:lnTo>
                  <a:pt x="0" y="18"/>
                </a:lnTo>
                <a:lnTo>
                  <a:pt x="26" y="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390900" y="2222500"/>
            <a:ext cx="330200" cy="228600"/>
          </a:xfrm>
          <a:custGeom>
            <a:avLst/>
            <a:gdLst/>
            <a:ahLst/>
            <a:cxnLst/>
            <a:rect l="l" t="t" r="r" b="b"/>
            <a:pathLst>
              <a:path w="26" h="18">
                <a:moveTo>
                  <a:pt x="26" y="0"/>
                </a:moveTo>
                <a:lnTo>
                  <a:pt x="26" y="18"/>
                </a:lnTo>
                <a:lnTo>
                  <a:pt x="0" y="9"/>
                </a:lnTo>
                <a:lnTo>
                  <a:pt x="26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400300" y="2336800"/>
            <a:ext cx="1320800" cy="114300"/>
          </a:xfrm>
          <a:custGeom>
            <a:avLst/>
            <a:gdLst/>
            <a:ahLst/>
            <a:cxnLst/>
            <a:rect l="l" t="t" r="r" b="b"/>
            <a:pathLst>
              <a:path w="104" h="9">
                <a:moveTo>
                  <a:pt x="0" y="9"/>
                </a:moveTo>
                <a:lnTo>
                  <a:pt x="26" y="0"/>
                </a:lnTo>
                <a:lnTo>
                  <a:pt x="52" y="9"/>
                </a:lnTo>
                <a:lnTo>
                  <a:pt x="78" y="0"/>
                </a:lnTo>
                <a:lnTo>
                  <a:pt x="104" y="9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400705" y="1841705"/>
            <a:ext cx="132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400705" y="1291525"/>
            <a:ext cx="132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731832" y="2105791"/>
            <a:ext cx="0" cy="110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394085" y="2105791"/>
            <a:ext cx="0" cy="110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937127" y="1140056"/>
            <a:ext cx="0" cy="964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930400" y="1130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3460311" y="2501920"/>
            <a:ext cx="11886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3568700" y="248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2003352" y="961418"/>
            <a:ext cx="11886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1082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3791438" y="2350450"/>
            <a:ext cx="0" cy="964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784600" y="2336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289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692400" y="1397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628900" y="1193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32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844800" y="1663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895600" y="1460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933700" y="130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3187700" y="1092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32004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9972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31496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3073400" y="1422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33274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30988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3619500" y="1587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4417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Grid-type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partition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93" y="70654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both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86271" y="2128815"/>
            <a:ext cx="3399124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10761" y="2128815"/>
            <a:ext cx="2074634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352367" y="2091842"/>
            <a:ext cx="343302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52367" y="991493"/>
            <a:ext cx="343302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12357" y="1063641"/>
            <a:ext cx="387303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12217" y="2476215"/>
            <a:ext cx="217317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55280" y="933009"/>
            <a:ext cx="3630116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SFSS0800"/>
              </a:rPr>
              <a:t>µ</a:t>
            </a:r>
            <a:r>
              <a:rPr sz="427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35223" y="2263362"/>
            <a:ext cx="2050172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SFSS0800"/>
              </a:rPr>
              <a:t>µ</a:t>
            </a:r>
            <a:r>
              <a:rPr sz="427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11660" y="1997767"/>
            <a:ext cx="3673735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B</a:t>
            </a:r>
            <a:r>
              <a:rPr sz="32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07746" y="1538926"/>
            <a:ext cx="3677649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B</a:t>
            </a:r>
            <a:r>
              <a:rPr sz="32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07481" y="1079888"/>
            <a:ext cx="3677915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B</a:t>
            </a:r>
            <a:r>
              <a:rPr sz="32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83342" y="2309917"/>
            <a:ext cx="3302053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A</a:t>
            </a:r>
            <a:r>
              <a:rPr sz="32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31741" y="2309917"/>
            <a:ext cx="2753654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A</a:t>
            </a:r>
            <a:r>
              <a:rPr sz="32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83787" y="2309719"/>
            <a:ext cx="220160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A</a:t>
            </a:r>
            <a:r>
              <a:rPr sz="32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901656" y="3150917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15459" y="3150693"/>
            <a:ext cx="1699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60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400705" y="2087804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725212" y="2087804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400705" y="1016436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725212" y="1016436"/>
            <a:ext cx="0" cy="2899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00705" y="2116794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400705" y="1016436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696219" y="2116794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3696219" y="1016436"/>
            <a:ext cx="28993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2003352" y="2116794"/>
            <a:ext cx="2649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003352" y="1016436"/>
            <a:ext cx="0" cy="11003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003352" y="1016436"/>
            <a:ext cx="264902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2003352" y="1016436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003352" y="1566615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003352" y="1566615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2003352" y="1016436"/>
            <a:ext cx="264902" cy="55017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2006600" y="18415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22"/>
                </a:moveTo>
                <a:lnTo>
                  <a:pt x="0" y="22"/>
                </a:lnTo>
                <a:lnTo>
                  <a:pt x="10" y="0"/>
                </a:lnTo>
                <a:lnTo>
                  <a:pt x="21" y="2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2006600" y="1016000"/>
            <a:ext cx="266700" cy="279400"/>
          </a:xfrm>
          <a:custGeom>
            <a:avLst/>
            <a:gdLst/>
            <a:ahLst/>
            <a:cxnLst/>
            <a:rect l="l" t="t" r="r" b="b"/>
            <a:pathLst>
              <a:path w="21" h="22">
                <a:moveTo>
                  <a:pt x="21" y="0"/>
                </a:moveTo>
                <a:lnTo>
                  <a:pt x="0" y="0"/>
                </a:lnTo>
                <a:lnTo>
                  <a:pt x="10" y="22"/>
                </a:lnTo>
                <a:lnTo>
                  <a:pt x="21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006600" y="1016000"/>
            <a:ext cx="127000" cy="1104900"/>
          </a:xfrm>
          <a:custGeom>
            <a:avLst/>
            <a:gdLst/>
            <a:ahLst/>
            <a:cxnLst/>
            <a:rect l="l" t="t" r="r" b="b"/>
            <a:pathLst>
              <a:path w="10" h="87">
                <a:moveTo>
                  <a:pt x="0" y="87"/>
                </a:moveTo>
                <a:lnTo>
                  <a:pt x="10" y="65"/>
                </a:lnTo>
                <a:lnTo>
                  <a:pt x="0" y="43"/>
                </a:lnTo>
                <a:lnTo>
                  <a:pt x="10" y="22"/>
                </a:lnTo>
                <a:lnTo>
                  <a:pt x="0" y="0"/>
                </a:lnTo>
                <a:lnTo>
                  <a:pt x="0" y="87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2400705" y="2226830"/>
            <a:ext cx="0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400705" y="2446902"/>
            <a:ext cx="132450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3725212" y="2226830"/>
            <a:ext cx="0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3062958" y="2226830"/>
            <a:ext cx="662254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2400705" y="2226830"/>
            <a:ext cx="662253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400705" y="2226830"/>
            <a:ext cx="662253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3062958" y="2226830"/>
            <a:ext cx="662254" cy="22007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2400300" y="2222500"/>
            <a:ext cx="330200" cy="228600"/>
          </a:xfrm>
          <a:custGeom>
            <a:avLst/>
            <a:gdLst/>
            <a:ahLst/>
            <a:cxnLst/>
            <a:rect l="l" t="t" r="r" b="b"/>
            <a:pathLst>
              <a:path w="26" h="18">
                <a:moveTo>
                  <a:pt x="0" y="0"/>
                </a:moveTo>
                <a:lnTo>
                  <a:pt x="0" y="18"/>
                </a:lnTo>
                <a:lnTo>
                  <a:pt x="26" y="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390900" y="2222500"/>
            <a:ext cx="330200" cy="228600"/>
          </a:xfrm>
          <a:custGeom>
            <a:avLst/>
            <a:gdLst/>
            <a:ahLst/>
            <a:cxnLst/>
            <a:rect l="l" t="t" r="r" b="b"/>
            <a:pathLst>
              <a:path w="26" h="18">
                <a:moveTo>
                  <a:pt x="26" y="0"/>
                </a:moveTo>
                <a:lnTo>
                  <a:pt x="26" y="18"/>
                </a:lnTo>
                <a:lnTo>
                  <a:pt x="0" y="9"/>
                </a:lnTo>
                <a:lnTo>
                  <a:pt x="26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400300" y="2336800"/>
            <a:ext cx="1320800" cy="114300"/>
          </a:xfrm>
          <a:custGeom>
            <a:avLst/>
            <a:gdLst/>
            <a:ahLst/>
            <a:cxnLst/>
            <a:rect l="l" t="t" r="r" b="b"/>
            <a:pathLst>
              <a:path w="104" h="9">
                <a:moveTo>
                  <a:pt x="0" y="9"/>
                </a:moveTo>
                <a:lnTo>
                  <a:pt x="26" y="0"/>
                </a:lnTo>
                <a:lnTo>
                  <a:pt x="52" y="9"/>
                </a:lnTo>
                <a:lnTo>
                  <a:pt x="78" y="0"/>
                </a:lnTo>
                <a:lnTo>
                  <a:pt x="104" y="9"/>
                </a:lnTo>
                <a:lnTo>
                  <a:pt x="0" y="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400705" y="1841705"/>
            <a:ext cx="132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400705" y="1291525"/>
            <a:ext cx="1324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2731832" y="2105791"/>
            <a:ext cx="0" cy="110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3394085" y="2105791"/>
            <a:ext cx="0" cy="11003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937127" y="1140056"/>
            <a:ext cx="0" cy="9645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1930400" y="11303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3460311" y="2501920"/>
            <a:ext cx="11886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3568700" y="2489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2003352" y="961418"/>
            <a:ext cx="11886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21082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3791438" y="2350450"/>
            <a:ext cx="0" cy="96452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3784600" y="23368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1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28900" y="1752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692400" y="1397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628900" y="1193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32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844800" y="1663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895600" y="14605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933700" y="13081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3187700" y="1092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3200400" y="204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997200" y="1739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3149600" y="1612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3073400" y="1422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3327400" y="1409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30988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3619500" y="1587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441700" y="12319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Grid-type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partition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59993" y="706541"/>
            <a:ext cx="542540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both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inputs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(x1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x2)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three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linguistic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values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86271" y="2128815"/>
            <a:ext cx="3399124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10761" y="2128815"/>
            <a:ext cx="2074634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352367" y="2091842"/>
            <a:ext cx="343302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52367" y="991493"/>
            <a:ext cx="343302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912357" y="1063641"/>
            <a:ext cx="387303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12217" y="2476215"/>
            <a:ext cx="217317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55280" y="933009"/>
            <a:ext cx="3630116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SFSS0800"/>
              </a:rPr>
              <a:t>µ</a:t>
            </a:r>
            <a:r>
              <a:rPr sz="427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735223" y="2263362"/>
            <a:ext cx="2050172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SFSS0800"/>
              </a:rPr>
              <a:t>µ</a:t>
            </a:r>
            <a:r>
              <a:rPr sz="427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11660" y="1997767"/>
            <a:ext cx="3673735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B</a:t>
            </a:r>
            <a:r>
              <a:rPr sz="32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07746" y="1538926"/>
            <a:ext cx="3677649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B</a:t>
            </a:r>
            <a:r>
              <a:rPr sz="32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107481" y="1079888"/>
            <a:ext cx="3677915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B</a:t>
            </a:r>
            <a:r>
              <a:rPr sz="32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83342" y="2309917"/>
            <a:ext cx="3302053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A</a:t>
            </a:r>
            <a:r>
              <a:rPr sz="320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31741" y="2309917"/>
            <a:ext cx="2753654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A</a:t>
            </a:r>
            <a:r>
              <a:rPr sz="320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583787" y="2309719"/>
            <a:ext cx="2201608" cy="842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7" b="0">
                <a:solidFill>
                  <a:srgbClr val="000000"/>
                </a:solidFill>
                <a:latin typeface="Josefin Sans"/>
              </a:rPr>
              <a:t>A</a:t>
            </a:r>
            <a:r>
              <a:rPr sz="320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9995" y="2672018"/>
            <a:ext cx="5425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can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only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IF-THEN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901656" y="3150917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15459" y="3150693"/>
            <a:ext cx="16993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60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48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14363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0648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363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0648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0648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481009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481009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3533" y="209868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3533" y="832834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533" y="832834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" y="17780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33400" y="838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0"/>
                </a:moveTo>
                <a:lnTo>
                  <a:pt x="0" y="0"/>
                </a:lnTo>
                <a:lnTo>
                  <a:pt x="12" y="24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33400" y="838200"/>
            <a:ext cx="152400" cy="1257300"/>
          </a:xfrm>
          <a:custGeom>
            <a:avLst/>
            <a:gdLst/>
            <a:ahLst/>
            <a:cxnLst/>
            <a:rect l="l" t="t" r="r" b="b"/>
            <a:pathLst>
              <a:path w="12" h="99">
                <a:moveTo>
                  <a:pt x="0" y="99"/>
                </a:moveTo>
                <a:lnTo>
                  <a:pt x="12" y="74"/>
                </a:lnTo>
                <a:lnTo>
                  <a:pt x="0" y="49"/>
                </a:lnTo>
                <a:lnTo>
                  <a:pt x="12" y="24"/>
                </a:lnTo>
                <a:lnTo>
                  <a:pt x="0" y="0"/>
                </a:lnTo>
                <a:lnTo>
                  <a:pt x="0" y="9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90648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648" y="2478444"/>
            <a:ext cx="152371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14363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90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133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90600" y="23495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90648" y="1782225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0648" y="114929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71577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3434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57347" y="975047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44500" y="965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209620" y="2541737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36800" y="2527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33533" y="769542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660400" y="76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90549" y="2367487"/>
            <a:ext cx="0" cy="1109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5781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257300" y="1676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0800" y="127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244600" y="104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384300" y="1955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498600" y="1574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562100" y="134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612900" y="1168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5000" y="91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17700" y="2019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76400" y="1663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54200" y="1511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7653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057400" y="129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790700" y="107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4003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184400" y="109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0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8000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4036" y="2112517"/>
            <a:ext cx="481135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97738" y="2112517"/>
            <a:ext cx="328765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040" y="2069975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5040" y="804140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8844" y="887139"/>
            <a:ext cx="53565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4366" y="2512167"/>
            <a:ext cx="340103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303" y="736852"/>
            <a:ext cx="50770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5872" y="2267299"/>
            <a:ext cx="325952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130" y="1961759"/>
            <a:ext cx="512726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628" y="1433908"/>
            <a:ext cx="51317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3322" y="905829"/>
            <a:ext cx="513207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5707" y="2320850"/>
            <a:ext cx="469968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16585" y="2320850"/>
            <a:ext cx="406881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51668" y="2320630"/>
            <a:ext cx="343372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84002" y="1341389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84002" y="1480569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901654" y="3150918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38534" y="3150694"/>
            <a:ext cx="14686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61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48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14363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0648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363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0648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0648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481009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481009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3533" y="209868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3533" y="832834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533" y="832834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" y="17780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33400" y="838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0"/>
                </a:moveTo>
                <a:lnTo>
                  <a:pt x="0" y="0"/>
                </a:lnTo>
                <a:lnTo>
                  <a:pt x="12" y="24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33400" y="838200"/>
            <a:ext cx="152400" cy="1257300"/>
          </a:xfrm>
          <a:custGeom>
            <a:avLst/>
            <a:gdLst/>
            <a:ahLst/>
            <a:cxnLst/>
            <a:rect l="l" t="t" r="r" b="b"/>
            <a:pathLst>
              <a:path w="12" h="99">
                <a:moveTo>
                  <a:pt x="0" y="99"/>
                </a:moveTo>
                <a:lnTo>
                  <a:pt x="12" y="74"/>
                </a:lnTo>
                <a:lnTo>
                  <a:pt x="0" y="49"/>
                </a:lnTo>
                <a:lnTo>
                  <a:pt x="12" y="24"/>
                </a:lnTo>
                <a:lnTo>
                  <a:pt x="0" y="0"/>
                </a:lnTo>
                <a:lnTo>
                  <a:pt x="0" y="9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90648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648" y="2478444"/>
            <a:ext cx="152371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14363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90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133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90600" y="23495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90648" y="1782225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0648" y="114929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71577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3434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57347" y="975047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44500" y="965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209620" y="2541737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36800" y="2527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33533" y="769542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660400" y="76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90549" y="2367487"/>
            <a:ext cx="0" cy="1109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5781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257300" y="1676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0800" y="127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244600" y="104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384300" y="1955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498600" y="1574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562100" y="134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612900" y="1168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5000" y="91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17700" y="2019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76400" y="1663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54200" y="1511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7653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057400" y="129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790700" y="107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4003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184400" y="109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-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99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4036" y="2112517"/>
            <a:ext cx="481135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97738" y="2112517"/>
            <a:ext cx="328765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040" y="2069975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5040" y="804140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8844" y="887139"/>
            <a:ext cx="53565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4366" y="2512167"/>
            <a:ext cx="340103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303" y="736852"/>
            <a:ext cx="50770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5872" y="2267299"/>
            <a:ext cx="325952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130" y="1961759"/>
            <a:ext cx="512726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628" y="1433908"/>
            <a:ext cx="51317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3322" y="905829"/>
            <a:ext cx="513207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5707" y="2320850"/>
            <a:ext cx="469968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16585" y="2320850"/>
            <a:ext cx="406881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51668" y="2320630"/>
            <a:ext cx="343372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84002" y="1341389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antecedent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84002" y="1480569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uses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operator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construct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84002" y="1705842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How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84002" y="1845021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subspace?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901648" y="3150918"/>
            <a:ext cx="8837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38527" y="3150694"/>
            <a:ext cx="1468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61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48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14363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0648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363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0648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0648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481009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481009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3533" y="209868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3533" y="832834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533" y="832834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" y="17780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33400" y="838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0"/>
                </a:moveTo>
                <a:lnTo>
                  <a:pt x="0" y="0"/>
                </a:lnTo>
                <a:lnTo>
                  <a:pt x="12" y="24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33400" y="838200"/>
            <a:ext cx="152400" cy="1257300"/>
          </a:xfrm>
          <a:custGeom>
            <a:avLst/>
            <a:gdLst/>
            <a:ahLst/>
            <a:cxnLst/>
            <a:rect l="l" t="t" r="r" b="b"/>
            <a:pathLst>
              <a:path w="12" h="99">
                <a:moveTo>
                  <a:pt x="0" y="99"/>
                </a:moveTo>
                <a:lnTo>
                  <a:pt x="12" y="74"/>
                </a:lnTo>
                <a:lnTo>
                  <a:pt x="0" y="49"/>
                </a:lnTo>
                <a:lnTo>
                  <a:pt x="12" y="24"/>
                </a:lnTo>
                <a:lnTo>
                  <a:pt x="0" y="0"/>
                </a:lnTo>
                <a:lnTo>
                  <a:pt x="0" y="9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90648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648" y="2478444"/>
            <a:ext cx="152371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14363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90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133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90600" y="23495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90648" y="1782225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0648" y="114929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71577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3434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57347" y="975047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44500" y="965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209620" y="2541737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36800" y="2527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33533" y="769542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660400" y="76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90549" y="2367487"/>
            <a:ext cx="0" cy="1109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5781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257300" y="1676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0800" y="127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244600" y="104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384300" y="1955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498600" y="1574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562100" y="134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612900" y="1168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5000" y="91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17700" y="2019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76400" y="1663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54200" y="1511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7653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057400" y="129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790700" y="107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4003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184400" y="109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-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99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4036" y="2112517"/>
            <a:ext cx="481135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97738" y="2112517"/>
            <a:ext cx="328765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040" y="2069975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5040" y="804140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8844" y="887139"/>
            <a:ext cx="53565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4366" y="2512167"/>
            <a:ext cx="340103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303" y="736852"/>
            <a:ext cx="50770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5872" y="2267299"/>
            <a:ext cx="325952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130" y="1961759"/>
            <a:ext cx="512726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628" y="1433908"/>
            <a:ext cx="51317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3322" y="905829"/>
            <a:ext cx="513207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5707" y="2320850"/>
            <a:ext cx="469968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16585" y="2320850"/>
            <a:ext cx="406881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51668" y="2320630"/>
            <a:ext cx="343372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84002" y="995314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84002" y="1134494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subspace,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calculate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84002" y="1274009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patterns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every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84002" y="1412852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subspace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901648" y="3150918"/>
            <a:ext cx="8837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623960" y="3150694"/>
            <a:ext cx="1614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48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14363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0648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363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0648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0648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481009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481009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3533" y="209868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3533" y="832834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533" y="832834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" y="17780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33400" y="838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0"/>
                </a:moveTo>
                <a:lnTo>
                  <a:pt x="0" y="0"/>
                </a:lnTo>
                <a:lnTo>
                  <a:pt x="12" y="24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33400" y="838200"/>
            <a:ext cx="152400" cy="1257300"/>
          </a:xfrm>
          <a:custGeom>
            <a:avLst/>
            <a:gdLst/>
            <a:ahLst/>
            <a:cxnLst/>
            <a:rect l="l" t="t" r="r" b="b"/>
            <a:pathLst>
              <a:path w="12" h="99">
                <a:moveTo>
                  <a:pt x="0" y="99"/>
                </a:moveTo>
                <a:lnTo>
                  <a:pt x="12" y="74"/>
                </a:lnTo>
                <a:lnTo>
                  <a:pt x="0" y="49"/>
                </a:lnTo>
                <a:lnTo>
                  <a:pt x="12" y="24"/>
                </a:lnTo>
                <a:lnTo>
                  <a:pt x="0" y="0"/>
                </a:lnTo>
                <a:lnTo>
                  <a:pt x="0" y="9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90648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648" y="2478444"/>
            <a:ext cx="152371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14363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90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133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90600" y="23495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90648" y="1782225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0648" y="114929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71577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3434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57347" y="975047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44500" y="965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209620" y="2541737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36800" y="2527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33533" y="769542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660400" y="76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90549" y="2367487"/>
            <a:ext cx="0" cy="1109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5781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257300" y="1676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0800" y="127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244600" y="104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384300" y="1955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498600" y="1574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562100" y="134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612900" y="1168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5000" y="91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17700" y="2019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76400" y="1663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54200" y="1511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7653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057400" y="129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790700" y="107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4003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184400" y="109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-8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9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4036" y="2112517"/>
            <a:ext cx="481135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97738" y="2112517"/>
            <a:ext cx="328765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040" y="2069975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5040" y="804140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8844" y="887139"/>
            <a:ext cx="53565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4366" y="2512167"/>
            <a:ext cx="340103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303" y="736852"/>
            <a:ext cx="50770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5872" y="2267299"/>
            <a:ext cx="325952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130" y="1961759"/>
            <a:ext cx="512726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628" y="1433908"/>
            <a:ext cx="51317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3322" y="905829"/>
            <a:ext cx="513207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5707" y="2320850"/>
            <a:ext cx="469968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16585" y="2320850"/>
            <a:ext cx="406881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51668" y="2320630"/>
            <a:ext cx="343372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84002" y="995314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84002" y="1134494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subspace,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calculate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84002" y="1274009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patterns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every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84002" y="1412852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subspace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83999" y="1627964"/>
            <a:ext cx="270139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a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</a:t>
            </a:r>
            <a:r>
              <a:rPr sz="523" b="0">
                <a:solidFill>
                  <a:srgbClr val="000000"/>
                </a:solidFill>
                <a:latin typeface="Josefin Sans"/>
              </a:rPr>
              <a:t>n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901645" y="3150918"/>
            <a:ext cx="8837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23957" y="3150694"/>
            <a:ext cx="1614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48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14363" y="206533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0648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363" y="832834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0648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0648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481009" y="209868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481009" y="832834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3533" y="209868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3533" y="832834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533" y="832834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3533" y="1465761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533533" y="832834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" y="17780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33400" y="838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24" h="24">
                <a:moveTo>
                  <a:pt x="24" y="0"/>
                </a:moveTo>
                <a:lnTo>
                  <a:pt x="0" y="0"/>
                </a:lnTo>
                <a:lnTo>
                  <a:pt x="12" y="24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33400" y="838200"/>
            <a:ext cx="152400" cy="1257300"/>
          </a:xfrm>
          <a:custGeom>
            <a:avLst/>
            <a:gdLst/>
            <a:ahLst/>
            <a:cxnLst/>
            <a:rect l="l" t="t" r="r" b="b"/>
            <a:pathLst>
              <a:path w="12" h="99">
                <a:moveTo>
                  <a:pt x="0" y="99"/>
                </a:moveTo>
                <a:lnTo>
                  <a:pt x="12" y="74"/>
                </a:lnTo>
                <a:lnTo>
                  <a:pt x="0" y="49"/>
                </a:lnTo>
                <a:lnTo>
                  <a:pt x="12" y="24"/>
                </a:lnTo>
                <a:lnTo>
                  <a:pt x="0" y="0"/>
                </a:lnTo>
                <a:lnTo>
                  <a:pt x="0" y="99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90648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648" y="2478444"/>
            <a:ext cx="152371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14363" y="2225274"/>
            <a:ext cx="0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90648" y="2225274"/>
            <a:ext cx="761858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52506" y="2225274"/>
            <a:ext cx="761857" cy="25317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90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133600" y="22225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90600" y="23495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90648" y="1782225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0648" y="114929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71577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3434" y="2086030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57347" y="975047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44500" y="965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209620" y="2541737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36800" y="2527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33533" y="769542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660400" y="76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90549" y="2367487"/>
            <a:ext cx="0" cy="11095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578100" y="234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257300" y="1676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0800" y="1270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244600" y="1041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384300" y="19558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498600" y="1574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562100" y="1346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612900" y="1168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5000" y="914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17700" y="2019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76400" y="1663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54200" y="15113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7653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057400" y="12954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790700" y="1079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4003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184400" y="10922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-8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95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4036" y="2112517"/>
            <a:ext cx="481135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97738" y="2112517"/>
            <a:ext cx="328765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040" y="2069975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5040" y="804140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8844" y="887139"/>
            <a:ext cx="53565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4366" y="2512167"/>
            <a:ext cx="340103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303" y="736852"/>
            <a:ext cx="50770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5872" y="2267299"/>
            <a:ext cx="325952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130" y="1961759"/>
            <a:ext cx="512726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628" y="1433908"/>
            <a:ext cx="51317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3322" y="905829"/>
            <a:ext cx="513207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5707" y="2320850"/>
            <a:ext cx="469968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16585" y="2320850"/>
            <a:ext cx="406881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51668" y="2320630"/>
            <a:ext cx="343372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84002" y="995314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determine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fuzzy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84002" y="1134494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subspace,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first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calculate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of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84002" y="1274009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each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patterns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every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84002" y="1412852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subspace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83999" y="1627964"/>
            <a:ext cx="2701396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of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a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</a:t>
            </a:r>
            <a:r>
              <a:rPr sz="523" b="0">
                <a:solidFill>
                  <a:srgbClr val="000000"/>
                </a:solidFill>
                <a:latin typeface="Josefin Sans"/>
              </a:rPr>
              <a:t>n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by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774814" y="1836250"/>
            <a:ext cx="2010581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β</a:t>
            </a:r>
            <a:r>
              <a:rPr sz="523" b="0">
                <a:solidFill>
                  <a:srgbClr val="000000"/>
                </a:solidFill>
                <a:latin typeface="Josefin Sans"/>
              </a:rPr>
              <a:t>C</a:t>
            </a:r>
            <a:r>
              <a:rPr sz="366" b="0">
                <a:solidFill>
                  <a:srgbClr val="000000"/>
                </a:solidFill>
                <a:latin typeface="Josefin Sans"/>
              </a:rPr>
              <a:t>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835152" y="1857681"/>
            <a:ext cx="1950243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3" b="0">
                <a:solidFill>
                  <a:srgbClr val="000000"/>
                </a:solidFill>
                <a:latin typeface="Josefin Sans"/>
              </a:rPr>
              <a:t>A</a:t>
            </a:r>
            <a:r>
              <a:rPr sz="366" b="0">
                <a:solidFill>
                  <a:srgbClr val="000000"/>
                </a:solidFill>
                <a:latin typeface="Josefin Sans"/>
              </a:rPr>
              <a:t>i</a:t>
            </a:r>
            <a:r>
              <a:rPr sz="523" b="0">
                <a:solidFill>
                  <a:srgbClr val="000000"/>
                </a:solidFill>
                <a:latin typeface="Josefin Sans"/>
              </a:rPr>
              <a:t>B</a:t>
            </a:r>
            <a:r>
              <a:rPr sz="366" b="0">
                <a:solidFill>
                  <a:srgbClr val="000000"/>
                </a:solidFill>
                <a:latin typeface="Josefin Sans"/>
              </a:rPr>
              <a:t>j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04493" y="1838435"/>
            <a:ext cx="1680902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Cambria Math"/>
              </a:rPr>
              <a:t>X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68056" y="1856369"/>
            <a:ext cx="1517339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µ</a:t>
            </a:r>
            <a:r>
              <a:rPr sz="523" b="0">
                <a:solidFill>
                  <a:srgbClr val="000000"/>
                </a:solidFill>
                <a:latin typeface="Josefin Sans"/>
              </a:rPr>
              <a:t>A</a:t>
            </a:r>
            <a:r>
              <a:rPr sz="366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</a:t>
            </a:r>
            <a:r>
              <a:rPr sz="797" b="0">
                <a:solidFill>
                  <a:srgbClr val="000000"/>
                </a:solidFill>
                <a:latin typeface="Cambria Math"/>
              </a:rPr>
              <a:t>×</a:t>
            </a:r>
            <a:r>
              <a:rPr sz="797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23" b="0">
                <a:solidFill>
                  <a:srgbClr val="000000"/>
                </a:solidFill>
                <a:latin typeface="Josefin Sans"/>
              </a:rPr>
              <a:t>B</a:t>
            </a:r>
            <a:r>
              <a:rPr sz="366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083997" y="2101293"/>
            <a:ext cx="2701398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for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all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in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the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to</a:t>
            </a:r>
            <a:r>
              <a:rPr sz="747" b="0">
                <a:solidFill>
                  <a:srgbClr val="000000"/>
                </a:solidFill>
                <a:latin typeface="Josefin Sans"/>
              </a:rPr>
              <a:t> </a:t>
            </a:r>
            <a:r>
              <a:rPr sz="747" b="0">
                <a:solidFill>
                  <a:srgbClr val="000000"/>
                </a:solidFill>
                <a:latin typeface="Josefin Sans"/>
              </a:rPr>
              <a:t>class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083997" y="2215174"/>
            <a:ext cx="2701398" cy="1470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7" b="0">
                <a:solidFill>
                  <a:srgbClr val="000000"/>
                </a:solidFill>
                <a:latin typeface="Josefin Sans"/>
              </a:rPr>
              <a:t>C</a:t>
            </a:r>
            <a:r>
              <a:rPr sz="523" b="0">
                <a:solidFill>
                  <a:srgbClr val="000000"/>
                </a:solidFill>
                <a:latin typeface="Josefin Sans"/>
              </a:rPr>
              <a:t>n</a:t>
            </a:r>
            <a:r>
              <a:rPr sz="747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901645" y="3150918"/>
            <a:ext cx="8837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23957" y="3150694"/>
            <a:ext cx="1614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62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06637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430353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06637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0353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6637" y="2300732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6637" y="103487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396998" y="2300732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96998" y="1034878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49523" y="2300732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523" y="1034878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49523" y="103487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44500" y="19812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44500" y="10287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0"/>
                </a:moveTo>
                <a:lnTo>
                  <a:pt x="0" y="0"/>
                </a:lnTo>
                <a:lnTo>
                  <a:pt x="12" y="25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44500" y="1028700"/>
            <a:ext cx="152400" cy="1270000"/>
          </a:xfrm>
          <a:custGeom>
            <a:avLst/>
            <a:gdLst/>
            <a:ahLst/>
            <a:cxnLst/>
            <a:rect l="l" t="t" r="r" b="b"/>
            <a:pathLst>
              <a:path w="12" h="100">
                <a:moveTo>
                  <a:pt x="0" y="100"/>
                </a:moveTo>
                <a:lnTo>
                  <a:pt x="12" y="75"/>
                </a:lnTo>
                <a:lnTo>
                  <a:pt x="0" y="50"/>
                </a:lnTo>
                <a:lnTo>
                  <a:pt x="12" y="25"/>
                </a:lnTo>
                <a:lnTo>
                  <a:pt x="0" y="0"/>
                </a:lnTo>
                <a:lnTo>
                  <a:pt x="0" y="10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06637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6637" y="2680488"/>
            <a:ext cx="1523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30353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044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01700" y="25527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06637" y="198426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06637" y="1351341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87566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49424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73337" y="1177091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556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125610" y="2743781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247900" y="273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449523" y="971585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571500" y="965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06538" y="2569530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489200" y="255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449523" y="1667805"/>
            <a:ext cx="198083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06637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30353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901700" y="1663700"/>
            <a:ext cx="1524000" cy="635000"/>
          </a:xfrm>
          <a:custGeom>
            <a:avLst/>
            <a:gdLst/>
            <a:ahLst/>
            <a:cxnLst/>
            <a:rect l="l" t="t" r="r" b="b"/>
            <a:pathLst>
              <a:path w="120" h="50">
                <a:moveTo>
                  <a:pt x="0" y="50"/>
                </a:moveTo>
                <a:lnTo>
                  <a:pt x="0" y="0"/>
                </a:lnTo>
                <a:lnTo>
                  <a:pt x="120" y="0"/>
                </a:lnTo>
                <a:lnTo>
                  <a:pt x="1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1684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244600" y="1473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168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295400" y="215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409700" y="1778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485900" y="1549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5240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8161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1828800" y="222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5875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765300" y="1714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6764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9812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018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311400" y="1689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1082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-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79999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3" y="7194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0033" y="2314560"/>
            <a:ext cx="489536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413728" y="2314560"/>
            <a:ext cx="33716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1029" y="2272019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1029" y="1006183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4841" y="1089183"/>
            <a:ext cx="544055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00363" y="2714203"/>
            <a:ext cx="348503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4292" y="938896"/>
            <a:ext cx="5161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41869" y="2469343"/>
            <a:ext cx="334352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4120" y="2163803"/>
            <a:ext cx="521127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9618" y="1635951"/>
            <a:ext cx="521577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9312" y="1107873"/>
            <a:ext cx="521608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696" y="2522893"/>
            <a:ext cx="478369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32582" y="2522893"/>
            <a:ext cx="415281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67657" y="2522673"/>
            <a:ext cx="351773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32002" y="1866092"/>
            <a:ext cx="45533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81194" y="2207873"/>
            <a:ext cx="39042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62731" y="2144281"/>
            <a:ext cx="442266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652292" y="1853434"/>
            <a:ext cx="4133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9171" y="1764532"/>
            <a:ext cx="431622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834794" y="1701238"/>
            <a:ext cx="39506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369744" y="1676218"/>
            <a:ext cx="34156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15994" y="1654558"/>
            <a:ext cx="2869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3,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4,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6,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915994" y="1793737"/>
            <a:ext cx="2869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7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901648" y="3150919"/>
            <a:ext cx="8837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22970" y="3150695"/>
            <a:ext cx="1624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63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06637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430353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06637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0353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6637" y="2300732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6637" y="103487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396998" y="2300732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96998" y="1034878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49523" y="2300732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523" y="1034878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49523" y="103487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44500" y="19812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44500" y="10287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0"/>
                </a:moveTo>
                <a:lnTo>
                  <a:pt x="0" y="0"/>
                </a:lnTo>
                <a:lnTo>
                  <a:pt x="12" y="25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44500" y="1028700"/>
            <a:ext cx="152400" cy="1270000"/>
          </a:xfrm>
          <a:custGeom>
            <a:avLst/>
            <a:gdLst/>
            <a:ahLst/>
            <a:cxnLst/>
            <a:rect l="l" t="t" r="r" b="b"/>
            <a:pathLst>
              <a:path w="12" h="100">
                <a:moveTo>
                  <a:pt x="0" y="100"/>
                </a:moveTo>
                <a:lnTo>
                  <a:pt x="12" y="75"/>
                </a:lnTo>
                <a:lnTo>
                  <a:pt x="0" y="50"/>
                </a:lnTo>
                <a:lnTo>
                  <a:pt x="12" y="25"/>
                </a:lnTo>
                <a:lnTo>
                  <a:pt x="0" y="0"/>
                </a:lnTo>
                <a:lnTo>
                  <a:pt x="0" y="10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06637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6637" y="2680488"/>
            <a:ext cx="1523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30353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044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01700" y="25527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06637" y="198426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06637" y="1351341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87566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49424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73337" y="1177091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556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125610" y="2743781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247900" y="273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449523" y="971585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571500" y="965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06538" y="2569530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489200" y="255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449523" y="1667805"/>
            <a:ext cx="198083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06637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30353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901700" y="1663700"/>
            <a:ext cx="1524000" cy="635000"/>
          </a:xfrm>
          <a:custGeom>
            <a:avLst/>
            <a:gdLst/>
            <a:ahLst/>
            <a:cxnLst/>
            <a:rect l="l" t="t" r="r" b="b"/>
            <a:pathLst>
              <a:path w="120" h="50">
                <a:moveTo>
                  <a:pt x="0" y="50"/>
                </a:moveTo>
                <a:lnTo>
                  <a:pt x="0" y="0"/>
                </a:lnTo>
                <a:lnTo>
                  <a:pt x="120" y="0"/>
                </a:lnTo>
                <a:lnTo>
                  <a:pt x="1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1684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244600" y="1473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168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295400" y="215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409700" y="1778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485900" y="1549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5240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8161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1828800" y="222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5875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765300" y="1714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6764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9812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018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311400" y="1689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1082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-5" y="3146743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79999" y="3146743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3" y="7194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0033" y="2314560"/>
            <a:ext cx="489536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413728" y="2314560"/>
            <a:ext cx="33716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1029" y="2272019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1029" y="1006183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4841" y="1089183"/>
            <a:ext cx="544055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00363" y="2714203"/>
            <a:ext cx="348503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4292" y="938896"/>
            <a:ext cx="5161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41869" y="2469343"/>
            <a:ext cx="334352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4120" y="2163803"/>
            <a:ext cx="521127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9618" y="1635951"/>
            <a:ext cx="521577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9312" y="1107873"/>
            <a:ext cx="521608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696" y="2522893"/>
            <a:ext cx="478369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32582" y="2522893"/>
            <a:ext cx="415281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67657" y="2522673"/>
            <a:ext cx="351773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32002" y="1866092"/>
            <a:ext cx="45533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81194" y="2207873"/>
            <a:ext cx="39042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62731" y="2144281"/>
            <a:ext cx="442266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652292" y="1853434"/>
            <a:ext cx="4133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9171" y="1764532"/>
            <a:ext cx="431622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834794" y="1701238"/>
            <a:ext cx="39506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369744" y="1676218"/>
            <a:ext cx="34156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15994" y="1654558"/>
            <a:ext cx="2869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3,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5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4,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6,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915994" y="1793737"/>
            <a:ext cx="2869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7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915991" y="1932917"/>
            <a:ext cx="286940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denote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points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p</a:t>
            </a:r>
            <a:r>
              <a:rPr sz="597" b="0">
                <a:solidFill>
                  <a:srgbClr val="000000"/>
                </a:solidFill>
                <a:latin typeface="Cambria Math"/>
              </a:rPr>
              <a:t>7</a:t>
            </a:r>
            <a:r>
              <a:rPr sz="896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01648" y="3150919"/>
            <a:ext cx="8837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22970" y="3150695"/>
            <a:ext cx="16242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63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06637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430353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06637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0353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6637" y="2300732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6637" y="103487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396998" y="2300732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96998" y="1034878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49523" y="2300732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523" y="1034878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49523" y="103487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44500" y="19812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44500" y="10287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0"/>
                </a:moveTo>
                <a:lnTo>
                  <a:pt x="0" y="0"/>
                </a:lnTo>
                <a:lnTo>
                  <a:pt x="12" y="25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44500" y="1028700"/>
            <a:ext cx="152400" cy="1270000"/>
          </a:xfrm>
          <a:custGeom>
            <a:avLst/>
            <a:gdLst/>
            <a:ahLst/>
            <a:cxnLst/>
            <a:rect l="l" t="t" r="r" b="b"/>
            <a:pathLst>
              <a:path w="12" h="100">
                <a:moveTo>
                  <a:pt x="0" y="100"/>
                </a:moveTo>
                <a:lnTo>
                  <a:pt x="12" y="75"/>
                </a:lnTo>
                <a:lnTo>
                  <a:pt x="0" y="50"/>
                </a:lnTo>
                <a:lnTo>
                  <a:pt x="12" y="25"/>
                </a:lnTo>
                <a:lnTo>
                  <a:pt x="0" y="0"/>
                </a:lnTo>
                <a:lnTo>
                  <a:pt x="0" y="10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06637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6637" y="2680488"/>
            <a:ext cx="1523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30353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044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01700" y="25527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06637" y="198426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06637" y="1351341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87566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49424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73337" y="1177091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556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125610" y="2743781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247900" y="273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449523" y="971585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571500" y="965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06538" y="2569530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489200" y="255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449523" y="1667805"/>
            <a:ext cx="198083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06637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30353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901700" y="1663700"/>
            <a:ext cx="1524000" cy="635000"/>
          </a:xfrm>
          <a:custGeom>
            <a:avLst/>
            <a:gdLst/>
            <a:ahLst/>
            <a:cxnLst/>
            <a:rect l="l" t="t" r="r" b="b"/>
            <a:pathLst>
              <a:path w="120" h="50">
                <a:moveTo>
                  <a:pt x="0" y="50"/>
                </a:moveTo>
                <a:lnTo>
                  <a:pt x="0" y="0"/>
                </a:lnTo>
                <a:lnTo>
                  <a:pt x="120" y="0"/>
                </a:lnTo>
                <a:lnTo>
                  <a:pt x="1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1684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244600" y="1473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168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295400" y="215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409700" y="1778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485900" y="1549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5240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8161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1828800" y="222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5875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765300" y="1714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6764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9812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018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311400" y="1689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1082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3" y="7194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0033" y="2314560"/>
            <a:ext cx="489536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413728" y="2314560"/>
            <a:ext cx="33716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1029" y="2272019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1029" y="1006183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4841" y="1089183"/>
            <a:ext cx="544055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00363" y="2714203"/>
            <a:ext cx="348503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4292" y="938896"/>
            <a:ext cx="5161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41869" y="2469343"/>
            <a:ext cx="334352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4120" y="2163803"/>
            <a:ext cx="521127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9618" y="1635951"/>
            <a:ext cx="521577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9312" y="1107873"/>
            <a:ext cx="521608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696" y="2522893"/>
            <a:ext cx="478369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32582" y="2522893"/>
            <a:ext cx="415281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67657" y="2522673"/>
            <a:ext cx="351773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32002" y="1866092"/>
            <a:ext cx="45533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81194" y="2207873"/>
            <a:ext cx="39042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62731" y="2144281"/>
            <a:ext cx="442266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652292" y="1853434"/>
            <a:ext cx="4133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9171" y="1764532"/>
            <a:ext cx="431622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834794" y="1701238"/>
            <a:ext cx="39506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369744" y="1676218"/>
            <a:ext cx="34156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15994" y="1238873"/>
            <a:ext cx="2869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252721" y="1459319"/>
            <a:ext cx="253267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β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318673" y="1484149"/>
            <a:ext cx="246672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70094" y="1661289"/>
            <a:ext cx="21153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20552" y="1851077"/>
            <a:ext cx="226484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41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38 + 0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54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70094" y="2028217"/>
            <a:ext cx="21153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+ 0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65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21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520551" y="2219482"/>
            <a:ext cx="2264844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01651" y="3150917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23126" y="3150693"/>
            <a:ext cx="16226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64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06637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430353" y="2267381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06637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30353" y="1034878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6637" y="2300732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06637" y="1034878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396998" y="2300732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396998" y="1034878"/>
            <a:ext cx="3335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449523" y="2300732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49523" y="1034878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49523" y="1034878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49523" y="1667805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449523" y="1034878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444500" y="19812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444500" y="10287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0"/>
                </a:moveTo>
                <a:lnTo>
                  <a:pt x="0" y="0"/>
                </a:lnTo>
                <a:lnTo>
                  <a:pt x="12" y="25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444500" y="1028700"/>
            <a:ext cx="152400" cy="1270000"/>
          </a:xfrm>
          <a:custGeom>
            <a:avLst/>
            <a:gdLst/>
            <a:ahLst/>
            <a:cxnLst/>
            <a:rect l="l" t="t" r="r" b="b"/>
            <a:pathLst>
              <a:path w="12" h="100">
                <a:moveTo>
                  <a:pt x="0" y="100"/>
                </a:moveTo>
                <a:lnTo>
                  <a:pt x="12" y="75"/>
                </a:lnTo>
                <a:lnTo>
                  <a:pt x="0" y="50"/>
                </a:lnTo>
                <a:lnTo>
                  <a:pt x="12" y="25"/>
                </a:lnTo>
                <a:lnTo>
                  <a:pt x="0" y="0"/>
                </a:lnTo>
                <a:lnTo>
                  <a:pt x="0" y="10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06637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6637" y="2680488"/>
            <a:ext cx="1523716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430353" y="2427317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06637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668495" y="2427317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01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044700" y="24257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01700" y="25527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06637" y="1984268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06637" y="1351341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287566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049424" y="2288073"/>
            <a:ext cx="0" cy="12659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373337" y="1177091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3556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125610" y="2743781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247900" y="2730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449523" y="971585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571500" y="9652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06538" y="2569530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489200" y="2552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449523" y="1667805"/>
            <a:ext cx="1980830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906637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2430353" y="1034878"/>
            <a:ext cx="0" cy="164561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901700" y="1663700"/>
            <a:ext cx="1524000" cy="635000"/>
          </a:xfrm>
          <a:custGeom>
            <a:avLst/>
            <a:gdLst/>
            <a:ahLst/>
            <a:cxnLst/>
            <a:rect l="l" t="t" r="r" b="b"/>
            <a:pathLst>
              <a:path w="120" h="50">
                <a:moveTo>
                  <a:pt x="0" y="50"/>
                </a:moveTo>
                <a:lnTo>
                  <a:pt x="0" y="0"/>
                </a:lnTo>
                <a:lnTo>
                  <a:pt x="120" y="0"/>
                </a:lnTo>
                <a:lnTo>
                  <a:pt x="1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168400" y="18796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244600" y="14732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168400" y="1244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295400" y="2159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409700" y="17780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485900" y="15494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524000" y="1371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8161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1828800" y="222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587500" y="18669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765300" y="1714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676400" y="14986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1981200" y="1498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1701800" y="1282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311400" y="1689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108200" y="12954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59993" y="719433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example,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0033" y="2314560"/>
            <a:ext cx="489536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413728" y="2314560"/>
            <a:ext cx="33716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1029" y="2272019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51029" y="1006183"/>
            <a:ext cx="493436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4841" y="1089183"/>
            <a:ext cx="544055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00363" y="2714203"/>
            <a:ext cx="3485032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4292" y="938896"/>
            <a:ext cx="5161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41869" y="2469343"/>
            <a:ext cx="3343526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4120" y="2163803"/>
            <a:ext cx="521127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9618" y="1635951"/>
            <a:ext cx="521577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9312" y="1107873"/>
            <a:ext cx="521608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1696" y="2522893"/>
            <a:ext cx="478369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632582" y="2522893"/>
            <a:ext cx="415281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267657" y="2522673"/>
            <a:ext cx="351773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32002" y="1866092"/>
            <a:ext cx="45533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81194" y="2207873"/>
            <a:ext cx="39042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62731" y="2144281"/>
            <a:ext cx="442266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652292" y="1853434"/>
            <a:ext cx="413310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69171" y="1764532"/>
            <a:ext cx="4316224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834794" y="1701238"/>
            <a:ext cx="395060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369744" y="1676218"/>
            <a:ext cx="34156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15994" y="1238873"/>
            <a:ext cx="286940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in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1195" y="1459319"/>
            <a:ext cx="2604200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β</a:t>
            </a:r>
            <a:r>
              <a:rPr sz="597" b="0">
                <a:solidFill>
                  <a:srgbClr val="000000"/>
                </a:solidFill>
                <a:latin typeface="Josefin Sans"/>
              </a:rPr>
              <a:t>C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47159" y="1484149"/>
            <a:ext cx="253823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=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598580" y="1661289"/>
            <a:ext cx="218681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6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+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A</a:t>
            </a:r>
            <a:r>
              <a:rPr sz="498" b="0">
                <a:solidFill>
                  <a:srgbClr val="000000"/>
                </a:solidFill>
                <a:latin typeface="Josefin Sans"/>
              </a:rPr>
              <a:t>2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7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</a:t>
            </a:r>
            <a:r>
              <a:rPr sz="896" b="0">
                <a:solidFill>
                  <a:srgbClr val="000000"/>
                </a:solidFill>
                <a:latin typeface="Cambria Math"/>
              </a:rPr>
              <a:t>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µ</a:t>
            </a:r>
            <a:r>
              <a:rPr sz="597" b="0">
                <a:solidFill>
                  <a:srgbClr val="000000"/>
                </a:solidFill>
                <a:latin typeface="Josefin Sans"/>
              </a:rPr>
              <a:t>B</a:t>
            </a:r>
            <a:r>
              <a:rPr sz="498" b="0">
                <a:solidFill>
                  <a:srgbClr val="000000"/>
                </a:solidFill>
                <a:latin typeface="Josefin Sans"/>
              </a:rPr>
              <a:t>1</a:t>
            </a:r>
            <a:r>
              <a:rPr sz="597" b="0">
                <a:solidFill>
                  <a:srgbClr val="000000"/>
                </a:solidFill>
                <a:latin typeface="Cambria Math"/>
              </a:rPr>
              <a:t>p</a:t>
            </a:r>
            <a:r>
              <a:rPr sz="498" b="0">
                <a:solidFill>
                  <a:srgbClr val="000000"/>
                </a:solidFill>
                <a:latin typeface="Cambria Math"/>
              </a:rPr>
              <a:t>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449024" y="1851077"/>
            <a:ext cx="2336371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75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89 + 0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92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598578" y="2028217"/>
            <a:ext cx="2186817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+ 0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87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12 + 0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11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×</a:t>
            </a:r>
            <a:r>
              <a:rPr sz="896" b="0">
                <a:solidFill>
                  <a:srgbClr val="000000"/>
                </a:solidFill>
                <a:latin typeface="Cambria Math"/>
              </a:rPr>
              <a:t> 0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49023" y="2219482"/>
            <a:ext cx="2336372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Cambria Math"/>
              </a:rPr>
              <a:t>= 1</a:t>
            </a:r>
            <a:r>
              <a:rPr sz="896" b="0">
                <a:solidFill>
                  <a:srgbClr val="000000"/>
                </a:solidFill>
                <a:latin typeface="Cambria Math"/>
              </a:rPr>
              <a:t>.</a:t>
            </a:r>
            <a:r>
              <a:rPr sz="896" b="0">
                <a:solidFill>
                  <a:srgbClr val="000000"/>
                </a:solidFill>
                <a:latin typeface="Cambria Math"/>
              </a:rPr>
              <a:t>09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901651" y="3150917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622440" y="3150693"/>
            <a:ext cx="16295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65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078595" y="-23700406"/>
            <a:ext cx="69455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9286755" y="-23700406"/>
            <a:ext cx="76229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962221" y="-22681739"/>
            <a:ext cx="66193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330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7051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strongest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2289" y="3150693"/>
            <a:ext cx="163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78266" y="1699920"/>
            <a:ext cx="69455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886427" y="1699920"/>
            <a:ext cx="762293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7962221" y="-22681741"/>
            <a:ext cx="661938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330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7051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strongest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0156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6098" y="1593373"/>
            <a:ext cx="4689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4116" y="1626275"/>
            <a:ext cx="44912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78278" y="1462144"/>
            <a:ext cx="41071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6638" y="1493250"/>
            <a:ext cx="4028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05075" y="1709662"/>
            <a:ext cx="40803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51316" y="1711445"/>
            <a:ext cx="3934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61780" y="1821973"/>
            <a:ext cx="36236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42195" y="1623953"/>
            <a:ext cx="28432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3918" y="1626275"/>
            <a:ext cx="23614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51603" y="1308241"/>
            <a:ext cx="17337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86440" y="1566568"/>
            <a:ext cx="1898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̸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6109" y="1377791"/>
            <a:ext cx="13992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64480" y="1488319"/>
            <a:ext cx="13209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85068" y="1719513"/>
            <a:ext cx="1700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01653" y="3150916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2289" y="3150692"/>
            <a:ext cx="163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78266" y="1699920"/>
            <a:ext cx="69455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886427" y="1699920"/>
            <a:ext cx="762293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561894" y="2718586"/>
            <a:ext cx="661936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53308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From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class,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determined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by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3" y="70515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strongest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i.e.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highest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015635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calculated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6098" y="1593373"/>
            <a:ext cx="468929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94116" y="1626275"/>
            <a:ext cx="44912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78278" y="1462144"/>
            <a:ext cx="410711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6638" y="1493250"/>
            <a:ext cx="40287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05075" y="1709662"/>
            <a:ext cx="408032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51316" y="1711445"/>
            <a:ext cx="393407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61780" y="1821973"/>
            <a:ext cx="36236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42195" y="1623953"/>
            <a:ext cx="284320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3918" y="1626275"/>
            <a:ext cx="236147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51603" y="1308241"/>
            <a:ext cx="173379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86440" y="1566568"/>
            <a:ext cx="189895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=1</a:t>
            </a:r>
            <a:r>
              <a:rPr sz="797" b="0">
                <a:solidFill>
                  <a:srgbClr val="000000"/>
                </a:solidFill>
                <a:latin typeface="Cambria Math"/>
              </a:rPr>
              <a:t>,n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̸</a:t>
            </a:r>
            <a:r>
              <a:rPr sz="797" b="0">
                <a:solidFill>
                  <a:srgbClr val="000000"/>
                </a:solidFill>
                <a:latin typeface="Cambria Math"/>
              </a:rPr>
              <a:t>=</a:t>
            </a:r>
            <a:r>
              <a:rPr sz="797" b="0">
                <a:solidFill>
                  <a:srgbClr val="000000"/>
                </a:solidFill>
                <a:latin typeface="Cambria Math"/>
              </a:rPr>
              <a:t>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6109" y="1377791"/>
            <a:ext cx="139928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β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64480" y="1488319"/>
            <a:ext cx="1320915" cy="15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i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j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85068" y="1719513"/>
            <a:ext cx="170032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9993" y="228152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797" b="0">
                <a:solidFill>
                  <a:srgbClr val="000000"/>
                </a:solidFill>
                <a:latin typeface="Josefin Sans"/>
              </a:rPr>
              <a:t>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</a:t>
            </a:r>
            <a:r>
              <a:rPr sz="7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51405" y="2610186"/>
            <a:ext cx="383399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CF</a:t>
            </a:r>
            <a:r>
              <a:rPr sz="797" b="0">
                <a:solidFill>
                  <a:srgbClr val="000000"/>
                </a:solidFill>
                <a:latin typeface="Josefin Sans"/>
              </a:rPr>
              <a:t> </a:t>
            </a:r>
            <a:r>
              <a:rPr sz="797" b="0">
                <a:solidFill>
                  <a:srgbClr val="000000"/>
                </a:solidFill>
                <a:latin typeface="Josefin Sans"/>
              </a:rPr>
              <a:t>C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9423" y="2549420"/>
            <a:ext cx="363597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97" b="0">
                <a:solidFill>
                  <a:srgbClr val="000000"/>
                </a:solidFill>
                <a:latin typeface="Josefin Sans"/>
              </a:rPr>
              <a:t>A</a:t>
            </a:r>
            <a:r>
              <a:rPr sz="597" b="0">
                <a:solidFill>
                  <a:srgbClr val="000000"/>
                </a:solidFill>
                <a:latin typeface="Josefin Sans"/>
              </a:rPr>
              <a:t>2</a:t>
            </a:r>
            <a:r>
              <a:rPr sz="797" b="0">
                <a:solidFill>
                  <a:srgbClr val="000000"/>
                </a:solidFill>
                <a:latin typeface="Josefin Sans"/>
              </a:rPr>
              <a:t>B</a:t>
            </a:r>
            <a:r>
              <a:rPr sz="597" b="0">
                <a:solidFill>
                  <a:srgbClr val="000000"/>
                </a:solidFill>
                <a:latin typeface="Josefin Sans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09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1894" y="2644941"/>
            <a:ext cx="32235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1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09 + 0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73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.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1978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2289" y="3150693"/>
            <a:ext cx="16310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66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What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certainty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factor?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671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392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words,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3113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7" y="3150918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6320" y="3150694"/>
            <a:ext cx="1590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What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certainty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factor?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671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392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words,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3113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5" y="162182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5" y="179390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7" y="3150918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6320" y="3150694"/>
            <a:ext cx="1590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8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What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is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a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certainty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factor?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9671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input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113927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should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under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words,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how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3" y="1311342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corresponding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5" y="1621820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same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5" y="179390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maximum.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9996" y="2104383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If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belongs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different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9996" y="2276455"/>
            <a:ext cx="542539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classes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have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similar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strengths,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certainty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factor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minimum.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7" y="3150919"/>
            <a:ext cx="8837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6320" y="3150695"/>
            <a:ext cx="15907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67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48" y="2176180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14363" y="2176180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0648" y="943676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363" y="943676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0648" y="2209530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0648" y="943676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481009" y="2209530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481009" y="943676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3533" y="2209530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3533" y="943676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533" y="943676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33533" y="943676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533" y="1576603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3533" y="1576603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533533" y="943676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" y="18923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33400" y="9398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0"/>
                </a:moveTo>
                <a:lnTo>
                  <a:pt x="0" y="0"/>
                </a:lnTo>
                <a:lnTo>
                  <a:pt x="12" y="25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33400" y="939800"/>
            <a:ext cx="152400" cy="1270000"/>
          </a:xfrm>
          <a:custGeom>
            <a:avLst/>
            <a:gdLst/>
            <a:ahLst/>
            <a:cxnLst/>
            <a:rect l="l" t="t" r="r" b="b"/>
            <a:pathLst>
              <a:path w="12" h="100">
                <a:moveTo>
                  <a:pt x="0" y="100"/>
                </a:moveTo>
                <a:lnTo>
                  <a:pt x="12" y="75"/>
                </a:lnTo>
                <a:lnTo>
                  <a:pt x="0" y="50"/>
                </a:lnTo>
                <a:lnTo>
                  <a:pt x="12" y="25"/>
                </a:lnTo>
                <a:lnTo>
                  <a:pt x="0" y="0"/>
                </a:lnTo>
                <a:lnTo>
                  <a:pt x="0" y="10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90648" y="2336115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648" y="2589286"/>
            <a:ext cx="152371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14363" y="2336115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752506" y="2336115"/>
            <a:ext cx="761857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90648" y="2336115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90648" y="2336115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52506" y="2336115"/>
            <a:ext cx="761857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90600" y="23368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133600" y="23368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90600" y="24638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90648" y="1893067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0648" y="1260140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71577" y="2196872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3434" y="2196872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57347" y="1085889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44500" y="1066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209620" y="2652579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36800" y="2641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33533" y="880383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660400" y="86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90549" y="2478328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578100" y="2463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257300" y="1790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08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244600" y="115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3843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4986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5621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612900" y="1270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5000" y="1028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17700" y="213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76400" y="1778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54200" y="1625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765300" y="1409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0574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7907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400300" y="1600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1844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-5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99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4036" y="2223359"/>
            <a:ext cx="481135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97738" y="2223359"/>
            <a:ext cx="328765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040" y="2180818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5040" y="914974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8844" y="997973"/>
            <a:ext cx="53565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4366" y="2623001"/>
            <a:ext cx="340103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303" y="847694"/>
            <a:ext cx="50770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5872" y="2378133"/>
            <a:ext cx="325952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130" y="2072601"/>
            <a:ext cx="512726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628" y="1544742"/>
            <a:ext cx="51317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3322" y="1016664"/>
            <a:ext cx="513207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5707" y="2431691"/>
            <a:ext cx="469968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16585" y="2431691"/>
            <a:ext cx="406881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51668" y="2431464"/>
            <a:ext cx="343372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84002" y="1160123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necessarily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84002" y="1299302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distributed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evenly,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84002" y="1438481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mixed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certainty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84002" y="1577661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factor),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84002" y="1716840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901648" y="3150920"/>
            <a:ext cx="8837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23427" y="3150696"/>
            <a:ext cx="1619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68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990648" y="2176180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514363" y="2176180"/>
            <a:ext cx="0" cy="3335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90648" y="943676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514363" y="943676"/>
            <a:ext cx="0" cy="3335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90648" y="2209530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0648" y="943676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481009" y="2209530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481009" y="943676"/>
            <a:ext cx="3335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33533" y="2209530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33533" y="943676"/>
            <a:ext cx="0" cy="1265854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33533" y="943676"/>
            <a:ext cx="304743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33533" y="943676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33533" y="1576603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533533" y="1576603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 flipV="1">
            <a:off x="533533" y="943676"/>
            <a:ext cx="304743" cy="632927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Freeform 50"/>
          <p:cNvSpPr/>
          <p:nvPr/>
        </p:nvSpPr>
        <p:spPr>
          <a:xfrm>
            <a:off x="533400" y="18923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25"/>
                </a:moveTo>
                <a:lnTo>
                  <a:pt x="0" y="25"/>
                </a:lnTo>
                <a:lnTo>
                  <a:pt x="12" y="0"/>
                </a:lnTo>
                <a:lnTo>
                  <a:pt x="24" y="25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33400" y="939800"/>
            <a:ext cx="304800" cy="317500"/>
          </a:xfrm>
          <a:custGeom>
            <a:avLst/>
            <a:gdLst/>
            <a:ahLst/>
            <a:cxnLst/>
            <a:rect l="l" t="t" r="r" b="b"/>
            <a:pathLst>
              <a:path w="24" h="25">
                <a:moveTo>
                  <a:pt x="24" y="0"/>
                </a:moveTo>
                <a:lnTo>
                  <a:pt x="0" y="0"/>
                </a:lnTo>
                <a:lnTo>
                  <a:pt x="12" y="25"/>
                </a:lnTo>
                <a:lnTo>
                  <a:pt x="2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33400" y="939800"/>
            <a:ext cx="152400" cy="1270000"/>
          </a:xfrm>
          <a:custGeom>
            <a:avLst/>
            <a:gdLst/>
            <a:ahLst/>
            <a:cxnLst/>
            <a:rect l="l" t="t" r="r" b="b"/>
            <a:pathLst>
              <a:path w="12" h="100">
                <a:moveTo>
                  <a:pt x="0" y="100"/>
                </a:moveTo>
                <a:lnTo>
                  <a:pt x="12" y="75"/>
                </a:lnTo>
                <a:lnTo>
                  <a:pt x="0" y="50"/>
                </a:lnTo>
                <a:lnTo>
                  <a:pt x="12" y="25"/>
                </a:lnTo>
                <a:lnTo>
                  <a:pt x="0" y="0"/>
                </a:lnTo>
                <a:lnTo>
                  <a:pt x="0" y="10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990648" y="2336115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648" y="2589286"/>
            <a:ext cx="152371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514363" y="2336115"/>
            <a:ext cx="0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752506" y="2336115"/>
            <a:ext cx="761857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990648" y="2336115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990648" y="2336115"/>
            <a:ext cx="761858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52506" y="2336115"/>
            <a:ext cx="761857" cy="25317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990600" y="23368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0" y="0"/>
                </a:moveTo>
                <a:lnTo>
                  <a:pt x="0" y="20"/>
                </a:lnTo>
                <a:lnTo>
                  <a:pt x="30" y="1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133600" y="2336800"/>
            <a:ext cx="381000" cy="254000"/>
          </a:xfrm>
          <a:custGeom>
            <a:avLst/>
            <a:gdLst/>
            <a:ahLst/>
            <a:cxnLst/>
            <a:rect l="l" t="t" r="r" b="b"/>
            <a:pathLst>
              <a:path w="30" h="20">
                <a:moveTo>
                  <a:pt x="30" y="0"/>
                </a:moveTo>
                <a:lnTo>
                  <a:pt x="30" y="20"/>
                </a:lnTo>
                <a:lnTo>
                  <a:pt x="0" y="10"/>
                </a:lnTo>
                <a:lnTo>
                  <a:pt x="30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990600" y="2463800"/>
            <a:ext cx="1524000" cy="127000"/>
          </a:xfrm>
          <a:custGeom>
            <a:avLst/>
            <a:gdLst/>
            <a:ahLst/>
            <a:cxnLst/>
            <a:rect l="l" t="t" r="r" b="b"/>
            <a:pathLst>
              <a:path w="120" h="10">
                <a:moveTo>
                  <a:pt x="0" y="10"/>
                </a:moveTo>
                <a:lnTo>
                  <a:pt x="30" y="0"/>
                </a:lnTo>
                <a:lnTo>
                  <a:pt x="60" y="10"/>
                </a:lnTo>
                <a:lnTo>
                  <a:pt x="90" y="0"/>
                </a:lnTo>
                <a:lnTo>
                  <a:pt x="120" y="10"/>
                </a:lnTo>
                <a:lnTo>
                  <a:pt x="0" y="1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90648" y="1893067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90648" y="1260140"/>
            <a:ext cx="15237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371577" y="2196872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2133434" y="2196872"/>
            <a:ext cx="0" cy="126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57347" y="1085889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44500" y="1066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2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2209620" y="2652579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2336800" y="2641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533533" y="880383"/>
            <a:ext cx="13674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Freeform 72"/>
          <p:cNvSpPr/>
          <p:nvPr/>
        </p:nvSpPr>
        <p:spPr>
          <a:xfrm>
            <a:off x="660400" y="86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0" y="0"/>
                </a:lnTo>
                <a:lnTo>
                  <a:pt x="1" y="1"/>
                </a:lnTo>
                <a:lnTo>
                  <a:pt x="0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2590549" y="2478328"/>
            <a:ext cx="0" cy="110958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reeform 74"/>
          <p:cNvSpPr/>
          <p:nvPr/>
        </p:nvSpPr>
        <p:spPr>
          <a:xfrm>
            <a:off x="2578100" y="24638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1" y="0"/>
                </a:moveTo>
                <a:lnTo>
                  <a:pt x="0" y="2"/>
                </a:lnTo>
                <a:lnTo>
                  <a:pt x="1" y="1"/>
                </a:lnTo>
                <a:lnTo>
                  <a:pt x="2" y="2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1257300" y="1790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1320800" y="13843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1244600" y="1155700"/>
            <a:ext cx="38100" cy="25400"/>
          </a:xfrm>
          <a:custGeom>
            <a:avLst/>
            <a:gdLst/>
            <a:ahLst/>
            <a:cxnLst/>
            <a:rect l="l" t="t" r="r" b="b"/>
            <a:pathLst>
              <a:path w="3" h="2">
                <a:moveTo>
                  <a:pt x="3" y="1"/>
                </a:moveTo>
                <a:lnTo>
                  <a:pt x="3" y="1"/>
                </a:lnTo>
                <a:lnTo>
                  <a:pt x="3" y="0"/>
                </a:lnTo>
                <a:lnTo>
                  <a:pt x="3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1384300" y="207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1498600" y="1689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1562100" y="1460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1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612900" y="1270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905000" y="1028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1917700" y="213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1676400" y="17780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1854200" y="16256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1765300" y="1409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057400" y="13970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1790700" y="11811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400300" y="16002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2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3"/>
                </a:lnTo>
                <a:lnTo>
                  <a:pt x="0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184400" y="11938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" h="3">
                <a:moveTo>
                  <a:pt x="3" y="2"/>
                </a:moveTo>
                <a:lnTo>
                  <a:pt x="3" y="1"/>
                </a:lnTo>
                <a:lnTo>
                  <a:pt x="3" y="1"/>
                </a:lnTo>
                <a:lnTo>
                  <a:pt x="3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3"/>
                </a:lnTo>
                <a:lnTo>
                  <a:pt x="1" y="3"/>
                </a:lnTo>
                <a:lnTo>
                  <a:pt x="1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3"/>
                </a:lnTo>
                <a:lnTo>
                  <a:pt x="2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lnTo>
                  <a:pt x="3" y="2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-5" y="3146745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879999" y="3146745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74036" y="2223359"/>
            <a:ext cx="481135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97738" y="2223359"/>
            <a:ext cx="328765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5040" y="2180818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5040" y="914974"/>
            <a:ext cx="485035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8844" y="997973"/>
            <a:ext cx="5356551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84366" y="2623001"/>
            <a:ext cx="340103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x1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8303" y="847694"/>
            <a:ext cx="507709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(x2)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25872" y="2378133"/>
            <a:ext cx="325952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SFSS0800"/>
              </a:rPr>
              <a:t>µ</a:t>
            </a:r>
            <a:r>
              <a:rPr sz="492" b="0">
                <a:solidFill>
                  <a:srgbClr val="000000"/>
                </a:solidFill>
                <a:latin typeface="Josefin Sans"/>
              </a:rPr>
              <a:t>(x1)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8130" y="2072601"/>
            <a:ext cx="5127265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628" y="1544742"/>
            <a:ext cx="5131767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3322" y="1016664"/>
            <a:ext cx="5132073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B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5707" y="2431691"/>
            <a:ext cx="4699689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16585" y="2431691"/>
            <a:ext cx="4068810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51668" y="2431464"/>
            <a:ext cx="3433728" cy="9689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92" b="0">
                <a:solidFill>
                  <a:srgbClr val="000000"/>
                </a:solidFill>
                <a:latin typeface="Josefin Sans"/>
              </a:rPr>
              <a:t>A</a:t>
            </a:r>
            <a:r>
              <a:rPr sz="369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084002" y="1160123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not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necessarily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084002" y="1299302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distributed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evenly,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there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might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be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subspaces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084002" y="1438481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mixed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(i.e.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low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certainty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84002" y="1577661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factor),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or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with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small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of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training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084002" y="1716840"/>
            <a:ext cx="2701393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patterns.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083999" y="1942101"/>
            <a:ext cx="27013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To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overcome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this,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multiple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rule</a:t>
            </a:r>
            <a:r>
              <a:rPr sz="896" b="1">
                <a:solidFill>
                  <a:srgbClr val="000000"/>
                </a:solidFill>
                <a:latin typeface="Josefin Sans"/>
              </a:rPr>
              <a:t> </a:t>
            </a:r>
            <a:r>
              <a:rPr sz="896" b="1">
                <a:solidFill>
                  <a:srgbClr val="000000"/>
                </a:solidFill>
                <a:latin typeface="Josefin Sans"/>
              </a:rPr>
              <a:t>tables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083999" y="2081280"/>
            <a:ext cx="2701396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are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</a:t>
            </a:r>
            <a:r>
              <a:rPr sz="896" b="0">
                <a:solidFill>
                  <a:srgbClr val="000000"/>
                </a:solidFill>
                <a:latin typeface="Josefin Sans"/>
              </a:rPr>
              <a:t>used.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901648" y="3150920"/>
            <a:ext cx="883747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623427" y="3150696"/>
            <a:ext cx="16196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68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65036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175311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5036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175311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65036" y="1541868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65036" y="619487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2151006" y="1541868"/>
            <a:ext cx="2430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2151006" y="619487"/>
            <a:ext cx="2430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65036" y="1080678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620173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2573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308100" y="939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1257300" y="7747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1346200" y="1435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14351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485900" y="99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1511300" y="86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1727200" y="67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739900" y="1485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15621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6891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6256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8415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651000" y="80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082800" y="1104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1943100" y="800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2339082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449356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2339082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449356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339082" y="1541868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339082" y="619487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3425052" y="1541868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3425052" y="619487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339082" y="1311273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616650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2339082" y="850082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171787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25273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578100" y="9398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527300" y="77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628900" y="1435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051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55900" y="99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94000" y="8636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997200" y="673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3009900" y="1485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832100" y="1231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971800" y="11176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8956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3124200" y="952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921000" y="80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3365500" y="1104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3213100" y="80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 flipV="1">
            <a:off x="3613126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4723400" y="1517566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3613126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4723400" y="619487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3613126" y="1541868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3613126" y="619487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4699096" y="1541868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4699096" y="619487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613126" y="1385063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3801873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3613126" y="1080678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4168263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613126" y="776292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4534654" y="619487"/>
            <a:ext cx="0" cy="922381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3810000" y="1231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3860800" y="9398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3797300" y="774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3898900" y="1435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3975100" y="11557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4025900" y="990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4064000" y="86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4279900" y="6731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4279900" y="1485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4114800" y="1231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4241800" y="1117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41783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4394200" y="952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4191000" y="80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4635500" y="11049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1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4483100" y="800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0" name="Connector 119"/>
          <p:cNvCxnSpPr/>
          <p:nvPr/>
        </p:nvCxnSpPr>
        <p:spPr>
          <a:xfrm flipV="1">
            <a:off x="1702050" y="25561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2812324" y="25561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702050" y="1658055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812324" y="1658055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702050" y="258043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702050" y="165805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>
            <a:off x="2788020" y="258043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H="1">
            <a:off x="2788020" y="165805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702050" y="2465138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702050" y="2465138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1840834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702050" y="2234543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2118403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702050" y="2003948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2395971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702050" y="1773353"/>
            <a:ext cx="1110274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673540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 136"/>
          <p:cNvSpPr/>
          <p:nvPr/>
        </p:nvSpPr>
        <p:spPr>
          <a:xfrm>
            <a:off x="1892300" y="22733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9431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892300" y="1816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993900" y="24765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20701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2120900" y="203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2159000" y="1905000"/>
            <a:ext cx="12700" cy="12700"/>
          </a:xfrm>
          <a:custGeom>
            <a:avLst/>
            <a:gdLst/>
            <a:ahLst/>
            <a:cxnLst/>
            <a:rect l="l" t="t" r="r" b="b"/>
            <a:pathLst>
              <a:path w="1" h="1">
                <a:moveTo>
                  <a:pt x="1" y="0"/>
                </a:move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23622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2374900" y="2527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2197100" y="2273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2324100" y="2159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22606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2476500" y="19939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2286000" y="1841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2730500" y="21336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2578100" y="1841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3" name="Connector 152"/>
          <p:cNvCxnSpPr/>
          <p:nvPr/>
        </p:nvCxnSpPr>
        <p:spPr>
          <a:xfrm flipV="1">
            <a:off x="2976094" y="25561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086369" y="2556134"/>
            <a:ext cx="0" cy="24301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>
            <a:off x="2976094" y="1658055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>
            <a:off x="4086369" y="1658055"/>
            <a:ext cx="0" cy="24302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2976094" y="258043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976094" y="1658055"/>
            <a:ext cx="24304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H="1">
            <a:off x="4062064" y="2580435"/>
            <a:ext cx="2430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H="1">
            <a:off x="4062064" y="1658055"/>
            <a:ext cx="24305" cy="0"/>
          </a:xfrm>
          <a:prstGeom prst="line">
            <a:avLst/>
          </a:prstGeom>
          <a:ln w="3175">
            <a:solidFill>
              <a:srgbClr val="7F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>
            <a:off x="2976094" y="2488197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3087122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976094" y="2303721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3309177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976094" y="2119245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3531231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2976094" y="1934769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3753286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2976094" y="1750293"/>
            <a:ext cx="1110275" cy="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3975341" y="1658055"/>
            <a:ext cx="0" cy="922380"/>
          </a:xfrm>
          <a:prstGeom prst="line">
            <a:avLst/>
          </a:prstGeom>
          <a:ln w="31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 170"/>
          <p:cNvSpPr/>
          <p:nvPr/>
        </p:nvSpPr>
        <p:spPr>
          <a:xfrm>
            <a:off x="3175000" y="22733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3213100" y="1968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3162300" y="18161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3263900" y="2476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3340100" y="21971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3390900" y="2032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3429000" y="19050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3632200" y="1714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1"/>
                </a:lnTo>
                <a:lnTo>
                  <a:pt x="1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1B9E77"/>
          </a:solidFill>
          <a:ln w="3175">
            <a:solidFill>
              <a:srgbClr val="1B9E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3644900" y="2527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3467100" y="22733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3606800" y="21590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3543300" y="1993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3759200" y="1993900"/>
            <a:ext cx="12700" cy="25400"/>
          </a:xfrm>
          <a:custGeom>
            <a:avLst/>
            <a:gdLst/>
            <a:ahLst/>
            <a:cxnLst/>
            <a:rect l="l" t="t" r="r" b="b"/>
            <a:pathLst>
              <a:path w="1" h="2">
                <a:moveTo>
                  <a:pt x="1" y="1"/>
                </a:move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3556000" y="1841500"/>
            <a:ext cx="25400" cy="12700"/>
          </a:xfrm>
          <a:custGeom>
            <a:avLst/>
            <a:gdLst/>
            <a:ahLst/>
            <a:cxnLst/>
            <a:rect l="l" t="t" r="r" b="b"/>
            <a:pathLst>
              <a:path w="2" h="1">
                <a:moveTo>
                  <a:pt x="2" y="0"/>
                </a:move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4000500" y="21336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1" y="1"/>
                </a:lnTo>
                <a:lnTo>
                  <a:pt x="1" y="1"/>
                </a:lnTo>
                <a:lnTo>
                  <a:pt x="1" y="1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3848100" y="1841500"/>
            <a:ext cx="25400" cy="25400"/>
          </a:xfrm>
          <a:custGeom>
            <a:avLst/>
            <a:gdLst/>
            <a:ahLst/>
            <a:cxnLst/>
            <a:rect l="l" t="t" r="r" b="b"/>
            <a:pathLst>
              <a:path w="2" h="2">
                <a:moveTo>
                  <a:pt x="2" y="1"/>
                </a:move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lnTo>
                  <a:pt x="2" y="0"/>
                </a:lnTo>
                <a:lnTo>
                  <a:pt x="2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1" y="0"/>
                </a:lnTo>
                <a:lnTo>
                  <a:pt x="0" y="0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1"/>
                </a:lnTo>
                <a:lnTo>
                  <a:pt x="0" y="2"/>
                </a:lnTo>
                <a:lnTo>
                  <a:pt x="0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1" y="2"/>
                </a:lnTo>
                <a:lnTo>
                  <a:pt x="2" y="2"/>
                </a:lnTo>
                <a:lnTo>
                  <a:pt x="2" y="2"/>
                </a:lnTo>
                <a:lnTo>
                  <a:pt x="2" y="2"/>
                </a:lnTo>
                <a:lnTo>
                  <a:pt x="2" y="1"/>
                </a:lnTo>
                <a:lnTo>
                  <a:pt x="2" y="1"/>
                </a:lnTo>
                <a:lnTo>
                  <a:pt x="2" y="1"/>
                </a:lnTo>
                <a:close/>
              </a:path>
            </a:pathLst>
          </a:custGeom>
          <a:solidFill>
            <a:srgbClr val="D95F02"/>
          </a:solidFill>
          <a:ln w="3175">
            <a:solidFill>
              <a:srgbClr val="D95F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-1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2879991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9" name="Picture 18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190" name="Picture 18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91" name="TextBox 190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08000" y="359888"/>
            <a:ext cx="5677395" cy="17650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1">
                <a:solidFill>
                  <a:srgbClr val="003373"/>
                </a:solidFill>
                <a:latin typeface="Josefin Sans"/>
              </a:rPr>
              <a:t>Multiple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fuzzy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rule</a:t>
            </a:r>
            <a:r>
              <a:rPr sz="896" b="1">
                <a:solidFill>
                  <a:srgbClr val="003373"/>
                </a:solidFill>
                <a:latin typeface="Josefin Sans"/>
              </a:rPr>
              <a:t> </a:t>
            </a:r>
            <a:r>
              <a:rPr sz="896" b="1">
                <a:solidFill>
                  <a:srgbClr val="003373"/>
                </a:solidFill>
                <a:latin typeface="Josefin Sans"/>
              </a:rPr>
              <a:t>table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052938" y="1551944"/>
            <a:ext cx="4732457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163197" y="1551944"/>
            <a:ext cx="3622199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24517" y="1520946"/>
            <a:ext cx="4760878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024517" y="598579"/>
            <a:ext cx="4760878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549337" y="572912"/>
            <a:ext cx="423605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K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=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2326983" y="1551944"/>
            <a:ext cx="3458412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437242" y="1551944"/>
            <a:ext cx="2348153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2298562" y="1520946"/>
            <a:ext cx="3486833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2298562" y="598579"/>
            <a:ext cx="3486833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823017" y="572369"/>
            <a:ext cx="2962378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K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=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601028" y="1551944"/>
            <a:ext cx="2184367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711286" y="1551944"/>
            <a:ext cx="1074109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3572607" y="1520946"/>
            <a:ext cx="2212788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3572607" y="598579"/>
            <a:ext cx="2212788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097112" y="572912"/>
            <a:ext cx="1688283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K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=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689951" y="2590512"/>
            <a:ext cx="4095444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800210" y="2590512"/>
            <a:ext cx="2985185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661531" y="2559519"/>
            <a:ext cx="4123864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661531" y="1637147"/>
            <a:ext cx="4123864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2185779" y="1610937"/>
            <a:ext cx="3599616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K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=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963990" y="2590512"/>
            <a:ext cx="2821405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074255" y="2590512"/>
            <a:ext cx="1711140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935575" y="2559519"/>
            <a:ext cx="2849820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0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935575" y="1637147"/>
            <a:ext cx="2849820" cy="7060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8" b="0">
                <a:solidFill>
                  <a:srgbClr val="000000"/>
                </a:solidFill>
                <a:latin typeface="Cambria Math"/>
              </a:rPr>
              <a:t>1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459766" y="1610937"/>
            <a:ext cx="2325629" cy="882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8" b="0">
                <a:solidFill>
                  <a:srgbClr val="000000"/>
                </a:solidFill>
                <a:latin typeface="Josefin Sans"/>
              </a:rPr>
              <a:t>K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=</a:t>
            </a:r>
            <a:r>
              <a:rPr sz="448" b="0">
                <a:solidFill>
                  <a:srgbClr val="000000"/>
                </a:solidFill>
                <a:latin typeface="Josefin Sans"/>
              </a:rPr>
              <a:t> </a:t>
            </a:r>
            <a:r>
              <a:rPr sz="44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375244" y="2788810"/>
            <a:ext cx="441015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K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intervals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axis/input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4901641" y="3150917"/>
            <a:ext cx="8837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622276" y="3150693"/>
            <a:ext cx="16311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69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94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 one fuzzy subspace generates one rule, using multiple fuzzy rule table with K = 2 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82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6,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+ 6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90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9484" y="3150692"/>
            <a:ext cx="1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94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 one fuzzy subspace generates one rule, using multiple fuzzy rule table with K = 2 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82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6,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+ 6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90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529058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stage,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1701131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90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tedious.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9484" y="3150692"/>
            <a:ext cx="1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5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994121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As one fuzzy subspace generates one rule, using multiple fuzzy rule table with K = 2 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118249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6,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will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get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2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+ 3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+ 4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+ 5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+ 6</a:t>
            </a:r>
            <a:r>
              <a:rPr sz="797" b="0">
                <a:solidFill>
                  <a:srgbClr val="000000"/>
                </a:solidFill>
                <a:latin typeface="Cambria Math"/>
              </a:rPr>
              <a:t>2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= 90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5" y="1529058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stage,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actually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new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based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9995" y="1701131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However,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evaluate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90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tedious.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9995" y="2063982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GA is used to identify the optimal rules that are significant, and therefore dramatically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5" y="2236055"/>
            <a:ext cx="54254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reducing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1654" y="3150918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19484" y="3150694"/>
            <a:ext cx="16591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70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0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0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155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1" y="3150916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42557" y="3150692"/>
            <a:ext cx="142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155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429929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90-bit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90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3" y="1645771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tables.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1" y="3150917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42557" y="3150693"/>
            <a:ext cx="142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2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2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1558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identify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encode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problem.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5" y="1429929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90-bit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used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represent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90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7093" y="1645771"/>
            <a:ext cx="51483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using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multiple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tables.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5" y="1860117"/>
            <a:ext cx="532534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string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be: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-1,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1,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0.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1" y="3150917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42557" y="3150693"/>
            <a:ext cx="1428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71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597731" y="-48789573"/>
            <a:ext cx="47829" cy="4782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597731" y="-48551706"/>
            <a:ext cx="47829" cy="4782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97731" y="-48313835"/>
            <a:ext cx="47829" cy="4782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3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5" y="314673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82655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purpose of the GA is to select the significant rules and remove non-significant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04239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4" y="3150912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7980" y="3150688"/>
            <a:ext cx="1574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1597731" y="-48789573"/>
            <a:ext cx="47829" cy="4782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597731" y="-48551706"/>
            <a:ext cx="47829" cy="4782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97731" y="-48313835"/>
            <a:ext cx="47829" cy="4782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36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5" y="3146736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82655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purpose of the GA is to select the significant rules and remove non-significant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04239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25673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carries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147258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1654" y="3150912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27980" y="3150688"/>
            <a:ext cx="1574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26197402" y="-23389245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2" y="-2315137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197402" y="-2291350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82655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purpose of the GA is to select the significant rules and remove non-significant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04239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25673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carries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147258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6" y="166668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7980" y="3150692"/>
            <a:ext cx="1574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2011081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197402" y="-2315137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197402" y="-2291350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82655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purpose of the GA is to select the significant rules and remove non-significant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04239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25673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carries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147258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6" y="166668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3" y="1957906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7980" y="3150692"/>
            <a:ext cx="1574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2011081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6" y="224895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197402" y="-22913502"/>
            <a:ext cx="47829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82655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purpose of the GA is to select the significant rules and remove non-significant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04239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25673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carries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147258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6" y="166668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3" y="1957906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83" y="2195777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-1,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removed.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7980" y="3150692"/>
            <a:ext cx="1574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797076" y="2011081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076" y="2248953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7076" y="2486824"/>
            <a:ext cx="47828" cy="4782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6" y="82655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 purpose of the GA is to select the significant rules and remove non-significant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7094" y="1042394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0056" y="1256738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carries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information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whether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094" y="1472580"/>
            <a:ext cx="514830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removed.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56" y="1666681"/>
            <a:ext cx="532533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Each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bit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chromosome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corresponds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183" y="1957906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1,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selected.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183" y="2195777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-1,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removed.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183" y="2433648"/>
            <a:ext cx="4871212" cy="1961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96" b="0">
                <a:solidFill>
                  <a:srgbClr val="000000"/>
                </a:solidFill>
                <a:latin typeface="Josefin Sans"/>
              </a:rPr>
              <a:t>If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bit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0,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the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is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a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dummy</a:t>
            </a:r>
            <a:r>
              <a:rPr sz="996" b="0">
                <a:solidFill>
                  <a:srgbClr val="000000"/>
                </a:solidFill>
                <a:latin typeface="Josefin Sans"/>
              </a:rPr>
              <a:t> </a:t>
            </a:r>
            <a:r>
              <a:rPr sz="996" b="0">
                <a:solidFill>
                  <a:srgbClr val="000000"/>
                </a:solidFill>
                <a:latin typeface="Josefin Sans"/>
              </a:rPr>
              <a:t>rule.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7980" y="3150692"/>
            <a:ext cx="15741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72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422074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dummy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generated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when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consequent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cannot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be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determined,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3" y="159414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normally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due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training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subspace.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7001" y="3150693"/>
            <a:ext cx="15839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73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189017" y="-23542508"/>
            <a:ext cx="20880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768290" y="-23542508"/>
            <a:ext cx="231164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5612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6" y="3150919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3760" y="3150695"/>
            <a:ext cx="1516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189017" y="-23542508"/>
            <a:ext cx="20880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768290" y="-23542508"/>
            <a:ext cx="231164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5612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19" y="819345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1656" y="3150919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33760" y="3150695"/>
            <a:ext cx="1516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189017" y="-23542508"/>
            <a:ext cx="208800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8768290" y="-23542508"/>
            <a:ext cx="231164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5612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19" y="819345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712" y="1077447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6" y="3150919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3760" y="3150695"/>
            <a:ext cx="1516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857818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857818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5612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19" y="819345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712" y="1077447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4402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5689" y="1784174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20592" y="1690448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88690" y="1879208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43465" y="1782378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99852" y="1690448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67963" y="1879208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01656" y="3150919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33760" y="3150695"/>
            <a:ext cx="1516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857818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857818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5612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19" y="819345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712" y="1077447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4402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5689" y="1784174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20592" y="1690448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88690" y="1879208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43465" y="1782378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99852" y="1690448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67963" y="1879208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446" y="2171743"/>
            <a:ext cx="53069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454" y="2171743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01656" y="3150919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33760" y="3150695"/>
            <a:ext cx="1516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857818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857818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5612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19" y="819345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712" y="1077447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4402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5689" y="1784174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20592" y="1690448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88690" y="1879208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43465" y="1782378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99852" y="1690448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67963" y="1879208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446" y="2171743"/>
            <a:ext cx="53069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454" y="2171743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3454" y="2343816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correctly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1656" y="3150919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33760" y="3150695"/>
            <a:ext cx="1516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857818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857818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" y="3146744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6" y="3146744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5612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19" y="819345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712" y="1077447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4402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5689" y="1784174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20592" y="1690448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88690" y="1879208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43465" y="1782378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99852" y="1690448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67963" y="1879208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446" y="2171743"/>
            <a:ext cx="53069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454" y="2171743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3454" y="2343816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correctly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3454" y="2515887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01656" y="3150919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33760" y="3150695"/>
            <a:ext cx="1516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857818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857818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6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5612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19" y="819345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712" y="1077447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4402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5689" y="1784174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20592" y="1690448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88690" y="1879208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43465" y="1782378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99852" y="1690448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67963" y="1879208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446" y="2171743"/>
            <a:ext cx="53069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454" y="2171743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3454" y="2343816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correctly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3454" y="2515887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454" y="2687959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01656" y="3150916"/>
            <a:ext cx="88373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33760" y="3150692"/>
            <a:ext cx="151635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857818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857818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3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3" y="561230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aims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1319" y="819345"/>
            <a:ext cx="528407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1.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maximise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4712" y="1077447"/>
            <a:ext cx="531068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2.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minimise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993" y="1440298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Therefore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fitness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function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5689" y="1784174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20592" y="1690448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88690" y="1879208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43465" y="1782378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99852" y="1690448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67963" y="1879208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8446" y="2171743"/>
            <a:ext cx="5306949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where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3454" y="2171743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and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weights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3454" y="2343816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correctly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3454" y="2515887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total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patterns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454" y="2687959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selected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3454" y="2860045"/>
            <a:ext cx="4811941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number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33757" y="3150694"/>
            <a:ext cx="151638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74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390484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390484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5689" y="1316839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20592" y="1223113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88690" y="1411873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3465" y="1315043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9852" y="1223113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67963" y="1411873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6469" y="3150692"/>
            <a:ext cx="158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75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390484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390484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5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5689" y="1316839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20592" y="1223113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88690" y="1411873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3465" y="1315043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9852" y="1223113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67963" y="1411873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2538" y="1630658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Normally,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95422" y="1803256"/>
            <a:ext cx="32899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≤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1654" y="3150916"/>
            <a:ext cx="883741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6469" y="3150692"/>
            <a:ext cx="15892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75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690" y="1390484"/>
            <a:ext cx="208801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367963" y="1390484"/>
            <a:ext cx="231165" cy="0"/>
          </a:xfrm>
          <a:prstGeom prst="line">
            <a:avLst/>
          </a:prstGeom>
          <a:ln w="5537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-2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80002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5689" y="1316839"/>
            <a:ext cx="3639706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f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(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S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) =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20592" y="1223113"/>
            <a:ext cx="296480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88690" y="1411873"/>
            <a:ext cx="2996705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P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3465" y="1315043"/>
            <a:ext cx="2741930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−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9852" y="1223113"/>
            <a:ext cx="238554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67963" y="1411873"/>
            <a:ext cx="241743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N</a:t>
            </a:r>
            <a:r>
              <a:rPr sz="797" b="0">
                <a:solidFill>
                  <a:srgbClr val="000000"/>
                </a:solidFill>
                <a:latin typeface="Cambria Math"/>
              </a:rPr>
              <a:t>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02538" y="1630658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Normally,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95422" y="1803256"/>
            <a:ext cx="3289973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Cambria Math"/>
              </a:rPr>
              <a:t>0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&lt; 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n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 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≤</a:t>
            </a:r>
            <a:r>
              <a:rPr sz="1090" b="0">
                <a:solidFill>
                  <a:srgbClr val="000000"/>
                </a:solidFill>
                <a:latin typeface="Cambria Math"/>
              </a:rPr>
              <a:t>w</a:t>
            </a:r>
            <a:r>
              <a:rPr sz="797" b="0">
                <a:solidFill>
                  <a:srgbClr val="000000"/>
                </a:solidFill>
                <a:latin typeface="Cambria Math"/>
              </a:rPr>
              <a:t>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538" y="2057047"/>
            <a:ext cx="5382857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since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classification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accuracy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important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size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set.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1651" y="3150916"/>
            <a:ext cx="88374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6466" y="3150692"/>
            <a:ext cx="15892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75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3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7692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standard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procedure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1653" y="3150916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7445" y="3150692"/>
            <a:ext cx="157950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76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-3" y="3146741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0" y="3146741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Fuzzy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evolutionary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 </a:t>
            </a:r>
            <a:r>
              <a:rPr sz="1434" b="1">
                <a:solidFill>
                  <a:srgbClr val="914300"/>
                </a:solidFill>
                <a:latin typeface="Josefin Sans"/>
              </a:rPr>
              <a:t>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27692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standard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procedure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for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genetic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algorithm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apply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9991" y="1639777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The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end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result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is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model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that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consists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9991" y="1811849"/>
            <a:ext cx="5425404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optimal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amount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of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significant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rules.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1650" y="3150916"/>
            <a:ext cx="883746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7442" y="3150692"/>
            <a:ext cx="157953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76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04" y="63277"/>
            <a:ext cx="575962" cy="231502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Summary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9993" y="1077916"/>
            <a:ext cx="5425402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Hybrid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intelligent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057" y="1292274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057" y="155037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adaptive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neuro-fuzzy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inference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(ANFIS)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057" y="1808491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an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neural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network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057" y="2066606"/>
            <a:ext cx="5325338" cy="21474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a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fuzzy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evolutionary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system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1653" y="3150917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30341" y="3150693"/>
            <a:ext cx="155054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77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22610" y="1461234"/>
            <a:ext cx="1662785" cy="48793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78" b="1">
                <a:solidFill>
                  <a:srgbClr val="FFFFFF"/>
                </a:solidFill>
                <a:latin typeface="Josefin Sans"/>
              </a:rPr>
              <a:t>Thank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 </a:t>
            </a:r>
            <a:r>
              <a:rPr sz="2478" b="1">
                <a:solidFill>
                  <a:srgbClr val="914300"/>
                </a:solidFill>
                <a:latin typeface="Josefin Sans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01653" y="3150918"/>
            <a:ext cx="883742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with</a:t>
            </a:r>
            <a:r>
              <a:rPr sz="597" b="1">
                <a:solidFill>
                  <a:srgbClr val="FFFFFF"/>
                </a:solidFill>
                <a:latin typeface="Josefin Sans"/>
              </a:rPr>
              <a:t> </a:t>
            </a:r>
            <a:r>
              <a:rPr sz="597" b="1">
                <a:solidFill>
                  <a:srgbClr val="FFFFFF"/>
                </a:solidFill>
                <a:latin typeface="Josefin Sans"/>
              </a:rPr>
              <a:t>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7446" y="3150694"/>
            <a:ext cx="157949" cy="11766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78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09 Hybrid Intelligence Systems -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Synchronized from the current CSC3034 course site on 14 August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labs connect core CI algorithms with physical-AI simulation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Isaac Sim examples use its bundled Python 3.12 environment and current launchers.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Every simulator-dependent example includes a CPU/Matplotlib learning fallback.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Hybrid Intelligence Systems - presentation</dc:title>
  <dc:subject>Editable objects converted from 09 Hybrid Intelligence Systems - presentation.pdf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