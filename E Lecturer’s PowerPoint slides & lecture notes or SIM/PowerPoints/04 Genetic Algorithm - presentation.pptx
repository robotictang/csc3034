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jp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jp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jp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jp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jp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jp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jp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jp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jp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jp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jp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jp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jp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jp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jp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jp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jp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jp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jp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jp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jp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jp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jp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jp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jp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jp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jp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jp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jp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jp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jp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jp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jp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jp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jp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jp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jp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jp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jp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jp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jp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jp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jp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jp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jp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jp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jp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jp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jp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jp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jp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jp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1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8-2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Genetic Algorithm - presentation</dc:title>
  <dc:subject>Converted from 04 Genetic Algorithm - presentation.pdf; 263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