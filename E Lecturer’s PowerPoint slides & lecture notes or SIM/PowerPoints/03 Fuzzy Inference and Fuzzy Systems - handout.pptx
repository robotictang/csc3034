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5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05-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Fuzzy Inference and Fuzzy Systems - handout</dc:title>
  <dc:subject>Converted from 03 Fuzzy Inference and Fuzzy Systems - handout.pdf; 91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