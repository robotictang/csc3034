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709649"/>
            <a:ext cx="1587500" cy="1932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709646"/>
            <a:ext cx="1587500" cy="206885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709646"/>
            <a:ext cx="1587500" cy="22047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709647"/>
            <a:ext cx="1587500" cy="23406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8848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Fuzzy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Inference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55046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40729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9665" y="3150917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693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28317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41906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55495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69084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87799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5509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Inference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7816" y="161319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816" y="1871311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Takagi-Sugeno-Kang-Style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34542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Building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A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Expert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4123" y="3150693"/>
            <a:ext cx="12127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What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5565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34728" y="1326353"/>
            <a:ext cx="3350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73107" y="1326353"/>
            <a:ext cx="28122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34728" y="1549035"/>
            <a:ext cx="3350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3107" y="1549035"/>
            <a:ext cx="28122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854" y="1870408"/>
            <a:ext cx="53175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914" y="2093090"/>
            <a:ext cx="5349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9664" y="3150916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3132" y="3150692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34372" y="1438134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23363" y="2204884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95180" y="2742246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Classical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61399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binary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logic.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3802" y="885107"/>
            <a:ext cx="39015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83802" y="1107380"/>
            <a:ext cx="39015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2190" y="1107380"/>
            <a:ext cx="33632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&gt;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83802" y="1330074"/>
            <a:ext cx="39015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2191" y="1330074"/>
            <a:ext cx="33632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60728" y="1651857"/>
            <a:ext cx="3924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60728" y="1874130"/>
            <a:ext cx="3924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1170" y="1874130"/>
            <a:ext cx="337422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&lt;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400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60728" y="2096812"/>
            <a:ext cx="3924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11170" y="2096812"/>
            <a:ext cx="337422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056" y="233230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‘speed’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0056" y="259041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094" y="280624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‘long’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‘short’.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3284" y="3150693"/>
            <a:ext cx="1221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34373" y="1392884"/>
            <a:ext cx="415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923363" y="2159634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0266" y="2817189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56874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variables,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3804" y="839857"/>
            <a:ext cx="39015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83804" y="1062130"/>
            <a:ext cx="39015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2192" y="1062130"/>
            <a:ext cx="33632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83804" y="1284812"/>
            <a:ext cx="39015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2192" y="1284812"/>
            <a:ext cx="33632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60728" y="1606607"/>
            <a:ext cx="3924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60728" y="1828880"/>
            <a:ext cx="3924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11170" y="1828880"/>
            <a:ext cx="337422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60728" y="2051562"/>
            <a:ext cx="39246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11170" y="2051562"/>
            <a:ext cx="337422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056" y="228705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‘speed’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(translated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094" y="2480810"/>
            <a:ext cx="514830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sets: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‘slow’,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‘medium’,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‘fast’).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0056" y="26653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(translated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094" y="2910998"/>
            <a:ext cx="514830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sets: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‘short’,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‘medium’,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‘long’).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2598" y="3150693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41359" y="1915719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8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reasoning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9158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Classical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rule-based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0789" y="1362691"/>
            <a:ext cx="43946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0789" y="1584964"/>
            <a:ext cx="43946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9177" y="1584964"/>
            <a:ext cx="385621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&gt;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35032" y="1584964"/>
            <a:ext cx="22503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→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antecedent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90789" y="1807646"/>
            <a:ext cx="43946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9177" y="1807646"/>
            <a:ext cx="385621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35032" y="1807647"/>
            <a:ext cx="22503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→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96" y="2089879"/>
            <a:ext cx="54253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antecedent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true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true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89668" y="3150919"/>
            <a:ext cx="8957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2451" y="3150695"/>
            <a:ext cx="1229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41359" y="1824087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6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reasoning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9995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0789" y="1271061"/>
            <a:ext cx="43946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0789" y="1493333"/>
            <a:ext cx="43946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9177" y="1493333"/>
            <a:ext cx="385621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35032" y="1493333"/>
            <a:ext cx="22503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→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antecedent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90789" y="1716015"/>
            <a:ext cx="43946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9177" y="1716015"/>
            <a:ext cx="385621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stopping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35032" y="1716015"/>
            <a:ext cx="22503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→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96" y="2052692"/>
            <a:ext cx="54253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 the rule antecedent 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true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some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degree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 the consequent 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996" y="2224765"/>
            <a:ext cx="54253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true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degree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9667" y="3150918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6475" y="3150694"/>
            <a:ext cx="11892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99589" y="1869313"/>
            <a:ext cx="1090295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99589" y="960733"/>
            <a:ext cx="0" cy="90858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90447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81305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972162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063020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153878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44736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335594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26452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17310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608168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99026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789884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699589" y="1687597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699589" y="1505881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699589" y="1324165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99589" y="1142449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99589" y="960733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99589" y="1864793"/>
            <a:ext cx="36342" cy="45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735931" y="1851151"/>
            <a:ext cx="36343" cy="1364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772274" y="1828442"/>
            <a:ext cx="36343" cy="2270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08617" y="1796638"/>
            <a:ext cx="36342" cy="3180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844959" y="1755768"/>
            <a:ext cx="36343" cy="4087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881302" y="1705803"/>
            <a:ext cx="36342" cy="4996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917644" y="1646743"/>
            <a:ext cx="36343" cy="590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953987" y="1578588"/>
            <a:ext cx="36343" cy="6815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990330" y="1501394"/>
            <a:ext cx="36342" cy="7719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026672" y="1415051"/>
            <a:ext cx="36343" cy="8634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063020" y="1328707"/>
            <a:ext cx="36343" cy="8631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099363" y="1251485"/>
            <a:ext cx="36343" cy="7722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135706" y="1183331"/>
            <a:ext cx="36342" cy="6815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172048" y="1124271"/>
            <a:ext cx="36343" cy="590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8391" y="1074306"/>
            <a:ext cx="36342" cy="4996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244733" y="1033407"/>
            <a:ext cx="36343" cy="4089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81076" y="1001604"/>
            <a:ext cx="36343" cy="3180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317419" y="978895"/>
            <a:ext cx="36342" cy="2270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353761" y="965253"/>
            <a:ext cx="36343" cy="1364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390104" y="960733"/>
            <a:ext cx="36343" cy="45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26452" y="960733"/>
            <a:ext cx="36343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153316" y="1869313"/>
            <a:ext cx="1090295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153316" y="960733"/>
            <a:ext cx="0" cy="90858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244174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335032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425890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516748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607606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698464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789321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880179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971037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061895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152753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243611" y="1851140"/>
            <a:ext cx="0" cy="181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153316" y="1687597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153316" y="1505881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153316" y="1324165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153316" y="1142449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153316" y="960733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153316" y="1868592"/>
            <a:ext cx="18172" cy="72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171488" y="1866429"/>
            <a:ext cx="18170" cy="216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189658" y="1862797"/>
            <a:ext cx="18170" cy="363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207828" y="1857695"/>
            <a:ext cx="18170" cy="51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225998" y="1851151"/>
            <a:ext cx="18170" cy="654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44168" y="1843165"/>
            <a:ext cx="18170" cy="798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262338" y="1833710"/>
            <a:ext cx="18170" cy="945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280508" y="1822813"/>
            <a:ext cx="18170" cy="10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298678" y="1810474"/>
            <a:ext cx="18170" cy="1233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316848" y="1796666"/>
            <a:ext cx="18170" cy="138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335018" y="1781388"/>
            <a:ext cx="18170" cy="1527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353188" y="1764669"/>
            <a:ext cx="18170" cy="1671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371358" y="1746507"/>
            <a:ext cx="18169" cy="1816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389527" y="1726904"/>
            <a:ext cx="18170" cy="1960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407697" y="1705803"/>
            <a:ext cx="18170" cy="211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425867" y="1683288"/>
            <a:ext cx="18170" cy="2251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444037" y="1659304"/>
            <a:ext cx="18171" cy="2398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462208" y="1633850"/>
            <a:ext cx="18169" cy="2545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480377" y="1606981"/>
            <a:ext cx="18170" cy="2686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498547" y="1578644"/>
            <a:ext cx="18170" cy="2833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516717" y="1548864"/>
            <a:ext cx="18170" cy="2978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534887" y="1517587"/>
            <a:ext cx="18170" cy="3127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553057" y="1484869"/>
            <a:ext cx="18169" cy="3271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571226" y="1450736"/>
            <a:ext cx="18171" cy="3413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589397" y="1415106"/>
            <a:ext cx="18170" cy="356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607606" y="1379421"/>
            <a:ext cx="18172" cy="356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625778" y="1345232"/>
            <a:ext cx="18170" cy="3418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643948" y="1312514"/>
            <a:ext cx="18170" cy="3271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662118" y="1281293"/>
            <a:ext cx="18170" cy="3122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3680288" y="1251485"/>
            <a:ext cx="18169" cy="298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698457" y="1223148"/>
            <a:ext cx="18171" cy="2833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716628" y="1196252"/>
            <a:ext cx="18170" cy="26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734798" y="1170798"/>
            <a:ext cx="18169" cy="2545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752967" y="1146814"/>
            <a:ext cx="18171" cy="2398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771138" y="1124271"/>
            <a:ext cx="18169" cy="2254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789307" y="1103226"/>
            <a:ext cx="18170" cy="210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807477" y="1083595"/>
            <a:ext cx="18170" cy="1963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825647" y="1065405"/>
            <a:ext cx="18170" cy="1819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843817" y="1048685"/>
            <a:ext cx="18170" cy="167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861987" y="1033435"/>
            <a:ext cx="18170" cy="1525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880157" y="1019627"/>
            <a:ext cx="18170" cy="138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898327" y="1007260"/>
            <a:ext cx="18170" cy="1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916497" y="996363"/>
            <a:ext cx="18170" cy="10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934667" y="986908"/>
            <a:ext cx="18170" cy="945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952837" y="978895"/>
            <a:ext cx="18170" cy="801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971007" y="972351"/>
            <a:ext cx="18170" cy="654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989177" y="967277"/>
            <a:ext cx="18169" cy="507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007346" y="963645"/>
            <a:ext cx="18171" cy="363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025517" y="961454"/>
            <a:ext cx="18169" cy="219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043686" y="960733"/>
            <a:ext cx="18170" cy="72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061895" y="960733"/>
            <a:ext cx="18171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9993" y="544257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two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‘tall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men’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‘heavy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men’.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54562" y="1882434"/>
            <a:ext cx="4130833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170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839215" y="1882434"/>
            <a:ext cx="394618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175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16778" y="1882434"/>
            <a:ext cx="3768617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180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201425" y="1882434"/>
            <a:ext cx="358397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185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379725" y="1882434"/>
            <a:ext cx="340567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190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64372" y="1882434"/>
            <a:ext cx="3221023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195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34146" y="1882434"/>
            <a:ext cx="3051249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200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587419" y="1838959"/>
            <a:ext cx="4197976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594573" y="1657242"/>
            <a:ext cx="419082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96233" y="1475531"/>
            <a:ext cx="418916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93169" y="1293660"/>
            <a:ext cx="4192226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94124" y="1111943"/>
            <a:ext cx="4191271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06836" y="930392"/>
            <a:ext cx="4178559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68568" y="1106465"/>
            <a:ext cx="4316827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of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098063" y="1979521"/>
            <a:ext cx="3687333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Height,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cm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130890" y="795734"/>
            <a:ext cx="365450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Tall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116638" y="1882434"/>
            <a:ext cx="2668757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60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300041" y="1882434"/>
            <a:ext cx="2485354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70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80541" y="1882434"/>
            <a:ext cx="230485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80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661777" y="1882434"/>
            <a:ext cx="2123618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90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830558" y="1882434"/>
            <a:ext cx="1954837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21980" y="1882434"/>
            <a:ext cx="176341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110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197563" y="1882434"/>
            <a:ext cx="158783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120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041130" y="1838959"/>
            <a:ext cx="274426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48284" y="1657242"/>
            <a:ext cx="2737111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049944" y="1475531"/>
            <a:ext cx="2735451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046880" y="1293660"/>
            <a:ext cx="273851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047835" y="1111943"/>
            <a:ext cx="273756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060547" y="930392"/>
            <a:ext cx="2724848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922273" y="1106465"/>
            <a:ext cx="286312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of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554389" y="1979521"/>
            <a:ext cx="2231006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Weight,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kg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545190" y="784241"/>
            <a:ext cx="224020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Heavy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60007" y="2200756"/>
            <a:ext cx="54253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relationship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man’s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height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weight,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219795" y="2455384"/>
            <a:ext cx="35656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219795" y="2657448"/>
            <a:ext cx="35656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724630" y="2657448"/>
            <a:ext cx="30607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height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tall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219795" y="2859899"/>
            <a:ext cx="35656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724630" y="2859899"/>
            <a:ext cx="30607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heavy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889665" y="3150929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663590" y="3150705"/>
            <a:ext cx="1218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99589" y="2151722"/>
            <a:ext cx="1090295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99589" y="1243143"/>
            <a:ext cx="0" cy="90857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90447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81305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972163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063021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153878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44737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335595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26453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17310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608168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99026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789884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699589" y="1970007"/>
            <a:ext cx="1817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699589" y="1788291"/>
            <a:ext cx="1817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699589" y="1606575"/>
            <a:ext cx="1817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99589" y="1424859"/>
            <a:ext cx="1817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699589" y="1243143"/>
            <a:ext cx="1817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99589" y="2147203"/>
            <a:ext cx="36343" cy="451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735932" y="2133561"/>
            <a:ext cx="36342" cy="1364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772274" y="2110852"/>
            <a:ext cx="36343" cy="2270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08617" y="2079048"/>
            <a:ext cx="36342" cy="3180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844959" y="2038178"/>
            <a:ext cx="36343" cy="4087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881302" y="1988213"/>
            <a:ext cx="36343" cy="4996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917645" y="1929153"/>
            <a:ext cx="36342" cy="590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953987" y="1860998"/>
            <a:ext cx="36343" cy="6815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990330" y="1783804"/>
            <a:ext cx="36342" cy="7719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026672" y="1697461"/>
            <a:ext cx="36343" cy="8634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063021" y="1611117"/>
            <a:ext cx="36342" cy="8631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099363" y="1533895"/>
            <a:ext cx="36343" cy="7722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135706" y="1465741"/>
            <a:ext cx="36343" cy="6815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172049" y="1406681"/>
            <a:ext cx="36342" cy="590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8391" y="1356716"/>
            <a:ext cx="36343" cy="4996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244734" y="1315817"/>
            <a:ext cx="36342" cy="4089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81076" y="1284014"/>
            <a:ext cx="36343" cy="3180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317419" y="1261305"/>
            <a:ext cx="36343" cy="2270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353762" y="1247663"/>
            <a:ext cx="36342" cy="1364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390104" y="1243143"/>
            <a:ext cx="36343" cy="45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26453" y="1243143"/>
            <a:ext cx="36343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153316" y="2151722"/>
            <a:ext cx="1090295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153316" y="1243143"/>
            <a:ext cx="0" cy="90857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244174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335032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425890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516748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607606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698464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789322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880180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971037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061895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152753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243611" y="2133550"/>
            <a:ext cx="0" cy="1817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153316" y="1970007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153316" y="1788291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153316" y="1606575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153316" y="1424859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153316" y="1243143"/>
            <a:ext cx="1817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153316" y="2151002"/>
            <a:ext cx="18172" cy="7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171488" y="2148839"/>
            <a:ext cx="18170" cy="216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189658" y="2145207"/>
            <a:ext cx="18171" cy="363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207829" y="2140105"/>
            <a:ext cx="18169" cy="51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225998" y="2133561"/>
            <a:ext cx="18170" cy="654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44168" y="2125575"/>
            <a:ext cx="18170" cy="798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262338" y="2116120"/>
            <a:ext cx="18170" cy="945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280508" y="2105223"/>
            <a:ext cx="18170" cy="10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298678" y="2092884"/>
            <a:ext cx="18170" cy="1233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316848" y="2079076"/>
            <a:ext cx="18170" cy="138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335018" y="2063798"/>
            <a:ext cx="18170" cy="1527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353188" y="2047078"/>
            <a:ext cx="18170" cy="167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371358" y="2028917"/>
            <a:ext cx="18169" cy="1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389527" y="2009313"/>
            <a:ext cx="18171" cy="1960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407698" y="1988213"/>
            <a:ext cx="18169" cy="211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425867" y="1965698"/>
            <a:ext cx="18170" cy="2251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444037" y="1941714"/>
            <a:ext cx="18171" cy="2398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462208" y="1916259"/>
            <a:ext cx="18169" cy="2545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480377" y="1889391"/>
            <a:ext cx="18170" cy="2686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498547" y="1861054"/>
            <a:ext cx="18170" cy="2833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516717" y="1831274"/>
            <a:ext cx="18170" cy="2978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534887" y="1799997"/>
            <a:ext cx="18170" cy="3127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553057" y="1767279"/>
            <a:ext cx="18170" cy="3271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571227" y="1733146"/>
            <a:ext cx="18170" cy="3413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589397" y="1697516"/>
            <a:ext cx="18170" cy="3563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607606" y="1661831"/>
            <a:ext cx="18172" cy="356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625778" y="1627642"/>
            <a:ext cx="18170" cy="3418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643948" y="1594924"/>
            <a:ext cx="18170" cy="3271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662118" y="1563702"/>
            <a:ext cx="18170" cy="3122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3680288" y="1533895"/>
            <a:ext cx="18170" cy="298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698458" y="1505557"/>
            <a:ext cx="18170" cy="283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716628" y="1478662"/>
            <a:ext cx="18170" cy="2689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734798" y="1453208"/>
            <a:ext cx="18170" cy="2545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752968" y="1429224"/>
            <a:ext cx="18170" cy="2398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771138" y="1406681"/>
            <a:ext cx="18170" cy="2254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789308" y="1385636"/>
            <a:ext cx="18170" cy="2104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807478" y="1366004"/>
            <a:ext cx="18169" cy="1963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825647" y="1347815"/>
            <a:ext cx="18171" cy="1818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843818" y="1331095"/>
            <a:ext cx="18169" cy="167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861987" y="1315845"/>
            <a:ext cx="18170" cy="1525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880157" y="1302037"/>
            <a:ext cx="18170" cy="138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898327" y="1289670"/>
            <a:ext cx="18170" cy="1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916497" y="1278773"/>
            <a:ext cx="18170" cy="10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934667" y="1269318"/>
            <a:ext cx="18170" cy="945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952837" y="1261305"/>
            <a:ext cx="18170" cy="801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971007" y="1254761"/>
            <a:ext cx="18170" cy="654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989177" y="1249687"/>
            <a:ext cx="18169" cy="507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007346" y="1246055"/>
            <a:ext cx="18171" cy="363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025517" y="1243864"/>
            <a:ext cx="18169" cy="219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043686" y="1243143"/>
            <a:ext cx="18170" cy="72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061895" y="1243143"/>
            <a:ext cx="18171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099363" y="1623890"/>
            <a:ext cx="0" cy="52783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Freeform 146"/>
          <p:cNvSpPr/>
          <p:nvPr/>
        </p:nvSpPr>
        <p:spPr>
          <a:xfrm>
            <a:off x="2082800" y="16129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2099363" y="1611117"/>
            <a:ext cx="154089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3632200" y="16002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3653035" y="1611117"/>
            <a:ext cx="0" cy="52783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3644900" y="21336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1"/>
                </a:move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9993" y="82665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height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181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cm,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derived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654562" y="2164844"/>
            <a:ext cx="4130833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170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839215" y="2164844"/>
            <a:ext cx="394618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175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016778" y="2164844"/>
            <a:ext cx="3768617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180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01425" y="2164844"/>
            <a:ext cx="358397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185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379725" y="2164844"/>
            <a:ext cx="340567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190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564372" y="2164844"/>
            <a:ext cx="3221023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195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734146" y="2164844"/>
            <a:ext cx="3051249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200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587419" y="2121362"/>
            <a:ext cx="4197976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94573" y="1939651"/>
            <a:ext cx="419082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96233" y="1757941"/>
            <a:ext cx="418916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593169" y="1576063"/>
            <a:ext cx="4192226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594124" y="1394353"/>
            <a:ext cx="4191271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606836" y="1212796"/>
            <a:ext cx="4178559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68569" y="1388874"/>
            <a:ext cx="4316827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of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098063" y="2261930"/>
            <a:ext cx="368733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Height,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cm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130891" y="1078144"/>
            <a:ext cx="365450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Tall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116639" y="2164844"/>
            <a:ext cx="2668756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60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300041" y="2164844"/>
            <a:ext cx="2485354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70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480541" y="2164844"/>
            <a:ext cx="2304854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80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661777" y="2164844"/>
            <a:ext cx="2123618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90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830558" y="2164844"/>
            <a:ext cx="1954837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021980" y="2164844"/>
            <a:ext cx="176341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110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197563" y="2164844"/>
            <a:ext cx="158783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120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041130" y="2121362"/>
            <a:ext cx="274426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048284" y="1939651"/>
            <a:ext cx="2737111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049944" y="1757941"/>
            <a:ext cx="2735451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046880" y="1576063"/>
            <a:ext cx="273851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047835" y="1394353"/>
            <a:ext cx="2737560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060547" y="1212796"/>
            <a:ext cx="2724848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922273" y="1388875"/>
            <a:ext cx="2863122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of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554390" y="2261930"/>
            <a:ext cx="2231006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Weight,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kg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545190" y="1066644"/>
            <a:ext cx="2240205" cy="989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2" b="0">
                <a:solidFill>
                  <a:srgbClr val="000000"/>
                </a:solidFill>
                <a:latin typeface="Josefin Sans"/>
              </a:rPr>
              <a:t>Heavy</a:t>
            </a:r>
            <a:r>
              <a:rPr sz="502" b="0">
                <a:solidFill>
                  <a:srgbClr val="000000"/>
                </a:solidFill>
                <a:latin typeface="Josefin Sans"/>
              </a:rPr>
              <a:t> </a:t>
            </a:r>
            <a:r>
              <a:rPr sz="502" b="0">
                <a:solidFill>
                  <a:srgbClr val="000000"/>
                </a:solidFill>
                <a:latin typeface="Josefin Sans"/>
              </a:rPr>
              <a:t>men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168358" y="2483165"/>
            <a:ext cx="36170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181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cm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→</a:t>
            </a:r>
            <a:r>
              <a:rPr sz="996" b="0">
                <a:solidFill>
                  <a:srgbClr val="000000"/>
                </a:solidFill>
                <a:latin typeface="Josefin Sans"/>
              </a:rPr>
              <a:t>0.595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→</a:t>
            </a:r>
            <a:r>
              <a:rPr sz="996" b="0">
                <a:solidFill>
                  <a:srgbClr val="000000"/>
                </a:solidFill>
                <a:latin typeface="Josefin Sans"/>
              </a:rPr>
              <a:t>87.5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kg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889665" y="3150928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2448" y="3150704"/>
            <a:ext cx="12294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97075" y="1164894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97075" y="1387576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597075" y="1610271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5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68743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antecedent: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941" y="1056822"/>
            <a:ext cx="51334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0329" y="1056822"/>
            <a:ext cx="45950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project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941" y="1279516"/>
            <a:ext cx="51334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90329" y="1279516"/>
            <a:ext cx="45950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project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staffing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large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41" y="1502198"/>
            <a:ext cx="51334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0329" y="1502198"/>
            <a:ext cx="45950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project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inadequate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941" y="1724880"/>
            <a:ext cx="51334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90329" y="1724880"/>
            <a:ext cx="45950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risk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1858" y="1082131"/>
            <a:ext cx="24035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20246" y="1082131"/>
            <a:ext cx="18651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1858" y="1304813"/>
            <a:ext cx="24035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20246" y="1304813"/>
            <a:ext cx="18651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delicious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1858" y="1527495"/>
            <a:ext cx="24035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20246" y="1527495"/>
            <a:ext cx="18651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tip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generous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995" y="2007111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parts 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antecedent 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resolved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5" y="2179183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operations.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11490" y="2437297"/>
            <a:ext cx="36739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49031" y="2695411"/>
            <a:ext cx="36363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max(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89665" y="3150915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1701" y="3150691"/>
            <a:ext cx="15369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77857" y="1693037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30918" y="1915719"/>
            <a:ext cx="41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3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09158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3302" y="1362283"/>
            <a:ext cx="38420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1690" y="1362283"/>
            <a:ext cx="33037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temperature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3302" y="1584965"/>
            <a:ext cx="38420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1690" y="1584965"/>
            <a:ext cx="33037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water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reduced;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81668" y="1807647"/>
            <a:ext cx="33037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water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increased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8987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affected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antecedent.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9664" y="3150919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4775" y="3150695"/>
            <a:ext cx="13062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993" y="904469"/>
            <a:ext cx="50399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62533" y="904469"/>
            <a:ext cx="0" cy="53774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397473" y="904469"/>
            <a:ext cx="0" cy="53774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9993" y="1442212"/>
            <a:ext cx="50399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0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0003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929" y="1016881"/>
            <a:ext cx="53064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Fuzzy inference is a process of mapping from a given input to an output, using 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929" y="1188953"/>
            <a:ext cx="530646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914" y="1578590"/>
            <a:ext cx="5349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 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559" y="1578590"/>
            <a:ext cx="47878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Fuzzification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5914" y="1801272"/>
            <a:ext cx="5349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7559" y="1801272"/>
            <a:ext cx="47878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914" y="2023955"/>
            <a:ext cx="5349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7559" y="2023955"/>
            <a:ext cx="47878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Aggregation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5914" y="2246650"/>
            <a:ext cx="53494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4: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7559" y="2246650"/>
            <a:ext cx="47878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Defuzzification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89664" y="3150921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40208" y="3150697"/>
            <a:ext cx="14518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87847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techniques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inference.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8013" y="1212018"/>
            <a:ext cx="53773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013" y="1383681"/>
            <a:ext cx="53773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301" y="1711728"/>
            <a:ext cx="5057094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9507" y="1711728"/>
            <a:ext cx="4805888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Cambria Math"/>
              </a:rPr>
              <a:t>X</a:t>
            </a:r>
            <a:r>
              <a:rPr sz="741" b="0">
                <a:solidFill>
                  <a:srgbClr val="000000"/>
                </a:solidFill>
                <a:latin typeface="Cambria Math"/>
              </a:rPr>
              <a:t>1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A</a:t>
            </a:r>
            <a:r>
              <a:rPr sz="741" b="0">
                <a:solidFill>
                  <a:srgbClr val="000000"/>
                </a:solidFill>
                <a:latin typeface="Cambria Math"/>
              </a:rPr>
              <a:t>1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. . . and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X</a:t>
            </a:r>
            <a:r>
              <a:rPr sz="741" b="0">
                <a:solidFill>
                  <a:srgbClr val="000000"/>
                </a:solidFill>
                <a:latin typeface="Cambria Math"/>
              </a:rPr>
              <a:t>n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A</a:t>
            </a:r>
            <a:r>
              <a:rPr sz="741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632" y="1918898"/>
            <a:ext cx="5306763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507" y="1918898"/>
            <a:ext cx="4805888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Cambria Math"/>
              </a:rPr>
              <a:t>Y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B</a:t>
            </a:r>
            <a:r>
              <a:rPr sz="741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84002" y="1212017"/>
            <a:ext cx="27013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Takagi-Sugeno-Kang-style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4002" y="1383680"/>
            <a:ext cx="27013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mathematical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84002" y="1555765"/>
            <a:ext cx="27013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function.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4303" y="1883800"/>
            <a:ext cx="2381092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5497" y="1883800"/>
            <a:ext cx="2129898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Cambria Math"/>
              </a:rPr>
              <a:t>X</a:t>
            </a:r>
            <a:r>
              <a:rPr sz="741" b="0">
                <a:solidFill>
                  <a:srgbClr val="000000"/>
                </a:solidFill>
                <a:latin typeface="Cambria Math"/>
              </a:rPr>
              <a:t>1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A</a:t>
            </a:r>
            <a:r>
              <a:rPr sz="741" b="0">
                <a:solidFill>
                  <a:srgbClr val="000000"/>
                </a:solidFill>
                <a:latin typeface="Cambria Math"/>
              </a:rPr>
              <a:t>1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. . . and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X</a:t>
            </a:r>
            <a:r>
              <a:rPr sz="741" b="0">
                <a:solidFill>
                  <a:srgbClr val="000000"/>
                </a:solidFill>
                <a:latin typeface="Cambria Math"/>
              </a:rPr>
              <a:t>n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 </a:t>
            </a:r>
            <a:r>
              <a:rPr sz="1014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A</a:t>
            </a:r>
            <a:r>
              <a:rPr sz="741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34" y="2090970"/>
            <a:ext cx="2630761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5497" y="2093130"/>
            <a:ext cx="2129899" cy="1997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>
                <a:solidFill>
                  <a:srgbClr val="000000"/>
                </a:solidFill>
                <a:latin typeface="Cambria Math"/>
              </a:rPr>
              <a:t>Y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=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p</a:t>
            </a:r>
            <a:r>
              <a:rPr sz="741" b="0">
                <a:solidFill>
                  <a:srgbClr val="000000"/>
                </a:solidFill>
                <a:latin typeface="Cambria Math"/>
              </a:rPr>
              <a:t>0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p</a:t>
            </a:r>
            <a:r>
              <a:rPr sz="741" b="0">
                <a:solidFill>
                  <a:srgbClr val="000000"/>
                </a:solidFill>
                <a:latin typeface="Cambria Math"/>
              </a:rPr>
              <a:t>1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X</a:t>
            </a:r>
            <a:r>
              <a:rPr sz="741" b="0">
                <a:solidFill>
                  <a:srgbClr val="000000"/>
                </a:solidFill>
                <a:latin typeface="Cambria Math"/>
              </a:rPr>
              <a:t>1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. . .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 p</a:t>
            </a:r>
            <a:r>
              <a:rPr sz="741" b="0">
                <a:solidFill>
                  <a:srgbClr val="000000"/>
                </a:solidFill>
                <a:latin typeface="Cambria Math"/>
              </a:rPr>
              <a:t>n</a:t>
            </a:r>
            <a:r>
              <a:rPr sz="1014" b="0">
                <a:solidFill>
                  <a:srgbClr val="000000"/>
                </a:solidFill>
                <a:latin typeface="Cambria Math"/>
              </a:rPr>
              <a:t>X</a:t>
            </a:r>
            <a:r>
              <a:rPr sz="741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9001" y="2409523"/>
            <a:ext cx="440639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commonly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method.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89662" y="3150929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9217" y="3150705"/>
            <a:ext cx="1461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00559" y="1712483"/>
            <a:ext cx="2547140" cy="0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700559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55273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09987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64701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19415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74129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28843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483557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738271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92985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47699" y="1687010"/>
            <a:ext cx="0" cy="25473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700559" y="1075698"/>
            <a:ext cx="0" cy="636785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75086" y="1712483"/>
            <a:ext cx="25473" cy="0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675086" y="1585126"/>
            <a:ext cx="25473" cy="0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75086" y="1457769"/>
            <a:ext cx="25473" cy="0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75086" y="1330412"/>
            <a:ext cx="25473" cy="0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75086" y="1203055"/>
            <a:ext cx="25473" cy="0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75086" y="1075698"/>
            <a:ext cx="25473" cy="0"/>
          </a:xfrm>
          <a:prstGeom prst="line">
            <a:avLst/>
          </a:prstGeom>
          <a:ln w="35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700559" y="1075698"/>
            <a:ext cx="509428" cy="0"/>
          </a:xfrm>
          <a:prstGeom prst="line">
            <a:avLst/>
          </a:prstGeom>
          <a:ln w="3580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209987" y="1075698"/>
            <a:ext cx="509428" cy="636785"/>
          </a:xfrm>
          <a:prstGeom prst="line">
            <a:avLst/>
          </a:prstGeom>
          <a:ln w="3580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19415" y="1712483"/>
            <a:ext cx="1528284" cy="0"/>
          </a:xfrm>
          <a:prstGeom prst="line">
            <a:avLst/>
          </a:prstGeom>
          <a:ln w="3580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00559" y="1712483"/>
            <a:ext cx="509428" cy="0"/>
          </a:xfrm>
          <a:prstGeom prst="line">
            <a:avLst/>
          </a:prstGeom>
          <a:ln w="358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09987" y="1075698"/>
            <a:ext cx="509428" cy="636785"/>
          </a:xfrm>
          <a:prstGeom prst="line">
            <a:avLst/>
          </a:prstGeom>
          <a:ln w="358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19415" y="1075698"/>
            <a:ext cx="509428" cy="0"/>
          </a:xfrm>
          <a:prstGeom prst="line">
            <a:avLst/>
          </a:prstGeom>
          <a:ln w="358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28843" y="1075698"/>
            <a:ext cx="509428" cy="636785"/>
          </a:xfrm>
          <a:prstGeom prst="line">
            <a:avLst/>
          </a:prstGeom>
          <a:ln w="358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738271" y="1712483"/>
            <a:ext cx="509428" cy="0"/>
          </a:xfrm>
          <a:prstGeom prst="line">
            <a:avLst/>
          </a:prstGeom>
          <a:ln w="358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700559" y="1712483"/>
            <a:ext cx="1528284" cy="0"/>
          </a:xfrm>
          <a:prstGeom prst="line">
            <a:avLst/>
          </a:prstGeom>
          <a:ln w="3580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228843" y="1075698"/>
            <a:ext cx="509428" cy="636785"/>
          </a:xfrm>
          <a:prstGeom prst="line">
            <a:avLst/>
          </a:prstGeom>
          <a:ln w="3580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738271" y="1075698"/>
            <a:ext cx="509428" cy="0"/>
          </a:xfrm>
          <a:prstGeom prst="line">
            <a:avLst/>
          </a:prstGeom>
          <a:ln w="3580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710789" y="2779474"/>
            <a:ext cx="2487703" cy="0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710789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959560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8330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457100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705870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954641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203411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452181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700952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949722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198492" y="2754596"/>
            <a:ext cx="0" cy="24878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710789" y="2157549"/>
            <a:ext cx="0" cy="621925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685911" y="2779474"/>
            <a:ext cx="24878" cy="0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1685911" y="2655089"/>
            <a:ext cx="24878" cy="0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685911" y="2530704"/>
            <a:ext cx="24878" cy="0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685911" y="2406319"/>
            <a:ext cx="24878" cy="0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1685911" y="2281934"/>
            <a:ext cx="24878" cy="0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685911" y="2157549"/>
            <a:ext cx="24878" cy="0"/>
          </a:xfrm>
          <a:prstGeom prst="line">
            <a:avLst/>
          </a:prstGeom>
          <a:ln w="349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710789" y="2157549"/>
            <a:ext cx="497541" cy="0"/>
          </a:xfrm>
          <a:prstGeom prst="line">
            <a:avLst/>
          </a:prstGeom>
          <a:ln w="3497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208330" y="2157549"/>
            <a:ext cx="746311" cy="621925"/>
          </a:xfrm>
          <a:prstGeom prst="line">
            <a:avLst/>
          </a:prstGeom>
          <a:ln w="3497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54641" y="2779474"/>
            <a:ext cx="1243851" cy="0"/>
          </a:xfrm>
          <a:prstGeom prst="line">
            <a:avLst/>
          </a:prstGeom>
          <a:ln w="3497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710789" y="2779474"/>
            <a:ext cx="497541" cy="0"/>
          </a:xfrm>
          <a:prstGeom prst="line">
            <a:avLst/>
          </a:prstGeom>
          <a:ln w="3497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208330" y="2157549"/>
            <a:ext cx="746311" cy="621925"/>
          </a:xfrm>
          <a:prstGeom prst="line">
            <a:avLst/>
          </a:prstGeom>
          <a:ln w="3497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954641" y="2157549"/>
            <a:ext cx="746311" cy="621925"/>
          </a:xfrm>
          <a:prstGeom prst="line">
            <a:avLst/>
          </a:prstGeom>
          <a:ln w="3497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700952" y="2779474"/>
            <a:ext cx="497540" cy="0"/>
          </a:xfrm>
          <a:prstGeom prst="line">
            <a:avLst/>
          </a:prstGeom>
          <a:ln w="3497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710789" y="2779474"/>
            <a:ext cx="1243852" cy="0"/>
          </a:xfrm>
          <a:prstGeom prst="line">
            <a:avLst/>
          </a:prstGeom>
          <a:ln w="3497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954641" y="2157549"/>
            <a:ext cx="746311" cy="621925"/>
          </a:xfrm>
          <a:prstGeom prst="line">
            <a:avLst/>
          </a:prstGeom>
          <a:ln w="3497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700952" y="2157549"/>
            <a:ext cx="497540" cy="0"/>
          </a:xfrm>
          <a:prstGeom prst="line">
            <a:avLst/>
          </a:prstGeom>
          <a:ln w="3497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9993" y="5654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‘service’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‘tip’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9993" y="73755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78401" y="1727557"/>
            <a:ext cx="4106994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43989" y="1727557"/>
            <a:ext cx="3841406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91831" y="1727557"/>
            <a:ext cx="3593564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46070" y="1727557"/>
            <a:ext cx="3339325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00858" y="1727557"/>
            <a:ext cx="3084537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55241" y="1727557"/>
            <a:ext cx="2830154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9885" y="1727557"/>
            <a:ext cx="2575511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66496" y="1727557"/>
            <a:ext cx="2318899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19846" y="1727557"/>
            <a:ext cx="2065549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974014" y="1727557"/>
            <a:ext cx="1811382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14227" y="1727557"/>
            <a:ext cx="1571168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74428" y="1678441"/>
            <a:ext cx="4210967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82443" y="1551088"/>
            <a:ext cx="4202952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84303" y="1423734"/>
            <a:ext cx="4201092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80871" y="1296201"/>
            <a:ext cx="4204524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81940" y="1168839"/>
            <a:ext cx="4203455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96200" y="1041665"/>
            <a:ext cx="4189195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85735" y="1073304"/>
            <a:ext cx="3899660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896628" y="1097762"/>
            <a:ext cx="2888767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864946" y="1097762"/>
            <a:ext cx="1920449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58025" y="992402"/>
            <a:ext cx="2927370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1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76804" y="1048075"/>
            <a:ext cx="4308591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63" b="0">
                <a:solidFill>
                  <a:srgbClr val="000000"/>
                </a:solidFill>
                <a:latin typeface="Josefin Sans"/>
              </a:rPr>
              <a:t> </a:t>
            </a:r>
            <a:r>
              <a:rPr sz="563" b="0">
                <a:solidFill>
                  <a:srgbClr val="000000"/>
                </a:solidFill>
                <a:latin typeface="Josefin Sans"/>
              </a:rPr>
              <a:t>of</a:t>
            </a:r>
            <a:r>
              <a:rPr sz="563" b="0">
                <a:solidFill>
                  <a:srgbClr val="000000"/>
                </a:solidFill>
                <a:latin typeface="Josefin Sans"/>
              </a:rPr>
              <a:t> </a:t>
            </a:r>
            <a:r>
              <a:rPr sz="563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5049" y="1863437"/>
            <a:ext cx="3040346" cy="11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3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563" b="0">
                <a:solidFill>
                  <a:srgbClr val="000000"/>
                </a:solidFill>
                <a:latin typeface="Josefin Sans"/>
              </a:rPr>
              <a:t> </a:t>
            </a:r>
            <a:r>
              <a:rPr sz="563" b="0">
                <a:solidFill>
                  <a:srgbClr val="000000"/>
                </a:solidFill>
                <a:latin typeface="Josefin Sans"/>
              </a:rPr>
              <a:t>out</a:t>
            </a:r>
            <a:r>
              <a:rPr sz="563" b="0">
                <a:solidFill>
                  <a:srgbClr val="000000"/>
                </a:solidFill>
                <a:latin typeface="Josefin Sans"/>
              </a:rPr>
              <a:t> </a:t>
            </a:r>
            <a:r>
              <a:rPr sz="563" b="0">
                <a:solidFill>
                  <a:srgbClr val="000000"/>
                </a:solidFill>
                <a:latin typeface="Josefin Sans"/>
              </a:rPr>
              <a:t>of</a:t>
            </a:r>
            <a:r>
              <a:rPr sz="563" b="0">
                <a:solidFill>
                  <a:srgbClr val="000000"/>
                </a:solidFill>
                <a:latin typeface="Josefin Sans"/>
              </a:rPr>
              <a:t> </a:t>
            </a:r>
            <a:r>
              <a:rPr sz="563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61723" y="2794196"/>
            <a:ext cx="4123672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13953" y="2794196"/>
            <a:ext cx="3871442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3.0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162400" y="2794196"/>
            <a:ext cx="3622995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11172" y="2794196"/>
            <a:ext cx="3374223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9.0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649694" y="2794196"/>
            <a:ext cx="3135702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12.0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97755" y="2794196"/>
            <a:ext cx="2887640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15.0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46983" y="2794196"/>
            <a:ext cx="2638412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18.0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95992" y="2794196"/>
            <a:ext cx="2389403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21.0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38182" y="2794196"/>
            <a:ext cx="2147213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24.0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87893" y="2794196"/>
            <a:ext cx="1897502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27.0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31206" y="2794196"/>
            <a:ext cx="1654189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30.0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587592" y="2746227"/>
            <a:ext cx="4197803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595429" y="2621845"/>
            <a:ext cx="4189966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597246" y="2497464"/>
            <a:ext cx="4188149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593885" y="2372906"/>
            <a:ext cx="4191510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94938" y="2248516"/>
            <a:ext cx="4190457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608857" y="2124310"/>
            <a:ext cx="4176539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70266" y="2427862"/>
            <a:ext cx="3915129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cheap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34252" y="2403982"/>
            <a:ext cx="2951143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17773" y="2403982"/>
            <a:ext cx="1967622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generous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904819" y="2062699"/>
            <a:ext cx="2880576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1">
                <a:solidFill>
                  <a:srgbClr val="000000"/>
                </a:solidFill>
                <a:latin typeface="Josefin Sans"/>
              </a:rPr>
              <a:t>Tip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92255" y="2130571"/>
            <a:ext cx="4293140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50" b="0">
                <a:solidFill>
                  <a:srgbClr val="000000"/>
                </a:solidFill>
                <a:latin typeface="Josefin Sans"/>
              </a:rPr>
              <a:t> </a:t>
            </a:r>
            <a:r>
              <a:rPr sz="550" b="0">
                <a:solidFill>
                  <a:srgbClr val="000000"/>
                </a:solidFill>
                <a:latin typeface="Josefin Sans"/>
              </a:rPr>
              <a:t>of</a:t>
            </a:r>
            <a:r>
              <a:rPr sz="550" b="0">
                <a:solidFill>
                  <a:srgbClr val="000000"/>
                </a:solidFill>
                <a:latin typeface="Josefin Sans"/>
              </a:rPr>
              <a:t> </a:t>
            </a:r>
            <a:r>
              <a:rPr sz="550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89065" y="2923475"/>
            <a:ext cx="2996331" cy="10841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000000"/>
                </a:solidFill>
                <a:latin typeface="Josefin Sans"/>
              </a:rPr>
              <a:t>Percentage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639371" y="3150693"/>
            <a:ext cx="1460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6992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applies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83612" y="1340629"/>
            <a:ext cx="36017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2000" y="1340629"/>
            <a:ext cx="306339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83612" y="1563310"/>
            <a:ext cx="36017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22000" y="1563310"/>
            <a:ext cx="306339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tip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195027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restaurant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212235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percentage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tip?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8685" y="3150693"/>
            <a:ext cx="1467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46422" y="1798889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46422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34426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22429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10433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98436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86440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74443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62447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50451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38454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26458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46422" y="1078880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17620" y="179888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17620" y="165488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17620" y="151088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17620" y="136688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17620" y="122288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17620" y="107888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6422" y="1078880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22429" y="1078880"/>
            <a:ext cx="576007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698436" y="1798889"/>
            <a:ext cx="172802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46422" y="1798889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122429" y="1078880"/>
            <a:ext cx="576007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698436" y="1078880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74443" y="1078880"/>
            <a:ext cx="576008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850451" y="1798889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546422" y="1798889"/>
            <a:ext cx="1728021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274443" y="1078880"/>
            <a:ext cx="576008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850451" y="1078880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410432" y="1438884"/>
            <a:ext cx="0" cy="360004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566665" y="1438884"/>
            <a:ext cx="84376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1549400" y="14224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1"/>
                </a:moveTo>
                <a:lnTo>
                  <a:pt x="2" y="3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6665" y="1798888"/>
            <a:ext cx="84376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549400" y="17780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2"/>
                </a:moveTo>
                <a:lnTo>
                  <a:pt x="2" y="3"/>
                </a:lnTo>
                <a:lnTo>
                  <a:pt x="1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80006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9993" y="50170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Fuzzification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9995" y="739201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21357" y="1815933"/>
            <a:ext cx="42640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1667" y="1815933"/>
            <a:ext cx="39637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01889" y="1815933"/>
            <a:ext cx="36835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89367" y="1815933"/>
            <a:ext cx="33960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77443" y="1815933"/>
            <a:ext cx="31079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65083" y="1815933"/>
            <a:ext cx="28203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52997" y="1815933"/>
            <a:ext cx="25323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43146" y="1815933"/>
            <a:ext cx="224224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29608" y="1815933"/>
            <a:ext cx="195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7004" y="1815933"/>
            <a:ext cx="16683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8601" y="1815933"/>
            <a:ext cx="13967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03796" y="1760398"/>
            <a:ext cx="43815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869" y="1616400"/>
            <a:ext cx="43725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14972" y="1472403"/>
            <a:ext cx="43704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11081" y="1328202"/>
            <a:ext cx="43743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12300" y="1184194"/>
            <a:ext cx="43730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8414" y="1040399"/>
            <a:ext cx="43569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55789" y="1076173"/>
            <a:ext cx="40296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98799" y="1103828"/>
            <a:ext cx="28865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93671" y="1103828"/>
            <a:ext cx="179172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55162" y="984698"/>
            <a:ext cx="29302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1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93423" y="1047647"/>
            <a:ext cx="44919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27420" y="1969572"/>
            <a:ext cx="30579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11243" y="1400195"/>
            <a:ext cx="43741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9995" y="2198838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Let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denotes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‘service’.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10,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02435" y="2451669"/>
            <a:ext cx="31829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poor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82775" y="2641458"/>
            <a:ext cx="32026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05102" y="2831247"/>
            <a:ext cx="33802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excellence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89667" y="3150929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38535" y="3150705"/>
            <a:ext cx="146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26394" y="1929328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26394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14397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02401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90405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78408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66412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54416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42419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30423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18426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06430" y="190052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26394" y="1209319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497592" y="192932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497592" y="178532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497592" y="164132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497592" y="149732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497592" y="135332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497592" y="120931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26394" y="1209319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02401" y="1209319"/>
            <a:ext cx="864011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966412" y="1929328"/>
            <a:ext cx="144001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26394" y="1929328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102401" y="1209319"/>
            <a:ext cx="864011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966412" y="1209319"/>
            <a:ext cx="864011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830423" y="1929328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26394" y="1929328"/>
            <a:ext cx="1440018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966412" y="1209319"/>
            <a:ext cx="864011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830423" y="1209319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526395" y="1569324"/>
            <a:ext cx="100801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534407" y="1569324"/>
            <a:ext cx="0" cy="33976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514600" y="189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526395" y="1569324"/>
            <a:ext cx="1872023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398418" y="1569324"/>
            <a:ext cx="0" cy="33976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3378200" y="1892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9993" y="616526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9995" y="854022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Fire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degree.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69589" y="1946372"/>
            <a:ext cx="43158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61598" y="1946372"/>
            <a:ext cx="402379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49238" y="1946372"/>
            <a:ext cx="37361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37233" y="1946372"/>
            <a:ext cx="34481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13372" y="1946372"/>
            <a:ext cx="31720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12.0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00565" y="1946372"/>
            <a:ext cx="288483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15.0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9088" y="1946372"/>
            <a:ext cx="25963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18.0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77368" y="1946372"/>
            <a:ext cx="230802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21.0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57764" y="1946372"/>
            <a:ext cx="202763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24.0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46856" y="1946372"/>
            <a:ext cx="173853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27.0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28532" y="1946372"/>
            <a:ext cx="14568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30.0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83778" y="1890837"/>
            <a:ext cx="440161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92841" y="1746839"/>
            <a:ext cx="439255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94944" y="1602842"/>
            <a:ext cx="43904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91063" y="1458641"/>
            <a:ext cx="43943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92272" y="1314643"/>
            <a:ext cx="43931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08386" y="1170839"/>
            <a:ext cx="437700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11032" y="1378265"/>
            <a:ext cx="40743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cheap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27037" y="1350620"/>
            <a:ext cx="295835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65678" y="1350620"/>
            <a:ext cx="181971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generous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08743" y="1099511"/>
            <a:ext cx="28766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1">
                <a:solidFill>
                  <a:srgbClr val="000000"/>
                </a:solidFill>
                <a:latin typeface="Josefin Sans"/>
              </a:rPr>
              <a:t>Tip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73395" y="1178097"/>
            <a:ext cx="45120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74723" y="2096038"/>
            <a:ext cx="30106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Percentage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91226" y="1530635"/>
            <a:ext cx="439416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68562" y="1946372"/>
            <a:ext cx="33168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10.5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36206" y="1946372"/>
            <a:ext cx="24491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19.5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94623" y="2332291"/>
            <a:ext cx="409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99458" y="2332291"/>
            <a:ext cx="35859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31577" y="2332771"/>
            <a:ext cx="265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94623" y="2534728"/>
            <a:ext cx="40907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99458" y="2534728"/>
            <a:ext cx="35859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993" y="279891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amount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‘average’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10.5%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19.5%.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89664" y="3150916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42558" y="3150692"/>
            <a:ext cx="1428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26391" y="186417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26391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14394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02398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90402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78405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66409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54412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42416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30420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18423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06427" y="183537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26391" y="1144167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497589" y="186417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497589" y="172017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497589" y="157617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497589" y="143217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497589" y="128816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497589" y="114416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26391" y="1144167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02398" y="1144167"/>
            <a:ext cx="864011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966409" y="1864176"/>
            <a:ext cx="144001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26391" y="1864176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102398" y="1144167"/>
            <a:ext cx="864011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966409" y="1144167"/>
            <a:ext cx="864011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830420" y="1864176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26391" y="1864176"/>
            <a:ext cx="1440018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966409" y="1144167"/>
            <a:ext cx="864011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830420" y="1144167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526391" y="1504172"/>
            <a:ext cx="100801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534403" y="1504172"/>
            <a:ext cx="0" cy="33976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2514600" y="1828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526391" y="1504172"/>
            <a:ext cx="1872023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398414" y="1504172"/>
            <a:ext cx="0" cy="33976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3378200" y="1828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197198" y="2872161"/>
            <a:ext cx="1583479" cy="0"/>
          </a:xfrm>
          <a:prstGeom prst="line">
            <a:avLst/>
          </a:prstGeom>
          <a:ln w="445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197198" y="2238769"/>
            <a:ext cx="791739" cy="633392"/>
          </a:xfrm>
          <a:prstGeom prst="line">
            <a:avLst/>
          </a:prstGeom>
          <a:ln w="445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88937" y="2238769"/>
            <a:ext cx="791740" cy="633392"/>
          </a:xfrm>
          <a:prstGeom prst="line">
            <a:avLst/>
          </a:prstGeom>
          <a:ln w="445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97198" y="2238769"/>
            <a:ext cx="0" cy="633392"/>
          </a:xfrm>
          <a:prstGeom prst="line">
            <a:avLst/>
          </a:prstGeom>
          <a:ln w="445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97198" y="2555465"/>
            <a:ext cx="1187610" cy="0"/>
          </a:xfrm>
          <a:prstGeom prst="line">
            <a:avLst/>
          </a:prstGeom>
          <a:ln w="445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reeform 75"/>
          <p:cNvSpPr/>
          <p:nvPr/>
        </p:nvSpPr>
        <p:spPr>
          <a:xfrm>
            <a:off x="1193800" y="2552700"/>
            <a:ext cx="1587500" cy="317500"/>
          </a:xfrm>
          <a:custGeom>
            <a:avLst/>
            <a:gdLst/>
            <a:ahLst/>
            <a:cxnLst/>
            <a:rect l="l" t="t" r="r" b="b"/>
            <a:pathLst>
              <a:path w="125" h="25">
                <a:moveTo>
                  <a:pt x="0" y="25"/>
                </a:moveTo>
                <a:lnTo>
                  <a:pt x="31" y="0"/>
                </a:lnTo>
                <a:lnTo>
                  <a:pt x="94" y="0"/>
                </a:lnTo>
                <a:lnTo>
                  <a:pt x="125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3116573" y="2889344"/>
            <a:ext cx="1583480" cy="0"/>
          </a:xfrm>
          <a:prstGeom prst="line">
            <a:avLst/>
          </a:prstGeom>
          <a:ln w="445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116573" y="2255952"/>
            <a:ext cx="791739" cy="633392"/>
          </a:xfrm>
          <a:prstGeom prst="line">
            <a:avLst/>
          </a:prstGeom>
          <a:ln w="445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908312" y="2255952"/>
            <a:ext cx="791741" cy="633392"/>
          </a:xfrm>
          <a:prstGeom prst="line">
            <a:avLst/>
          </a:prstGeom>
          <a:ln w="445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116573" y="2255952"/>
            <a:ext cx="0" cy="633392"/>
          </a:xfrm>
          <a:prstGeom prst="line">
            <a:avLst/>
          </a:prstGeom>
          <a:ln w="445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16573" y="2572648"/>
            <a:ext cx="1187610" cy="0"/>
          </a:xfrm>
          <a:prstGeom prst="line">
            <a:avLst/>
          </a:prstGeom>
          <a:ln w="445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908312" y="2255952"/>
            <a:ext cx="0" cy="316696"/>
          </a:xfrm>
          <a:prstGeom prst="line">
            <a:avLst/>
          </a:prstGeom>
          <a:ln w="445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111500" y="2578100"/>
            <a:ext cx="1587500" cy="317500"/>
          </a:xfrm>
          <a:custGeom>
            <a:avLst/>
            <a:gdLst/>
            <a:ahLst/>
            <a:cxnLst/>
            <a:rect l="l" t="t" r="r" b="b"/>
            <a:pathLst>
              <a:path w="125" h="25">
                <a:moveTo>
                  <a:pt x="0" y="25"/>
                </a:moveTo>
                <a:lnTo>
                  <a:pt x="63" y="0"/>
                </a:lnTo>
                <a:lnTo>
                  <a:pt x="125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-6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87998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9993" y="55100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9991" y="788871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function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consequent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‘clipped’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‘scaled’.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69586" y="1881219"/>
            <a:ext cx="431580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61595" y="1881219"/>
            <a:ext cx="40238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3.0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49235" y="1881219"/>
            <a:ext cx="373616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37230" y="1881219"/>
            <a:ext cx="34481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13369" y="1881219"/>
            <a:ext cx="31720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12.0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900562" y="1881219"/>
            <a:ext cx="28848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15.0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89085" y="1881219"/>
            <a:ext cx="259631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18.0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77365" y="1881219"/>
            <a:ext cx="230803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21.0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57761" y="1881219"/>
            <a:ext cx="202763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24.0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46853" y="1881219"/>
            <a:ext cx="173854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27.0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28529" y="1881219"/>
            <a:ext cx="145686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30.0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83775" y="1825685"/>
            <a:ext cx="440162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92838" y="1681687"/>
            <a:ext cx="43925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94941" y="1537690"/>
            <a:ext cx="439045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91060" y="1393489"/>
            <a:ext cx="43943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92269" y="1249481"/>
            <a:ext cx="43931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08383" y="1105686"/>
            <a:ext cx="437701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11029" y="1313113"/>
            <a:ext cx="40743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cheap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827034" y="1285458"/>
            <a:ext cx="29583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65675" y="1285458"/>
            <a:ext cx="181972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generous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08740" y="1034359"/>
            <a:ext cx="28766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1">
                <a:solidFill>
                  <a:srgbClr val="000000"/>
                </a:solidFill>
                <a:latin typeface="Josefin Sans"/>
              </a:rPr>
              <a:t>Tip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73392" y="1112934"/>
            <a:ext cx="451200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74720" y="2030886"/>
            <a:ext cx="30106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Percentage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91222" y="1465483"/>
            <a:ext cx="439417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68558" y="1881219"/>
            <a:ext cx="331683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10.5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36202" y="1881219"/>
            <a:ext cx="24491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19.5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8563" y="2512925"/>
            <a:ext cx="4736832" cy="1380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1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31365" y="2903097"/>
            <a:ext cx="3954030" cy="1380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1" b="1">
                <a:solidFill>
                  <a:srgbClr val="000000"/>
                </a:solidFill>
                <a:latin typeface="Josefin Sans"/>
              </a:rPr>
              <a:t>Clipped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67938" y="2530108"/>
            <a:ext cx="2817457" cy="1380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1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773799" y="2920291"/>
            <a:ext cx="2011596" cy="1380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1" b="1">
                <a:solidFill>
                  <a:srgbClr val="000000"/>
                </a:solidFill>
                <a:latin typeface="Josefin Sans"/>
              </a:rPr>
              <a:t>Scaled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89645" y="3150917"/>
            <a:ext cx="8957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39669" y="3150693"/>
            <a:ext cx="1457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5155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Aggregation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consequents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04" y="1423624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Aggregation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unification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404" y="1651373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important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multiple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fired.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04" y="1879122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look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latter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example.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89662" y="3150917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8531" y="3150693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275572" y="2139733"/>
            <a:ext cx="53336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6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77440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Defuzzification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405" y="1046472"/>
            <a:ext cx="53159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crisp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final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05" y="1274221"/>
            <a:ext cx="53159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centroid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technique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commonly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crisp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405" y="1501957"/>
            <a:ext cx="53159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centroid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(centre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gravity)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identified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12975" y="2070353"/>
            <a:ext cx="3572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centre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gravity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03765" y="1812401"/>
            <a:ext cx="24816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5571" y="2040150"/>
            <a:ext cx="250982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6594" y="1901288"/>
            <a:ext cx="22988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·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5604" y="2162387"/>
            <a:ext cx="23997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7423" y="2390123"/>
            <a:ext cx="242797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8433" y="2252915"/>
            <a:ext cx="22169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89667" y="3150917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17136" y="3150693"/>
            <a:ext cx="1682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90392" y="1571840"/>
            <a:ext cx="180002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090392" y="1535838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390377" y="1535838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690390" y="1535838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90403" y="1535838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290388" y="1535838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590401" y="1535838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90414" y="1535838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90390" y="1211836"/>
            <a:ext cx="0" cy="3600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990403" y="1211836"/>
            <a:ext cx="0" cy="3600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290388" y="1211836"/>
            <a:ext cx="0" cy="3600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390377" y="1332078"/>
            <a:ext cx="0" cy="23976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590401" y="1332078"/>
            <a:ext cx="0" cy="23976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090392" y="851832"/>
            <a:ext cx="900011" cy="720008"/>
          </a:xfrm>
          <a:prstGeom prst="line">
            <a:avLst/>
          </a:prstGeom>
          <a:ln w="506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90403" y="851832"/>
            <a:ext cx="900011" cy="720008"/>
          </a:xfrm>
          <a:prstGeom prst="line">
            <a:avLst/>
          </a:prstGeom>
          <a:ln w="506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090392" y="851832"/>
            <a:ext cx="0" cy="72000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090392" y="1211836"/>
            <a:ext cx="1350016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090392" y="1332078"/>
            <a:ext cx="150003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2095500" y="1206500"/>
            <a:ext cx="1790700" cy="368300"/>
          </a:xfrm>
          <a:custGeom>
            <a:avLst/>
            <a:gdLst/>
            <a:ahLst/>
            <a:cxnLst/>
            <a:rect l="l" t="t" r="r" b="b"/>
            <a:pathLst>
              <a:path w="141" h="29">
                <a:moveTo>
                  <a:pt x="0" y="29"/>
                </a:moveTo>
                <a:lnTo>
                  <a:pt x="35" y="0"/>
                </a:lnTo>
                <a:lnTo>
                  <a:pt x="106" y="0"/>
                </a:lnTo>
                <a:lnTo>
                  <a:pt x="141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959100" y="1536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3"/>
                </a:moveTo>
                <a:lnTo>
                  <a:pt x="5" y="0"/>
                </a:lnTo>
                <a:lnTo>
                  <a:pt x="0" y="0"/>
                </a:lnTo>
                <a:lnTo>
                  <a:pt x="2" y="3"/>
                </a:lnTo>
                <a:close/>
              </a:path>
            </a:pathLst>
          </a:custGeom>
          <a:solidFill>
            <a:srgbClr val="FFFFF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745701" y="2337865"/>
            <a:ext cx="472529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88638" y="2337865"/>
            <a:ext cx="237204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9993" y="62400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Defuzzification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63620" y="1593145"/>
            <a:ext cx="372177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63607" y="1593145"/>
            <a:ext cx="34217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48785" y="1593145"/>
            <a:ext cx="313661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7782" y="1593145"/>
            <a:ext cx="283761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8416" y="1593145"/>
            <a:ext cx="25369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48784" y="1593145"/>
            <a:ext cx="22366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39271" y="1593145"/>
            <a:ext cx="194612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12109" y="1523727"/>
            <a:ext cx="387328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1431" y="1163479"/>
            <a:ext cx="38639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18485" y="1283722"/>
            <a:ext cx="396691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0.333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11282" y="1787005"/>
            <a:ext cx="297411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Clipped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4146" y="2282360"/>
            <a:ext cx="49012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centre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gravity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=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6537" y="2066966"/>
            <a:ext cx="40088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45702" y="2249935"/>
            <a:ext cx="403969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38831" y="2142042"/>
            <a:ext cx="38465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·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45650" y="2359840"/>
            <a:ext cx="39397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14802" y="2542822"/>
            <a:ext cx="397059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07944" y="2436228"/>
            <a:ext cx="377745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59923" y="2213585"/>
            <a:ext cx="34254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(6 + 24)(0) + (9 + 21)(0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333) + (12 + 15 + 18)(0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18990" y="2359889"/>
            <a:ext cx="26664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2(0) + 2(0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333) + 3(0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16987" y="2670441"/>
            <a:ext cx="416840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 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89662" y="3150916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40207" y="3150692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05835" y="1499995"/>
            <a:ext cx="180002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105835" y="1463993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405820" y="1463993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05833" y="1463993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005846" y="1463993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305831" y="1463993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05845" y="1463993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905857" y="1463993"/>
            <a:ext cx="0" cy="3600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005846" y="1139991"/>
            <a:ext cx="0" cy="36000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705833" y="1259870"/>
            <a:ext cx="0" cy="2401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05831" y="1259870"/>
            <a:ext cx="0" cy="240125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405820" y="1380117"/>
            <a:ext cx="0" cy="1198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605845" y="1380117"/>
            <a:ext cx="0" cy="11987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105835" y="779986"/>
            <a:ext cx="900011" cy="720009"/>
          </a:xfrm>
          <a:prstGeom prst="line">
            <a:avLst/>
          </a:prstGeom>
          <a:ln w="506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05846" y="779986"/>
            <a:ext cx="900011" cy="720009"/>
          </a:xfrm>
          <a:prstGeom prst="line">
            <a:avLst/>
          </a:prstGeom>
          <a:ln w="506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105835" y="779986"/>
            <a:ext cx="0" cy="72000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05835" y="1139991"/>
            <a:ext cx="90001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105835" y="1259870"/>
            <a:ext cx="1199892" cy="362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105835" y="1380117"/>
            <a:ext cx="1500031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108200" y="1143000"/>
            <a:ext cx="1803400" cy="355600"/>
          </a:xfrm>
          <a:custGeom>
            <a:avLst/>
            <a:gdLst/>
            <a:ahLst/>
            <a:cxnLst/>
            <a:rect l="l" t="t" r="r" b="b"/>
            <a:pathLst>
              <a:path w="142" h="28">
                <a:moveTo>
                  <a:pt x="0" y="28"/>
                </a:moveTo>
                <a:lnTo>
                  <a:pt x="71" y="0"/>
                </a:lnTo>
                <a:lnTo>
                  <a:pt x="142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971800" y="1460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3" y="3"/>
                </a:moveTo>
                <a:lnTo>
                  <a:pt x="6" y="0"/>
                </a:lnTo>
                <a:lnTo>
                  <a:pt x="0" y="0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 w="50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554501" y="2246477"/>
            <a:ext cx="472529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297437" y="2246477"/>
            <a:ext cx="2754427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80001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Mamdani-style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9993" y="55214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Defuzzification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79051" y="1521300"/>
            <a:ext cx="370634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79037" y="1521300"/>
            <a:ext cx="34063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64216" y="1521300"/>
            <a:ext cx="31211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63212" y="1521300"/>
            <a:ext cx="28221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63859" y="1521300"/>
            <a:ext cx="25215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4214" y="1521300"/>
            <a:ext cx="22211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54714" y="1521300"/>
            <a:ext cx="19306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7553" y="1451882"/>
            <a:ext cx="385784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36862" y="1091633"/>
            <a:ext cx="38485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33928" y="1211509"/>
            <a:ext cx="39514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0.333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03054" y="1331752"/>
            <a:ext cx="398234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0.1667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52938" y="1715160"/>
            <a:ext cx="293245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Scaled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2945" y="2190985"/>
            <a:ext cx="50924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centre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gravity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85336" y="1975590"/>
            <a:ext cx="42000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54501" y="2158559"/>
            <a:ext cx="423089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47630" y="2050653"/>
            <a:ext cx="40377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·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54450" y="2268465"/>
            <a:ext cx="41309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23601" y="2451434"/>
            <a:ext cx="416179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16743" y="2344852"/>
            <a:ext cx="39686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68735" y="2122196"/>
            <a:ext cx="36166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(6 + 24)(0) + (9 + 21)(0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1667) + (12 + 18)(0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333) + 15(0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03887" y="2268500"/>
            <a:ext cx="288150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2(0) + 2(0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1667) + 2(0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333) + 0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25786" y="2579065"/>
            <a:ext cx="43596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 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4678" y="2918345"/>
            <a:ext cx="505071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final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output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system,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i.e.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percentage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tip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that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would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be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given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15%.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89662" y="3150916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25627" y="3150691"/>
            <a:ext cx="1597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Takagi-Sugeno-Kang-style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978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Sugeno-style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shortens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singleton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6995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78043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modified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slightly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Sugeno-style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inference.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9665" y="3150918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4640" y="3150694"/>
            <a:ext cx="1607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29774" y="1565738"/>
            <a:ext cx="2700033" cy="0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29774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99777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69781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39784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09787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79790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49794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19797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789801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059804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329807" y="1538736"/>
            <a:ext cx="0" cy="27002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29774" y="890730"/>
            <a:ext cx="0" cy="675008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02772" y="1565738"/>
            <a:ext cx="27002" cy="0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602772" y="1430736"/>
            <a:ext cx="27002" cy="0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02772" y="1295734"/>
            <a:ext cx="27002" cy="0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02772" y="1160733"/>
            <a:ext cx="27002" cy="0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02772" y="1025731"/>
            <a:ext cx="27002" cy="0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02772" y="890730"/>
            <a:ext cx="27002" cy="0"/>
          </a:xfrm>
          <a:prstGeom prst="line">
            <a:avLst/>
          </a:prstGeom>
          <a:ln w="379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29774" y="890730"/>
            <a:ext cx="540007" cy="0"/>
          </a:xfrm>
          <a:prstGeom prst="line">
            <a:avLst/>
          </a:prstGeom>
          <a:ln w="379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69781" y="890730"/>
            <a:ext cx="540006" cy="675008"/>
          </a:xfrm>
          <a:prstGeom prst="line">
            <a:avLst/>
          </a:prstGeom>
          <a:ln w="379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09787" y="1565738"/>
            <a:ext cx="1620020" cy="0"/>
          </a:xfrm>
          <a:prstGeom prst="line">
            <a:avLst/>
          </a:prstGeom>
          <a:ln w="379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29774" y="1565738"/>
            <a:ext cx="540007" cy="0"/>
          </a:xfrm>
          <a:prstGeom prst="line">
            <a:avLst/>
          </a:prstGeom>
          <a:ln w="379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169781" y="890730"/>
            <a:ext cx="540006" cy="675008"/>
          </a:xfrm>
          <a:prstGeom prst="line">
            <a:avLst/>
          </a:prstGeom>
          <a:ln w="379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09787" y="890730"/>
            <a:ext cx="540007" cy="0"/>
          </a:xfrm>
          <a:prstGeom prst="line">
            <a:avLst/>
          </a:prstGeom>
          <a:ln w="379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49794" y="890730"/>
            <a:ext cx="540007" cy="675008"/>
          </a:xfrm>
          <a:prstGeom prst="line">
            <a:avLst/>
          </a:prstGeom>
          <a:ln w="379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789801" y="1565738"/>
            <a:ext cx="540006" cy="0"/>
          </a:xfrm>
          <a:prstGeom prst="line">
            <a:avLst/>
          </a:prstGeom>
          <a:ln w="379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629774" y="1565738"/>
            <a:ext cx="1620020" cy="0"/>
          </a:xfrm>
          <a:prstGeom prst="line">
            <a:avLst/>
          </a:prstGeom>
          <a:ln w="379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249794" y="890730"/>
            <a:ext cx="540007" cy="675008"/>
          </a:xfrm>
          <a:prstGeom prst="line">
            <a:avLst/>
          </a:prstGeom>
          <a:ln w="379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789801" y="890730"/>
            <a:ext cx="540006" cy="0"/>
          </a:xfrm>
          <a:prstGeom prst="line">
            <a:avLst/>
          </a:prstGeom>
          <a:ln w="379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3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80017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Sugeno-style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9993" y="54644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‘service’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06276" y="1581726"/>
            <a:ext cx="4179119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87816" y="1581726"/>
            <a:ext cx="3897579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50534" y="1581726"/>
            <a:ext cx="3634861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20035" y="1581726"/>
            <a:ext cx="3365361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90116" y="1581726"/>
            <a:ext cx="3095279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59769" y="1581726"/>
            <a:ext cx="2825626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29698" y="1581726"/>
            <a:ext cx="2555698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1703" y="1581726"/>
            <a:ext cx="2283692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70260" y="1581726"/>
            <a:ext cx="2015135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39694" y="1581726"/>
            <a:ext cx="1745701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4326" y="1581726"/>
            <a:ext cx="1491069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96062" y="1529662"/>
            <a:ext cx="4289333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04568" y="1394655"/>
            <a:ext cx="4280827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06539" y="1259657"/>
            <a:ext cx="4278856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02901" y="1124468"/>
            <a:ext cx="4282494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04034" y="989471"/>
            <a:ext cx="4281361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19141" y="854663"/>
            <a:ext cx="4266254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6065" y="888201"/>
            <a:ext cx="3959330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97637" y="914119"/>
            <a:ext cx="2887758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24079" y="914119"/>
            <a:ext cx="1861316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56718" y="802443"/>
            <a:ext cx="2928677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92587" y="861458"/>
            <a:ext cx="4392808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36960" y="1725753"/>
            <a:ext cx="3048435" cy="1176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0007" y="1959892"/>
            <a:ext cx="54253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Sugeno-style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93379" y="2230593"/>
            <a:ext cx="3692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31767" y="2230593"/>
            <a:ext cx="31536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93379" y="2453275"/>
            <a:ext cx="3692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31768" y="2453275"/>
            <a:ext cx="31536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tip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×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0007" y="2735506"/>
            <a:ext cx="54253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restaurant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0007" y="2907578"/>
            <a:ext cx="54253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percentage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tip?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89678" y="3150916"/>
            <a:ext cx="8957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25948" y="3150691"/>
            <a:ext cx="15944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46422" y="1798889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46422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34426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22429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10433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98436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86440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74443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62447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50451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38454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26458" y="17700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46422" y="1078880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17620" y="179888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17620" y="165488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17620" y="151088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17620" y="136688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17620" y="122288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17620" y="107888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6422" y="1078880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22429" y="1078880"/>
            <a:ext cx="576007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698436" y="1798889"/>
            <a:ext cx="172802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46422" y="1798889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122429" y="1078880"/>
            <a:ext cx="576007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698436" y="1078880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274443" y="1078880"/>
            <a:ext cx="576008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850451" y="1798889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546422" y="1798889"/>
            <a:ext cx="1728021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274443" y="1078880"/>
            <a:ext cx="576008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850451" y="1078880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410432" y="1438884"/>
            <a:ext cx="0" cy="360004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566665" y="1438884"/>
            <a:ext cx="84376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1549400" y="14224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1"/>
                </a:moveTo>
                <a:lnTo>
                  <a:pt x="2" y="3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H="1">
            <a:off x="1566665" y="1798888"/>
            <a:ext cx="84376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549400" y="17780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2"/>
                </a:moveTo>
                <a:lnTo>
                  <a:pt x="2" y="3"/>
                </a:lnTo>
                <a:lnTo>
                  <a:pt x="1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80006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Sugeno-style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9993" y="50170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Fuzzification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9995" y="739201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21357" y="1815933"/>
            <a:ext cx="42640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1667" y="1815933"/>
            <a:ext cx="39637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01889" y="1815933"/>
            <a:ext cx="36835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89367" y="1815933"/>
            <a:ext cx="33960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77443" y="1815933"/>
            <a:ext cx="31079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65083" y="1815933"/>
            <a:ext cx="28203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52997" y="1815933"/>
            <a:ext cx="25323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43146" y="1815933"/>
            <a:ext cx="224224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29608" y="1815933"/>
            <a:ext cx="195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7004" y="1815933"/>
            <a:ext cx="16683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8601" y="1815933"/>
            <a:ext cx="13967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03796" y="1760398"/>
            <a:ext cx="43815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869" y="1616400"/>
            <a:ext cx="43725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14972" y="1472403"/>
            <a:ext cx="43704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11081" y="1328202"/>
            <a:ext cx="43743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12300" y="1184194"/>
            <a:ext cx="43730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8414" y="1040399"/>
            <a:ext cx="43569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55789" y="1076173"/>
            <a:ext cx="40296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98799" y="1103828"/>
            <a:ext cx="28865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93671" y="1103828"/>
            <a:ext cx="179172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55162" y="984698"/>
            <a:ext cx="29302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1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93423" y="1047647"/>
            <a:ext cx="44919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27420" y="1969572"/>
            <a:ext cx="30579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11243" y="1400195"/>
            <a:ext cx="43741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9995" y="2198838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Let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denotes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‘service’.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10,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02435" y="2451669"/>
            <a:ext cx="31829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poor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82775" y="2641458"/>
            <a:ext cx="32026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05102" y="2831247"/>
            <a:ext cx="33802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excellence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89667" y="3150929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4108" y="3150705"/>
            <a:ext cx="16128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252420" y="2854104"/>
            <a:ext cx="144001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252420" y="282530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540423" y="282530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28427" y="282530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116430" y="282530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404434" y="282530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92437" y="282530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52420" y="2134095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223618" y="285410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223618" y="271010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223618" y="256610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223618" y="242209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223618" y="227809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223618" y="213409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116430" y="2494100"/>
            <a:ext cx="0" cy="360004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52420" y="2494100"/>
            <a:ext cx="864010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880006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Sugeno-style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993" y="51900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9995" y="756485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According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12215" y="1010740"/>
            <a:ext cx="41731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17049" y="1010740"/>
            <a:ext cx="36683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13989" y="1011220"/>
            <a:ext cx="257140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→</a:t>
            </a: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12215" y="1213178"/>
            <a:ext cx="41731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7049" y="1213178"/>
            <a:ext cx="36683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×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9995" y="1477616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tip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 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×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3 = 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996" y="1715487"/>
            <a:ext cx="54253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firing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strength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5615" y="2871148"/>
            <a:ext cx="358978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7624" y="2871148"/>
            <a:ext cx="329777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75253" y="2871148"/>
            <a:ext cx="301014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63259" y="2871148"/>
            <a:ext cx="272213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39397" y="2871148"/>
            <a:ext cx="24459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12.0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26580" y="2871148"/>
            <a:ext cx="21588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15.0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09794" y="2815613"/>
            <a:ext cx="367560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4411" y="2095614"/>
            <a:ext cx="36509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14760" y="2024287"/>
            <a:ext cx="28706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1">
                <a:solidFill>
                  <a:srgbClr val="000000"/>
                </a:solidFill>
                <a:latin typeface="Josefin Sans"/>
              </a:rPr>
              <a:t>Tip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99421" y="2102863"/>
            <a:ext cx="378597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0750" y="2963217"/>
            <a:ext cx="300464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Percentage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17241" y="2455410"/>
            <a:ext cx="366815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89667" y="3150928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23955" y="3150704"/>
            <a:ext cx="16144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Sugeno-style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33375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Aggregation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consequents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04" y="1605831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Skip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fired.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7979" y="3150693"/>
            <a:ext cx="1574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83637" y="1593087"/>
            <a:ext cx="5193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67586" y="2450565"/>
            <a:ext cx="31631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6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Sugeno-style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inference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75917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Defuzzification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5" y="996655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final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crisp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obtained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weighted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formula.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41831" y="1523719"/>
            <a:ext cx="37435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weighted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1832" y="1265754"/>
            <a:ext cx="25735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83638" y="1493503"/>
            <a:ext cx="260175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4661" y="1354654"/>
            <a:ext cx="23907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·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3670" y="1615740"/>
            <a:ext cx="24917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996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5489" y="1843489"/>
            <a:ext cx="251990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6499" y="1706281"/>
            <a:ext cx="23088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α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23518" y="2296079"/>
            <a:ext cx="34618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MSAM10"/>
              </a:rPr>
              <a:t>∴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tip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·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44916" y="2470096"/>
            <a:ext cx="29404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34235" y="2383304"/>
            <a:ext cx="26511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89667" y="3150916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5099" y="3150692"/>
            <a:ext cx="1602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48396" y="1188097"/>
            <a:ext cx="60225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50655" y="1188097"/>
            <a:ext cx="6828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33509" y="1188097"/>
            <a:ext cx="11780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60763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two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759459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variables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0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24303" y="1013713"/>
            <a:ext cx="40610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6563" y="1013713"/>
            <a:ext cx="34588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09418" y="1013713"/>
            <a:ext cx="27759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3368" y="1223339"/>
            <a:ext cx="3872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6260" y="1223339"/>
            <a:ext cx="32691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09429" y="1223339"/>
            <a:ext cx="27759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3368" y="1425777"/>
            <a:ext cx="3872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6259" y="1425777"/>
            <a:ext cx="3269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09428" y="1425777"/>
            <a:ext cx="277596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13367" y="1628215"/>
            <a:ext cx="38720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6259" y="1628215"/>
            <a:ext cx="32691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09427" y="1628215"/>
            <a:ext cx="277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16237" y="1893924"/>
            <a:ext cx="38691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15712" y="1893924"/>
            <a:ext cx="3269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09427" y="1893924"/>
            <a:ext cx="277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16236" y="2096362"/>
            <a:ext cx="38691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15712" y="2096362"/>
            <a:ext cx="3269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09427" y="2096362"/>
            <a:ext cx="277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17315" y="2362071"/>
            <a:ext cx="386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18436" y="2362071"/>
            <a:ext cx="32669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09426" y="2362071"/>
            <a:ext cx="2775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17315" y="2564509"/>
            <a:ext cx="386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18436" y="2564509"/>
            <a:ext cx="32669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09426" y="2564509"/>
            <a:ext cx="2775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17315" y="2766947"/>
            <a:ext cx="386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18435" y="2766947"/>
            <a:ext cx="32669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09426" y="2766947"/>
            <a:ext cx="2775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23953" y="3150693"/>
            <a:ext cx="1614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66208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following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41" y="843336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741" y="1045400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1577" y="1045400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741" y="1247838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1577" y="1247838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5741" y="1450276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1577" y="1450276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742" y="1855539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5742" y="2057603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1577" y="2057603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5742" y="2260041"/>
            <a:ext cx="46896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1578" y="2260041"/>
            <a:ext cx="41738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5742" y="2462479"/>
            <a:ext cx="46896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1578" y="2462479"/>
            <a:ext cx="41738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3562" y="1450650"/>
            <a:ext cx="20118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73562" y="1652727"/>
            <a:ext cx="20118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85740" y="1652727"/>
            <a:ext cx="14996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3563" y="1855165"/>
            <a:ext cx="20118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85741" y="1855165"/>
            <a:ext cx="149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1" y="2729395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3.5,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6.5,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89662" y="3150918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16140" y="3150694"/>
            <a:ext cx="1692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48396" y="1097000"/>
            <a:ext cx="60225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50655" y="1097000"/>
            <a:ext cx="6828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33509" y="1097000"/>
            <a:ext cx="11780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66836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First,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draw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function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graph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paper.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4304" y="922616"/>
            <a:ext cx="40610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6563" y="922616"/>
            <a:ext cx="34588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09419" y="922616"/>
            <a:ext cx="27759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13368" y="1132242"/>
            <a:ext cx="3872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6260" y="1132242"/>
            <a:ext cx="32691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09429" y="1132242"/>
            <a:ext cx="27759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13368" y="1334680"/>
            <a:ext cx="38720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6260" y="1334680"/>
            <a:ext cx="32691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09429" y="1334680"/>
            <a:ext cx="27759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13367" y="1537118"/>
            <a:ext cx="38720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6259" y="1537118"/>
            <a:ext cx="32691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09428" y="1537118"/>
            <a:ext cx="277596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16237" y="1802827"/>
            <a:ext cx="38691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5713" y="1802827"/>
            <a:ext cx="32696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09427" y="1802827"/>
            <a:ext cx="277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16237" y="2005265"/>
            <a:ext cx="38691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15712" y="2005265"/>
            <a:ext cx="3269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09427" y="2005265"/>
            <a:ext cx="277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17316" y="2270962"/>
            <a:ext cx="38680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18436" y="2270962"/>
            <a:ext cx="32669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09427" y="2270962"/>
            <a:ext cx="277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17316" y="2473412"/>
            <a:ext cx="38680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18436" y="2473412"/>
            <a:ext cx="32669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09427" y="2473412"/>
            <a:ext cx="277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17315" y="2675851"/>
            <a:ext cx="386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18436" y="2675851"/>
            <a:ext cx="326696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09426" y="2675851"/>
            <a:ext cx="27759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9218" y="3150693"/>
            <a:ext cx="146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79805" y="1104554"/>
            <a:ext cx="216002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79805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095808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311810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527813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43816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59818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175821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391824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607827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23829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039832" y="108295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79805" y="564548"/>
            <a:ext cx="0" cy="5400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858204" y="1104554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858204" y="996553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858204" y="888551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858204" y="780550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858204" y="672549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858204" y="564548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879805" y="564548"/>
            <a:ext cx="648008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527813" y="564548"/>
            <a:ext cx="432005" cy="54000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959818" y="1104554"/>
            <a:ext cx="1080014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79805" y="1104554"/>
            <a:ext cx="648008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527813" y="564548"/>
            <a:ext cx="864011" cy="540006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391824" y="564548"/>
            <a:ext cx="216003" cy="540006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607827" y="1104554"/>
            <a:ext cx="432005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879805" y="1104554"/>
            <a:ext cx="1296016" cy="0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175821" y="564548"/>
            <a:ext cx="432006" cy="540006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607827" y="564548"/>
            <a:ext cx="432005" cy="0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879805" y="1963074"/>
            <a:ext cx="216002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879805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095808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311810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527813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743816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59818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175821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391824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607827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823829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039832" y="1941473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879805" y="1423067"/>
            <a:ext cx="0" cy="540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1858204" y="1963074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858204" y="1855073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1858204" y="1747071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858204" y="1639070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858204" y="1531069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1858204" y="1423067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879805" y="1423067"/>
            <a:ext cx="648008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527813" y="1423067"/>
            <a:ext cx="1080014" cy="54000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607827" y="1963074"/>
            <a:ext cx="432005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879805" y="1963074"/>
            <a:ext cx="1080013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959818" y="1423067"/>
            <a:ext cx="648009" cy="54000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607827" y="1423067"/>
            <a:ext cx="432005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879805" y="2833400"/>
            <a:ext cx="216002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879805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095808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311810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527813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743816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959818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175821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91824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607827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823829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039832" y="2811799"/>
            <a:ext cx="0" cy="216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879805" y="2293393"/>
            <a:ext cx="0" cy="540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1858204" y="2833400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1858204" y="2725399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1858204" y="2617397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1858204" y="2509396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1858204" y="2401395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1858204" y="2293393"/>
            <a:ext cx="216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879805" y="2293393"/>
            <a:ext cx="432005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311810" y="2293393"/>
            <a:ext cx="648008" cy="54000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959818" y="2833400"/>
            <a:ext cx="1080014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879805" y="2833400"/>
            <a:ext cx="432005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311810" y="2293393"/>
            <a:ext cx="432006" cy="54000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743816" y="2293393"/>
            <a:ext cx="648008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391824" y="2293393"/>
            <a:ext cx="216003" cy="54000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607827" y="2833400"/>
            <a:ext cx="432005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879805" y="2833400"/>
            <a:ext cx="1512019" cy="0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391824" y="2293393"/>
            <a:ext cx="216003" cy="540007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607827" y="2293393"/>
            <a:ext cx="432005" cy="0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0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879991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61006" y="1117337"/>
            <a:ext cx="392438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86238" y="1117337"/>
            <a:ext cx="3699157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296413" y="1117337"/>
            <a:ext cx="3488982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512014" y="1117337"/>
            <a:ext cx="327338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28079" y="1117337"/>
            <a:ext cx="3057316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43801" y="1117337"/>
            <a:ext cx="284159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159744" y="1117337"/>
            <a:ext cx="262565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77348" y="1117337"/>
            <a:ext cx="2408047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92194" y="1117337"/>
            <a:ext cx="219320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07741" y="1117337"/>
            <a:ext cx="197765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011447" y="1117337"/>
            <a:ext cx="1773948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772835" y="1075686"/>
            <a:ext cx="4012560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779640" y="967688"/>
            <a:ext cx="4005755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81217" y="859689"/>
            <a:ext cx="4004178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778306" y="751539"/>
            <a:ext cx="400708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79213" y="643540"/>
            <a:ext cx="4006182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791299" y="535687"/>
            <a:ext cx="3994096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271823" y="796349"/>
            <a:ext cx="3513572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A</a:t>
            </a:r>
            <a:r>
              <a:rPr sz="35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092627" y="796349"/>
            <a:ext cx="2692768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A</a:t>
            </a:r>
            <a:r>
              <a:rPr sz="35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783822" y="796349"/>
            <a:ext cx="2001573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A</a:t>
            </a:r>
            <a:r>
              <a:rPr sz="35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90056" y="541123"/>
            <a:ext cx="409533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941644" y="1212995"/>
            <a:ext cx="284375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861006" y="1975857"/>
            <a:ext cx="392438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86238" y="1975857"/>
            <a:ext cx="3699157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296413" y="1975857"/>
            <a:ext cx="3488982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12014" y="1975857"/>
            <a:ext cx="327338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728079" y="1975857"/>
            <a:ext cx="3057316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943801" y="1975857"/>
            <a:ext cx="284159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59744" y="1975857"/>
            <a:ext cx="262565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77348" y="1975857"/>
            <a:ext cx="2408047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592194" y="1975857"/>
            <a:ext cx="219320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07741" y="1975857"/>
            <a:ext cx="197765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011447" y="1975857"/>
            <a:ext cx="1773948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772835" y="1934206"/>
            <a:ext cx="4012560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79640" y="1826208"/>
            <a:ext cx="4005755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781217" y="1718209"/>
            <a:ext cx="4004178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778306" y="1610059"/>
            <a:ext cx="400708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779213" y="1502053"/>
            <a:ext cx="4006182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791299" y="1394207"/>
            <a:ext cx="3994096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379654" y="1654869"/>
            <a:ext cx="340574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B</a:t>
            </a:r>
            <a:r>
              <a:rPr sz="35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632451" y="1654869"/>
            <a:ext cx="215294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B</a:t>
            </a:r>
            <a:r>
              <a:rPr sz="35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690056" y="1399643"/>
            <a:ext cx="409533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942764" y="2071515"/>
            <a:ext cx="284263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861006" y="2846183"/>
            <a:ext cx="392438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086238" y="2846183"/>
            <a:ext cx="3699157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296406" y="2846183"/>
            <a:ext cx="348898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512014" y="2846183"/>
            <a:ext cx="327338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28079" y="2846183"/>
            <a:ext cx="3057316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943801" y="2846183"/>
            <a:ext cx="284159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159744" y="2846183"/>
            <a:ext cx="262565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377348" y="2846183"/>
            <a:ext cx="2408047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592194" y="2846183"/>
            <a:ext cx="219320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807741" y="2846183"/>
            <a:ext cx="197765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011439" y="2846183"/>
            <a:ext cx="1773956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772835" y="2804532"/>
            <a:ext cx="4012560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779640" y="2696534"/>
            <a:ext cx="4005755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781217" y="2588535"/>
            <a:ext cx="4004178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778306" y="2480385"/>
            <a:ext cx="400708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779213" y="2372379"/>
            <a:ext cx="4006182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91299" y="2264533"/>
            <a:ext cx="3994096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164991" y="2525195"/>
            <a:ext cx="362040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C</a:t>
            </a:r>
            <a:r>
              <a:rPr sz="35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920994" y="2525195"/>
            <a:ext cx="2864401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C</a:t>
            </a:r>
            <a:r>
              <a:rPr sz="35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784996" y="2525195"/>
            <a:ext cx="200039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C</a:t>
            </a:r>
            <a:r>
              <a:rPr sz="35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690056" y="2269969"/>
            <a:ext cx="4095339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943511" y="2941841"/>
            <a:ext cx="2841884" cy="9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889651" y="3150917"/>
            <a:ext cx="8957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625020" y="3150693"/>
            <a:ext cx="1603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46422" y="1741733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46422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34426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22429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10433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98437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86440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74444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62447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50451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38455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26458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46422" y="1021725"/>
            <a:ext cx="0" cy="7200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17620" y="174173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17620" y="159773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17620" y="145373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17620" y="130972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17620" y="116572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17620" y="102172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6422" y="1021725"/>
            <a:ext cx="864011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410433" y="1021725"/>
            <a:ext cx="576007" cy="720008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986440" y="1741733"/>
            <a:ext cx="144001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46422" y="1741733"/>
            <a:ext cx="864011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410433" y="1021725"/>
            <a:ext cx="1152014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62447" y="1021725"/>
            <a:ext cx="288004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850451" y="1741733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46422" y="1741733"/>
            <a:ext cx="1728022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274444" y="1021725"/>
            <a:ext cx="576007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850451" y="1021725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554435" y="1201727"/>
            <a:ext cx="0" cy="6264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566667" y="1201727"/>
            <a:ext cx="98776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549400" y="11811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2"/>
                </a:moveTo>
                <a:lnTo>
                  <a:pt x="2" y="3"/>
                </a:lnTo>
                <a:lnTo>
                  <a:pt x="1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2554435" y="1651732"/>
            <a:ext cx="0" cy="176403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1566667" y="1651732"/>
            <a:ext cx="98776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549400" y="16383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0" y="1"/>
                </a:moveTo>
                <a:lnTo>
                  <a:pt x="2" y="2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546422" y="2853517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546422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834426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122429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410433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698437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986440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274444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562447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850451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138455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426458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546422" y="2133508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517620" y="285351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517620" y="270951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517620" y="256551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517620" y="242151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517620" y="227751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1517620" y="213350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546422" y="2133508"/>
            <a:ext cx="864011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410433" y="2133508"/>
            <a:ext cx="1440018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50451" y="2853517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546422" y="2853517"/>
            <a:ext cx="1440018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986440" y="2133508"/>
            <a:ext cx="864011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850451" y="2133508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418446" y="2637514"/>
            <a:ext cx="0" cy="302405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566667" y="2637514"/>
            <a:ext cx="185177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1549400" y="26162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2"/>
                </a:moveTo>
                <a:lnTo>
                  <a:pt x="2" y="3"/>
                </a:lnTo>
                <a:lnTo>
                  <a:pt x="1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 flipV="1">
            <a:off x="3418446" y="2493513"/>
            <a:ext cx="0" cy="446406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566667" y="2493513"/>
            <a:ext cx="185177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1549400" y="24765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1"/>
                </a:moveTo>
                <a:lnTo>
                  <a:pt x="2" y="3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9993" y="50170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Fuzzification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9993" y="73920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21358" y="1758777"/>
            <a:ext cx="42640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21667" y="1758777"/>
            <a:ext cx="39637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01890" y="1758777"/>
            <a:ext cx="368350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89367" y="1758777"/>
            <a:ext cx="33960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77444" y="1758777"/>
            <a:ext cx="31079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65083" y="1758777"/>
            <a:ext cx="28203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52997" y="1758777"/>
            <a:ext cx="25323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543147" y="1758777"/>
            <a:ext cx="22422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29608" y="1758777"/>
            <a:ext cx="195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17004" y="1758777"/>
            <a:ext cx="16683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88601" y="1758777"/>
            <a:ext cx="13967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03796" y="1703242"/>
            <a:ext cx="43815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12869" y="1559245"/>
            <a:ext cx="43725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14972" y="1415247"/>
            <a:ext cx="43704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11081" y="1271046"/>
            <a:ext cx="43743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12300" y="1127038"/>
            <a:ext cx="43730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28414" y="983244"/>
            <a:ext cx="43569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69114" y="1330793"/>
            <a:ext cx="37162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A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163508" y="1330793"/>
            <a:ext cx="26218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A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85112" y="1330793"/>
            <a:ext cx="170028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A</a:t>
            </a:r>
            <a:r>
              <a:rPr sz="47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93423" y="990492"/>
            <a:ext cx="44919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62208" y="1886321"/>
            <a:ext cx="28231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96795" y="1846047"/>
            <a:ext cx="33886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x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= 3</a:t>
            </a:r>
            <a:r>
              <a:rPr sz="637" b="0">
                <a:solidFill>
                  <a:srgbClr val="000000"/>
                </a:solidFill>
                <a:latin typeface="Cambria Math"/>
              </a:rPr>
              <a:t>.</a:t>
            </a:r>
            <a:r>
              <a:rPr sz="63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575440" y="1107308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75440" y="1557305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21358" y="2870561"/>
            <a:ext cx="42640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1667" y="2870561"/>
            <a:ext cx="39637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101890" y="2870561"/>
            <a:ext cx="368350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89367" y="2870561"/>
            <a:ext cx="33960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77444" y="2870561"/>
            <a:ext cx="31079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65083" y="2870561"/>
            <a:ext cx="28203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52997" y="2870561"/>
            <a:ext cx="25323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43147" y="2870561"/>
            <a:ext cx="22422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29608" y="2870561"/>
            <a:ext cx="195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17004" y="2870561"/>
            <a:ext cx="16683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88601" y="2870561"/>
            <a:ext cx="13967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403796" y="2815026"/>
            <a:ext cx="43815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12869" y="2671028"/>
            <a:ext cx="43725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14972" y="2527031"/>
            <a:ext cx="43704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411081" y="2382830"/>
            <a:ext cx="43743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412300" y="2238832"/>
            <a:ext cx="43730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28414" y="2095027"/>
            <a:ext cx="43569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12888" y="2442576"/>
            <a:ext cx="35725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B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83283" y="2442576"/>
            <a:ext cx="19021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B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93423" y="2102275"/>
            <a:ext cx="44919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963702" y="2998105"/>
            <a:ext cx="28216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263737" y="2957831"/>
            <a:ext cx="252165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y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= 6</a:t>
            </a:r>
            <a:r>
              <a:rPr sz="637" b="0">
                <a:solidFill>
                  <a:srgbClr val="000000"/>
                </a:solidFill>
                <a:latin typeface="Cambria Math"/>
              </a:rPr>
              <a:t>.</a:t>
            </a:r>
            <a:r>
              <a:rPr sz="63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575440" y="2543093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75440" y="2399096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889664" y="3150930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24258" y="3150706"/>
            <a:ext cx="1611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26756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Fuzzification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64627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0004" y="1288705"/>
            <a:ext cx="33053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0005" y="1478494"/>
            <a:ext cx="33053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0005" y="1668283"/>
            <a:ext cx="3305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  <a:r>
              <a:rPr sz="498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82532" y="2047861"/>
            <a:ext cx="3302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2532" y="2237650"/>
            <a:ext cx="3302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813" y="3150693"/>
            <a:ext cx="1615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32394" y="259250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32394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20398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08402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96405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84409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72412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60416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48419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36423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24427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12430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32394" y="1872497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03592" y="259250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603592" y="244850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03592" y="230450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03592" y="216050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03592" y="201649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03592" y="187249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32394" y="1872497"/>
            <a:ext cx="57600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208402" y="1872497"/>
            <a:ext cx="864010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72412" y="2592506"/>
            <a:ext cx="144001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32394" y="2592506"/>
            <a:ext cx="576008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08402" y="1872497"/>
            <a:ext cx="576007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84409" y="1872497"/>
            <a:ext cx="864010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648419" y="1872497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36423" y="2592506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632394" y="2592506"/>
            <a:ext cx="2016025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48419" y="1872497"/>
            <a:ext cx="28800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936423" y="1872497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1638300" y="2374900"/>
            <a:ext cx="1435100" cy="215900"/>
          </a:xfrm>
          <a:custGeom>
            <a:avLst/>
            <a:gdLst/>
            <a:ahLst/>
            <a:cxnLst/>
            <a:rect l="l" t="t" r="r" b="b"/>
            <a:pathLst>
              <a:path w="113" h="17">
                <a:moveTo>
                  <a:pt x="0" y="17"/>
                </a:moveTo>
                <a:lnTo>
                  <a:pt x="0" y="0"/>
                </a:lnTo>
                <a:lnTo>
                  <a:pt x="93" y="0"/>
                </a:lnTo>
                <a:lnTo>
                  <a:pt x="11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344391" y="2376504"/>
            <a:ext cx="1468820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813211" y="2376504"/>
            <a:ext cx="0" cy="302404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9993" y="680876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2015" y="936781"/>
            <a:ext cx="40333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5363" y="936408"/>
            <a:ext cx="30000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52015" y="1138846"/>
            <a:ext cx="40333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56852" y="1138846"/>
            <a:ext cx="352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15842" y="1140966"/>
            <a:ext cx="24695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52014" y="1341284"/>
            <a:ext cx="4033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56852" y="1341284"/>
            <a:ext cx="352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5842" y="1343404"/>
            <a:ext cx="24695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2014" y="1543722"/>
            <a:ext cx="4033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56852" y="1543722"/>
            <a:ext cx="352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74759" y="1545842"/>
            <a:ext cx="29106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max(0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3) 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7329" y="2609549"/>
            <a:ext cx="417806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07639" y="2609549"/>
            <a:ext cx="387775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87862" y="2609549"/>
            <a:ext cx="35975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75339" y="2609549"/>
            <a:ext cx="331005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63416" y="2609549"/>
            <a:ext cx="302197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51056" y="2609549"/>
            <a:ext cx="273434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38969" y="2609549"/>
            <a:ext cx="24464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29119" y="2609549"/>
            <a:ext cx="215627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5580" y="2609549"/>
            <a:ext cx="18698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2976" y="2609549"/>
            <a:ext cx="158241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74573" y="2609549"/>
            <a:ext cx="131082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489768" y="2554015"/>
            <a:ext cx="429562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98841" y="2410017"/>
            <a:ext cx="428655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00944" y="2266019"/>
            <a:ext cx="42844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97053" y="2121818"/>
            <a:ext cx="428834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98272" y="1977810"/>
            <a:ext cx="42871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14386" y="1834016"/>
            <a:ext cx="427100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12642" y="2181565"/>
            <a:ext cx="377275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20647" y="2181565"/>
            <a:ext cx="276474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72638" y="2181565"/>
            <a:ext cx="16127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79385" y="1841264"/>
            <a:ext cx="440601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50669" y="2737094"/>
            <a:ext cx="27347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09789" y="2337811"/>
            <a:ext cx="45756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72783" y="2695951"/>
            <a:ext cx="30126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4.1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89665" y="3150917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23128" y="3150693"/>
            <a:ext cx="1622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65955" y="259250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65955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53958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41962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529966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17969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05973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93976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81980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69984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57987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45991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65955" y="1872497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37153" y="259250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637153" y="244850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37153" y="230450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37153" y="216050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37153" y="201649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37153" y="187249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65955" y="1872497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241962" y="1872497"/>
            <a:ext cx="864011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105973" y="2592506"/>
            <a:ext cx="144001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65955" y="2592506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41962" y="1872497"/>
            <a:ext cx="576007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817969" y="1872497"/>
            <a:ext cx="864011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681980" y="1872497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69984" y="2592506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665955" y="2592506"/>
            <a:ext cx="2016025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81980" y="1872497"/>
            <a:ext cx="28800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969984" y="1872497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47900" y="2501900"/>
            <a:ext cx="1727200" cy="88900"/>
          </a:xfrm>
          <a:custGeom>
            <a:avLst/>
            <a:gdLst/>
            <a:ahLst/>
            <a:cxnLst/>
            <a:rect l="l" t="t" r="r" b="b"/>
            <a:pathLst>
              <a:path w="136" h="7">
                <a:moveTo>
                  <a:pt x="0" y="7"/>
                </a:moveTo>
                <a:lnTo>
                  <a:pt x="5" y="0"/>
                </a:lnTo>
                <a:lnTo>
                  <a:pt x="133" y="0"/>
                </a:lnTo>
                <a:lnTo>
                  <a:pt x="136" y="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377952" y="2502505"/>
            <a:ext cx="2505630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313963" y="2502505"/>
            <a:ext cx="0" cy="176403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933983" y="2502505"/>
            <a:ext cx="0" cy="176403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8000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9993" y="68050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21674" y="936781"/>
            <a:ext cx="406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90875" y="936408"/>
            <a:ext cx="29945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21675" y="1138846"/>
            <a:ext cx="40637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37523" y="1138846"/>
            <a:ext cx="3547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58082" y="1140966"/>
            <a:ext cx="2527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21674" y="1341284"/>
            <a:ext cx="406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37523" y="1341284"/>
            <a:ext cx="3547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1341" y="1343404"/>
            <a:ext cx="24640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21674" y="1543722"/>
            <a:ext cx="406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37523" y="1543722"/>
            <a:ext cx="3547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66034" y="1545842"/>
            <a:ext cx="30193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min(0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 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40890" y="2609549"/>
            <a:ext cx="414450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41199" y="2609549"/>
            <a:ext cx="38441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21422" y="2609549"/>
            <a:ext cx="356397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08899" y="2609549"/>
            <a:ext cx="32764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96976" y="2609549"/>
            <a:ext cx="298841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84616" y="2609549"/>
            <a:ext cx="270077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72530" y="2609549"/>
            <a:ext cx="24128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62679" y="2609549"/>
            <a:ext cx="212271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49141" y="2609549"/>
            <a:ext cx="183625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36536" y="2609549"/>
            <a:ext cx="15488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08134" y="2609549"/>
            <a:ext cx="127726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23329" y="2554015"/>
            <a:ext cx="426206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32402" y="2410017"/>
            <a:ext cx="42529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34505" y="2266019"/>
            <a:ext cx="42508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30624" y="2121818"/>
            <a:ext cx="425477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31833" y="1977810"/>
            <a:ext cx="42535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47946" y="1834016"/>
            <a:ext cx="423744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46203" y="2181565"/>
            <a:ext cx="37391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54207" y="2181565"/>
            <a:ext cx="273118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6209" y="2181565"/>
            <a:ext cx="157918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12956" y="1841264"/>
            <a:ext cx="437243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84230" y="2737094"/>
            <a:ext cx="27011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76223" y="2463815"/>
            <a:ext cx="46091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244882" y="2695951"/>
            <a:ext cx="354051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2.25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46576" y="2695951"/>
            <a:ext cx="193882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7.875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22975" y="3150693"/>
            <a:ext cx="16242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51943" y="2471044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51943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39946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27950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515953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03957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91960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79964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67968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55971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43975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31979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51943" y="1751035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23141" y="247104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623141" y="232704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23141" y="218304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23141" y="203903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23141" y="189503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23141" y="175103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51943" y="1751035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227950" y="1751035"/>
            <a:ext cx="864010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91960" y="2471044"/>
            <a:ext cx="1440019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651943" y="2471044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27950" y="1751035"/>
            <a:ext cx="576007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803957" y="1751035"/>
            <a:ext cx="864011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667968" y="1751035"/>
            <a:ext cx="288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55971" y="2471044"/>
            <a:ext cx="576008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651943" y="2471044"/>
            <a:ext cx="2016025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67968" y="1751035"/>
            <a:ext cx="288003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955971" y="1751035"/>
            <a:ext cx="576008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3670300" y="1930400"/>
            <a:ext cx="863600" cy="546100"/>
          </a:xfrm>
          <a:custGeom>
            <a:avLst/>
            <a:gdLst/>
            <a:ahLst/>
            <a:cxnLst/>
            <a:rect l="l" t="t" r="r" b="b"/>
            <a:pathLst>
              <a:path w="68" h="43">
                <a:moveTo>
                  <a:pt x="0" y="43"/>
                </a:moveTo>
                <a:lnTo>
                  <a:pt x="17" y="0"/>
                </a:lnTo>
                <a:lnTo>
                  <a:pt x="68" y="0"/>
                </a:lnTo>
                <a:lnTo>
                  <a:pt x="68" y="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363939" y="1931037"/>
            <a:ext cx="316803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883970" y="1931037"/>
            <a:ext cx="0" cy="6264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9993" y="76147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48345" y="1017757"/>
            <a:ext cx="40370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9033" y="1017383"/>
            <a:ext cx="2996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48345" y="1219821"/>
            <a:ext cx="40370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60523" y="1219821"/>
            <a:ext cx="3524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87876" y="1221942"/>
            <a:ext cx="24975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48344" y="1422259"/>
            <a:ext cx="40370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60522" y="1422259"/>
            <a:ext cx="35248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C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87878" y="1424380"/>
            <a:ext cx="24975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26888" y="2488088"/>
            <a:ext cx="41585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27187" y="2488088"/>
            <a:ext cx="385820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7420" y="2488088"/>
            <a:ext cx="35779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94888" y="2488088"/>
            <a:ext cx="329050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82974" y="2488088"/>
            <a:ext cx="300242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70604" y="2488088"/>
            <a:ext cx="27147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8528" y="2488088"/>
            <a:ext cx="24268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48678" y="2488088"/>
            <a:ext cx="213671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5138" y="2488088"/>
            <a:ext cx="18502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22524" y="2488088"/>
            <a:ext cx="156287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94132" y="2488088"/>
            <a:ext cx="12912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09327" y="2432553"/>
            <a:ext cx="427606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18389" y="2288555"/>
            <a:ext cx="42670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0493" y="2144558"/>
            <a:ext cx="426490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16611" y="2000357"/>
            <a:ext cx="42687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17821" y="1856349"/>
            <a:ext cx="42675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33944" y="1712554"/>
            <a:ext cx="42514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32201" y="2060103"/>
            <a:ext cx="37531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40195" y="2060103"/>
            <a:ext cx="27452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92197" y="2060103"/>
            <a:ext cx="15931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98944" y="1719802"/>
            <a:ext cx="43864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70228" y="2615632"/>
            <a:ext cx="27151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90231" y="1892356"/>
            <a:ext cx="459516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17384" y="2574488"/>
            <a:ext cx="19680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7.75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89665" y="3150930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27002" y="3150706"/>
            <a:ext cx="15839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08772" y="1604575"/>
            <a:ext cx="90001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08772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88774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68776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48779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028781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208783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308772" y="1154569"/>
            <a:ext cx="0" cy="4500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290771" y="1604575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290771" y="1514574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290771" y="1424573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290771" y="1334572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290771" y="1244570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290771" y="1154569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308772" y="1154569"/>
            <a:ext cx="360004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668776" y="1154569"/>
            <a:ext cx="540007" cy="45000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1308100" y="1473200"/>
            <a:ext cx="901700" cy="127000"/>
          </a:xfrm>
          <a:custGeom>
            <a:avLst/>
            <a:gdLst/>
            <a:ahLst/>
            <a:cxnLst/>
            <a:rect l="l" t="t" r="r" b="b"/>
            <a:pathLst>
              <a:path w="71" h="10">
                <a:moveTo>
                  <a:pt x="0" y="10"/>
                </a:moveTo>
                <a:lnTo>
                  <a:pt x="0" y="0"/>
                </a:lnTo>
                <a:lnTo>
                  <a:pt x="58" y="0"/>
                </a:lnTo>
                <a:lnTo>
                  <a:pt x="71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1128770" y="1469573"/>
            <a:ext cx="91801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046782" y="1469573"/>
            <a:ext cx="0" cy="18900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639622" y="1604575"/>
            <a:ext cx="108001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639622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819624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999626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79628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59630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539633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19635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639622" y="1154569"/>
            <a:ext cx="0" cy="4500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2621620" y="1604575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2621620" y="1514574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2621620" y="1424573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621620" y="1334572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621620" y="1244570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621620" y="1154569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639622" y="1154569"/>
            <a:ext cx="360004" cy="450006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999626" y="1154569"/>
            <a:ext cx="540007" cy="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539633" y="1154569"/>
            <a:ext cx="180002" cy="450006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641600" y="1549400"/>
            <a:ext cx="1079500" cy="50800"/>
          </a:xfrm>
          <a:custGeom>
            <a:avLst/>
            <a:gdLst/>
            <a:ahLst/>
            <a:cxnLst/>
            <a:rect l="l" t="t" r="r" b="b"/>
            <a:pathLst>
              <a:path w="85" h="4">
                <a:moveTo>
                  <a:pt x="0" y="4"/>
                </a:moveTo>
                <a:lnTo>
                  <a:pt x="3" y="0"/>
                </a:lnTo>
                <a:lnTo>
                  <a:pt x="83" y="0"/>
                </a:lnTo>
                <a:lnTo>
                  <a:pt x="85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2459619" y="1548324"/>
            <a:ext cx="123751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684622" y="1548324"/>
            <a:ext cx="0" cy="11025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697135" y="1548324"/>
            <a:ext cx="0" cy="11025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151735" y="1604575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151735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331737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511739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691742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151735" y="1154569"/>
            <a:ext cx="0" cy="4500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4133734" y="1604575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4133734" y="1514574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4133734" y="1424573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4133734" y="1334572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4133734" y="1244570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4133734" y="1154569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151735" y="1154569"/>
            <a:ext cx="180002" cy="450006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31737" y="1154569"/>
            <a:ext cx="360005" cy="0"/>
          </a:xfrm>
          <a:prstGeom prst="line">
            <a:avLst/>
          </a:prstGeom>
          <a:ln w="3175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4152900" y="1270000"/>
            <a:ext cx="533400" cy="330200"/>
          </a:xfrm>
          <a:custGeom>
            <a:avLst/>
            <a:gdLst/>
            <a:ahLst/>
            <a:cxnLst/>
            <a:rect l="l" t="t" r="r" b="b"/>
            <a:pathLst>
              <a:path w="42" h="26">
                <a:moveTo>
                  <a:pt x="0" y="26"/>
                </a:moveTo>
                <a:lnTo>
                  <a:pt x="11" y="0"/>
                </a:lnTo>
                <a:lnTo>
                  <a:pt x="42" y="0"/>
                </a:lnTo>
                <a:lnTo>
                  <a:pt x="42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3971733" y="1267071"/>
            <a:ext cx="72000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286736" y="1267071"/>
            <a:ext cx="0" cy="39150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546420" y="2628292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546420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834424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122428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410431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698435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986438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274442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562446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850449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138453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426456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546420" y="1908283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1517618" y="262829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1517618" y="248429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1517618" y="234028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1517618" y="219628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1517618" y="205228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1517618" y="190828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546420" y="1908283"/>
            <a:ext cx="57600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122428" y="1908283"/>
            <a:ext cx="864010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986438" y="2628292"/>
            <a:ext cx="144001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546420" y="2628292"/>
            <a:ext cx="576008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122428" y="1908283"/>
            <a:ext cx="576007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698435" y="1908283"/>
            <a:ext cx="864011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562446" y="1908283"/>
            <a:ext cx="288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50449" y="2628292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546420" y="2628292"/>
            <a:ext cx="2016026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562446" y="1908283"/>
            <a:ext cx="288003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850449" y="1908283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Freeform 123"/>
          <p:cNvSpPr/>
          <p:nvPr/>
        </p:nvSpPr>
        <p:spPr>
          <a:xfrm>
            <a:off x="1549400" y="2082800"/>
            <a:ext cx="2882900" cy="546100"/>
          </a:xfrm>
          <a:custGeom>
            <a:avLst/>
            <a:gdLst/>
            <a:ahLst/>
            <a:cxnLst/>
            <a:rect l="l" t="t" r="r" b="b"/>
            <a:pathLst>
              <a:path w="227" h="43">
                <a:moveTo>
                  <a:pt x="0" y="43"/>
                </a:moveTo>
                <a:lnTo>
                  <a:pt x="0" y="26"/>
                </a:lnTo>
                <a:lnTo>
                  <a:pt x="93" y="26"/>
                </a:lnTo>
                <a:lnTo>
                  <a:pt x="105" y="36"/>
                </a:lnTo>
                <a:lnTo>
                  <a:pt x="161" y="36"/>
                </a:lnTo>
                <a:lnTo>
                  <a:pt x="176" y="0"/>
                </a:lnTo>
                <a:lnTo>
                  <a:pt x="227" y="0"/>
                </a:lnTo>
                <a:lnTo>
                  <a:pt x="227" y="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-2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880002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28" name="Picture 1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59993" y="65702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Aggregation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consequents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9993" y="89451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clipped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combined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93107" y="1615234"/>
            <a:ext cx="449228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80800" y="1615234"/>
            <a:ext cx="430459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55939" y="1615234"/>
            <a:ext cx="4129456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35612" y="1615234"/>
            <a:ext cx="394978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15667" y="1615234"/>
            <a:ext cx="376972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95435" y="1615234"/>
            <a:ext cx="358996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219631" y="1580524"/>
            <a:ext cx="456576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25301" y="1490519"/>
            <a:ext cx="456009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26616" y="1400521"/>
            <a:ext cx="455877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24190" y="1310395"/>
            <a:ext cx="456120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24946" y="1220397"/>
            <a:ext cx="456045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35017" y="1130525"/>
            <a:ext cx="455037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546427" y="1347743"/>
            <a:ext cx="423896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C</a:t>
            </a:r>
            <a:r>
              <a:rPr sz="2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50648" y="1135055"/>
            <a:ext cx="463474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745195" y="1694949"/>
            <a:ext cx="404020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44644" y="1445396"/>
            <a:ext cx="474075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21521" y="1669234"/>
            <a:ext cx="376387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4.1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26784" y="1615234"/>
            <a:ext cx="315861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06458" y="1615234"/>
            <a:ext cx="297893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86506" y="1615234"/>
            <a:ext cx="279889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66280" y="1615234"/>
            <a:ext cx="261911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346227" y="1615234"/>
            <a:ext cx="243916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27570" y="1615234"/>
            <a:ext cx="225782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706608" y="1615234"/>
            <a:ext cx="207878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50476" y="1580524"/>
            <a:ext cx="323491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56141" y="1490519"/>
            <a:ext cx="322925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557461" y="1400521"/>
            <a:ext cx="322793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55029" y="1310395"/>
            <a:ext cx="3230366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55791" y="1220397"/>
            <a:ext cx="322960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65862" y="1130525"/>
            <a:ext cx="321953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47275" y="1347743"/>
            <a:ext cx="263812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C</a:t>
            </a:r>
            <a:r>
              <a:rPr sz="2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481487" y="1135056"/>
            <a:ext cx="330390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166039" y="1694949"/>
            <a:ext cx="2619356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333529" y="1524143"/>
            <a:ext cx="345186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641446" y="1669234"/>
            <a:ext cx="314394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2.25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642505" y="1669234"/>
            <a:ext cx="214289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7.875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139672" y="1615234"/>
            <a:ext cx="164572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18710" y="1615234"/>
            <a:ext cx="146668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498333" y="1615234"/>
            <a:ext cx="128706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668081" y="1615234"/>
            <a:ext cx="111731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062576" y="1580524"/>
            <a:ext cx="172281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68247" y="1490519"/>
            <a:ext cx="171714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069562" y="1400521"/>
            <a:ext cx="171583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67136" y="1310395"/>
            <a:ext cx="171825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067892" y="1220397"/>
            <a:ext cx="171750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077963" y="1130525"/>
            <a:ext cx="170743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479378" y="1347743"/>
            <a:ext cx="130601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C</a:t>
            </a:r>
            <a:r>
              <a:rPr sz="29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993593" y="1135056"/>
            <a:ext cx="179180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408144" y="1694949"/>
            <a:ext cx="137725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863142" y="1242895"/>
            <a:ext cx="192225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245114" y="1669234"/>
            <a:ext cx="154028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7.75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521356" y="2645336"/>
            <a:ext cx="426403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821665" y="2645336"/>
            <a:ext cx="396373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101888" y="2645336"/>
            <a:ext cx="36835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389365" y="2645336"/>
            <a:ext cx="339603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677442" y="2645336"/>
            <a:ext cx="310795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965082" y="2645336"/>
            <a:ext cx="282031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252996" y="2645336"/>
            <a:ext cx="25324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543145" y="2645336"/>
            <a:ext cx="224225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829606" y="2645336"/>
            <a:ext cx="19557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117002" y="2645336"/>
            <a:ext cx="16683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388599" y="2645336"/>
            <a:ext cx="13967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403794" y="2589801"/>
            <a:ext cx="438160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412867" y="2445803"/>
            <a:ext cx="43725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14970" y="2301806"/>
            <a:ext cx="437042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411079" y="2157605"/>
            <a:ext cx="437431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412298" y="2013597"/>
            <a:ext cx="437309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428412" y="1869802"/>
            <a:ext cx="435698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926669" y="2217351"/>
            <a:ext cx="385872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934673" y="2217351"/>
            <a:ext cx="285072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086674" y="2217351"/>
            <a:ext cx="169872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C</a:t>
            </a:r>
            <a:r>
              <a:rPr sz="47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93421" y="1877050"/>
            <a:ext cx="449197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964695" y="2772880"/>
            <a:ext cx="28207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889662" y="3150917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624103" y="3150693"/>
            <a:ext cx="16129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65954" y="1241391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65954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53958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41961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529965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17969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05972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93976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81979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969983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57987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45990" y="121258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65954" y="521382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37152" y="124139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637152" y="109738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37152" y="95338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37152" y="80938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37152" y="66538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37152" y="52138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1663700" y="698500"/>
            <a:ext cx="2882900" cy="546100"/>
          </a:xfrm>
          <a:custGeom>
            <a:avLst/>
            <a:gdLst/>
            <a:ahLst/>
            <a:cxnLst/>
            <a:rect l="l" t="t" r="r" b="b"/>
            <a:pathLst>
              <a:path w="227" h="43">
                <a:moveTo>
                  <a:pt x="0" y="43"/>
                </a:moveTo>
                <a:lnTo>
                  <a:pt x="0" y="26"/>
                </a:lnTo>
                <a:lnTo>
                  <a:pt x="93" y="26"/>
                </a:lnTo>
                <a:lnTo>
                  <a:pt x="105" y="36"/>
                </a:lnTo>
                <a:lnTo>
                  <a:pt x="162" y="36"/>
                </a:lnTo>
                <a:lnTo>
                  <a:pt x="176" y="0"/>
                </a:lnTo>
                <a:lnTo>
                  <a:pt x="227" y="0"/>
                </a:lnTo>
                <a:lnTo>
                  <a:pt x="227" y="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377951" y="1025389"/>
            <a:ext cx="1468820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77951" y="1151390"/>
            <a:ext cx="234002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377951" y="701385"/>
            <a:ext cx="316803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201732" y="2338538"/>
            <a:ext cx="472528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44668" y="2338538"/>
            <a:ext cx="3035249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-3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80000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40890" y="1258435"/>
            <a:ext cx="414450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41199" y="1258435"/>
            <a:ext cx="38441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21422" y="1258435"/>
            <a:ext cx="356397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08899" y="1258435"/>
            <a:ext cx="32764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96976" y="1258435"/>
            <a:ext cx="298841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84615" y="1258435"/>
            <a:ext cx="270078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72530" y="1258435"/>
            <a:ext cx="24128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62679" y="1258435"/>
            <a:ext cx="212271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49140" y="1258435"/>
            <a:ext cx="18362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36536" y="1258435"/>
            <a:ext cx="15488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08133" y="1258435"/>
            <a:ext cx="12772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23328" y="1202900"/>
            <a:ext cx="42620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32401" y="1058903"/>
            <a:ext cx="42529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34504" y="914905"/>
            <a:ext cx="42508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30623" y="770704"/>
            <a:ext cx="42547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31832" y="626706"/>
            <a:ext cx="42535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47946" y="482902"/>
            <a:ext cx="423744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12956" y="490150"/>
            <a:ext cx="437243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84229" y="1385979"/>
            <a:ext cx="270116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43349" y="986706"/>
            <a:ext cx="454204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76222" y="1112700"/>
            <a:ext cx="460917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04233" y="662703"/>
            <a:ext cx="45811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9991" y="1613500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Defuzzification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9991" y="1834792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Defuzzification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centroid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technique: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4891" y="2283046"/>
            <a:ext cx="50205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=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32567" y="2067651"/>
            <a:ext cx="45528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01732" y="2250620"/>
            <a:ext cx="45836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94860" y="2142714"/>
            <a:ext cx="43905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·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01681" y="2360526"/>
            <a:ext cx="448371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70832" y="2543495"/>
            <a:ext cx="45145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63961" y="2436914"/>
            <a:ext cx="43214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15953" y="2214257"/>
            <a:ext cx="396944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(0 + 1 + 2 + 3 + 4)(0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3) + (5 + 6 + 7)(0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125) + (8 + 9 + 10)(0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75)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37910" y="2360561"/>
            <a:ext cx="294748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5(0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3) + 3(0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125) + 3(0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75)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3017" y="2671126"/>
            <a:ext cx="47123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 6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182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9990" y="2970514"/>
            <a:ext cx="54254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182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89661" y="3150915"/>
            <a:ext cx="8957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22971" y="3150691"/>
            <a:ext cx="1624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71408" y="1456334"/>
            <a:ext cx="60225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73667" y="1456334"/>
            <a:ext cx="6828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056521" y="1456334"/>
            <a:ext cx="9320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875867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two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102769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variables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0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47315" y="1281949"/>
            <a:ext cx="3938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9575" y="1281949"/>
            <a:ext cx="33358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32431" y="1281949"/>
            <a:ext cx="26529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36380" y="1491575"/>
            <a:ext cx="37490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39272" y="1491575"/>
            <a:ext cx="31461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32441" y="1491575"/>
            <a:ext cx="2652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6380" y="1694013"/>
            <a:ext cx="37490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39272" y="1694013"/>
            <a:ext cx="31461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32440" y="1694013"/>
            <a:ext cx="26529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36379" y="1896451"/>
            <a:ext cx="37490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39271" y="1896451"/>
            <a:ext cx="31461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32440" y="1896451"/>
            <a:ext cx="26529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39249" y="2162161"/>
            <a:ext cx="37461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38724" y="2162161"/>
            <a:ext cx="31466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32439" y="2162161"/>
            <a:ext cx="26529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39248" y="2364599"/>
            <a:ext cx="37461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38724" y="2364599"/>
            <a:ext cx="31466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32439" y="2364599"/>
            <a:ext cx="26529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6295" y="3150693"/>
            <a:ext cx="1691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66208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following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Sugeno-style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apply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41" y="843336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741" y="1045400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1577" y="1045400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5741" y="1247838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1577" y="1247838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5741" y="1450276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1577" y="1450276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5741" y="1855539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5741" y="2057603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1577" y="2057603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5742" y="2260041"/>
            <a:ext cx="468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1577" y="2260041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5742" y="2462479"/>
            <a:ext cx="46896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1577" y="2462479"/>
            <a:ext cx="41738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3562" y="1450650"/>
            <a:ext cx="20118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73562" y="1652727"/>
            <a:ext cx="20118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85740" y="1652727"/>
            <a:ext cx="14996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3563" y="1855165"/>
            <a:ext cx="20118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85741" y="1855165"/>
            <a:ext cx="14996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1" y="2729395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3.5,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6.5,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89662" y="3150918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9369" y="3150694"/>
            <a:ext cx="1460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71408" y="1309560"/>
            <a:ext cx="60225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73667" y="1309560"/>
            <a:ext cx="6828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056521" y="1309560"/>
            <a:ext cx="9320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88092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First,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draw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function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graph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paper.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47316" y="1135176"/>
            <a:ext cx="39380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Variable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49575" y="1135176"/>
            <a:ext cx="33358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2431" y="1135176"/>
            <a:ext cx="26529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36380" y="1344802"/>
            <a:ext cx="37490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39272" y="1344802"/>
            <a:ext cx="31461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32441" y="1344802"/>
            <a:ext cx="2652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36380" y="1547240"/>
            <a:ext cx="374901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39272" y="1547240"/>
            <a:ext cx="31461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32441" y="1547240"/>
            <a:ext cx="26529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36379" y="1749678"/>
            <a:ext cx="37490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9271" y="1749678"/>
            <a:ext cx="31461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32440" y="1749678"/>
            <a:ext cx="26529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39249" y="2154566"/>
            <a:ext cx="37461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38725" y="2154566"/>
            <a:ext cx="31466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32440" y="2154566"/>
            <a:ext cx="26529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39249" y="2357004"/>
            <a:ext cx="37461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38724" y="2357004"/>
            <a:ext cx="31466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2439" y="2357004"/>
            <a:ext cx="26529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/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4791" y="3150693"/>
            <a:ext cx="16060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13126" y="1443140"/>
            <a:ext cx="2520032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713126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65129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17133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69136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21139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73142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25145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477148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729151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81154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33158" y="1417938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713126" y="813132"/>
            <a:ext cx="0" cy="630008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687925" y="1443140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687925" y="1317138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87925" y="1191137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687925" y="1065135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687925" y="939134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687925" y="813132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713126" y="813132"/>
            <a:ext cx="756010" cy="0"/>
          </a:xfrm>
          <a:prstGeom prst="line">
            <a:avLst/>
          </a:prstGeom>
          <a:ln w="3542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469136" y="813132"/>
            <a:ext cx="504006" cy="630008"/>
          </a:xfrm>
          <a:prstGeom prst="line">
            <a:avLst/>
          </a:prstGeom>
          <a:ln w="3542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973142" y="1443140"/>
            <a:ext cx="1260016" cy="0"/>
          </a:xfrm>
          <a:prstGeom prst="line">
            <a:avLst/>
          </a:prstGeom>
          <a:ln w="3542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13126" y="1443140"/>
            <a:ext cx="756010" cy="0"/>
          </a:xfrm>
          <a:prstGeom prst="line">
            <a:avLst/>
          </a:prstGeom>
          <a:ln w="354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469136" y="813132"/>
            <a:ext cx="1008012" cy="630008"/>
          </a:xfrm>
          <a:prstGeom prst="line">
            <a:avLst/>
          </a:prstGeom>
          <a:ln w="354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477148" y="813132"/>
            <a:ext cx="252003" cy="630008"/>
          </a:xfrm>
          <a:prstGeom prst="line">
            <a:avLst/>
          </a:prstGeom>
          <a:ln w="354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729151" y="1443140"/>
            <a:ext cx="504007" cy="0"/>
          </a:xfrm>
          <a:prstGeom prst="line">
            <a:avLst/>
          </a:prstGeom>
          <a:ln w="354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713126" y="1443140"/>
            <a:ext cx="1512019" cy="0"/>
          </a:xfrm>
          <a:prstGeom prst="line">
            <a:avLst/>
          </a:prstGeom>
          <a:ln w="3542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225145" y="813132"/>
            <a:ext cx="504006" cy="630008"/>
          </a:xfrm>
          <a:prstGeom prst="line">
            <a:avLst/>
          </a:prstGeom>
          <a:ln w="3542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729151" y="813132"/>
            <a:ext cx="504007" cy="0"/>
          </a:xfrm>
          <a:prstGeom prst="line">
            <a:avLst/>
          </a:prstGeom>
          <a:ln w="3542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713126" y="2428279"/>
            <a:ext cx="2520032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713126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965129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217133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469136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721139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73142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225145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477148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729151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981154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233158" y="2403077"/>
            <a:ext cx="0" cy="25202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713126" y="1798271"/>
            <a:ext cx="0" cy="630008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1687925" y="2428279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687925" y="2302277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1687925" y="2176276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687925" y="2050274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687925" y="1924273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1687925" y="1798271"/>
            <a:ext cx="25201" cy="0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713126" y="1798271"/>
            <a:ext cx="756010" cy="0"/>
          </a:xfrm>
          <a:prstGeom prst="line">
            <a:avLst/>
          </a:prstGeom>
          <a:ln w="3542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469136" y="1798271"/>
            <a:ext cx="1260015" cy="630008"/>
          </a:xfrm>
          <a:prstGeom prst="line">
            <a:avLst/>
          </a:prstGeom>
          <a:ln w="3542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729151" y="2428279"/>
            <a:ext cx="504007" cy="0"/>
          </a:xfrm>
          <a:prstGeom prst="line">
            <a:avLst/>
          </a:prstGeom>
          <a:ln w="3542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713126" y="2428279"/>
            <a:ext cx="1260016" cy="0"/>
          </a:xfrm>
          <a:prstGeom prst="line">
            <a:avLst/>
          </a:prstGeom>
          <a:ln w="354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973142" y="1798271"/>
            <a:ext cx="756009" cy="630008"/>
          </a:xfrm>
          <a:prstGeom prst="line">
            <a:avLst/>
          </a:prstGeom>
          <a:ln w="354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729151" y="1798271"/>
            <a:ext cx="504007" cy="0"/>
          </a:xfrm>
          <a:prstGeom prst="line">
            <a:avLst/>
          </a:prstGeom>
          <a:ln w="3542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87999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91204" y="1458053"/>
            <a:ext cx="4094191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53965" y="1458053"/>
            <a:ext cx="383143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99169" y="1458053"/>
            <a:ext cx="358622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50703" y="1458053"/>
            <a:ext cx="3334692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02779" y="1458053"/>
            <a:ext cx="308261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54455" y="1458053"/>
            <a:ext cx="283094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06388" y="1458053"/>
            <a:ext cx="2579007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0269" y="1458053"/>
            <a:ext cx="232512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10923" y="1458053"/>
            <a:ext cx="2074472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62385" y="1458053"/>
            <a:ext cx="182301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0042" y="1458053"/>
            <a:ext cx="1585354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88337" y="1409460"/>
            <a:ext cx="4197058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96267" y="1283462"/>
            <a:ext cx="4189128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98107" y="1157464"/>
            <a:ext cx="4187288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94712" y="1031289"/>
            <a:ext cx="4190684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595769" y="905291"/>
            <a:ext cx="418962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09869" y="779462"/>
            <a:ext cx="417552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70481" y="1083567"/>
            <a:ext cx="3614914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Cambria Math"/>
              </a:rPr>
              <a:t>A</a:t>
            </a:r>
            <a:r>
              <a:rPr sz="41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28085" y="1083567"/>
            <a:ext cx="265731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Cambria Math"/>
              </a:rPr>
              <a:t>A</a:t>
            </a:r>
            <a:r>
              <a:rPr sz="41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34479" y="1083567"/>
            <a:ext cx="185091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Cambria Math"/>
              </a:rPr>
              <a:t>A</a:t>
            </a:r>
            <a:r>
              <a:rPr sz="41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491752" y="785804"/>
            <a:ext cx="4293643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57" b="0">
                <a:solidFill>
                  <a:srgbClr val="000000"/>
                </a:solidFill>
                <a:latin typeface="Josefin Sans"/>
              </a:rPr>
              <a:t> </a:t>
            </a:r>
            <a:r>
              <a:rPr sz="557" b="0">
                <a:solidFill>
                  <a:srgbClr val="000000"/>
                </a:solidFill>
                <a:latin typeface="Josefin Sans"/>
              </a:rPr>
              <a:t>of</a:t>
            </a:r>
            <a:r>
              <a:rPr sz="557" b="0">
                <a:solidFill>
                  <a:srgbClr val="000000"/>
                </a:solidFill>
                <a:latin typeface="Josefin Sans"/>
              </a:rPr>
              <a:t> </a:t>
            </a:r>
            <a:r>
              <a:rPr sz="55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51939" y="1569654"/>
            <a:ext cx="283345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91195" y="2443201"/>
            <a:ext cx="409420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53965" y="2443201"/>
            <a:ext cx="383143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99169" y="2443201"/>
            <a:ext cx="358622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450703" y="2443201"/>
            <a:ext cx="3334692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02779" y="2443201"/>
            <a:ext cx="308261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954455" y="2443201"/>
            <a:ext cx="283094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6388" y="2443201"/>
            <a:ext cx="2579007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60260" y="2443201"/>
            <a:ext cx="2325135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10914" y="2443201"/>
            <a:ext cx="2074481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62385" y="2443201"/>
            <a:ext cx="1823010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00042" y="2443201"/>
            <a:ext cx="1585354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88329" y="2394599"/>
            <a:ext cx="4197067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596267" y="2268601"/>
            <a:ext cx="4189128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598107" y="2142594"/>
            <a:ext cx="4187288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94712" y="2016419"/>
            <a:ext cx="4190684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595769" y="1890421"/>
            <a:ext cx="418962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09869" y="1764601"/>
            <a:ext cx="417552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96284" y="2068706"/>
            <a:ext cx="3489111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Cambria Math"/>
              </a:rPr>
              <a:t>B</a:t>
            </a:r>
            <a:r>
              <a:rPr sz="41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757889" y="2068706"/>
            <a:ext cx="2027506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Cambria Math"/>
              </a:rPr>
              <a:t>B</a:t>
            </a:r>
            <a:r>
              <a:rPr sz="41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91752" y="1770943"/>
            <a:ext cx="4293643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57" b="0">
                <a:solidFill>
                  <a:srgbClr val="000000"/>
                </a:solidFill>
                <a:latin typeface="Josefin Sans"/>
              </a:rPr>
              <a:t> </a:t>
            </a:r>
            <a:r>
              <a:rPr sz="557" b="0">
                <a:solidFill>
                  <a:srgbClr val="000000"/>
                </a:solidFill>
                <a:latin typeface="Josefin Sans"/>
              </a:rPr>
              <a:t>of</a:t>
            </a:r>
            <a:r>
              <a:rPr sz="557" b="0">
                <a:solidFill>
                  <a:srgbClr val="000000"/>
                </a:solidFill>
                <a:latin typeface="Josefin Sans"/>
              </a:rPr>
              <a:t> </a:t>
            </a:r>
            <a:r>
              <a:rPr sz="55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953246" y="2554793"/>
            <a:ext cx="2832149" cy="1098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57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89651" y="3150917"/>
            <a:ext cx="8957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23800" y="3150693"/>
            <a:ext cx="16159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46422" y="1741733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46422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34426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22429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10433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98437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86440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74444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62447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50451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38455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26458" y="171293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46422" y="1021725"/>
            <a:ext cx="0" cy="7200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17620" y="174173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17620" y="159773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17620" y="145373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17620" y="130972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17620" y="116572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17620" y="102172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6422" y="1021725"/>
            <a:ext cx="864011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410433" y="1021725"/>
            <a:ext cx="576007" cy="720008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986440" y="1741733"/>
            <a:ext cx="144001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546422" y="1741733"/>
            <a:ext cx="864011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410433" y="1021725"/>
            <a:ext cx="1152014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562447" y="1021725"/>
            <a:ext cx="288004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850451" y="1741733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46422" y="1741733"/>
            <a:ext cx="1728022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274444" y="1021725"/>
            <a:ext cx="576007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850451" y="1021725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554435" y="1201727"/>
            <a:ext cx="0" cy="6264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566667" y="1201727"/>
            <a:ext cx="98776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549400" y="11811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2"/>
                </a:moveTo>
                <a:lnTo>
                  <a:pt x="2" y="3"/>
                </a:lnTo>
                <a:lnTo>
                  <a:pt x="1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2554435" y="1651732"/>
            <a:ext cx="0" cy="176403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1566667" y="1651732"/>
            <a:ext cx="98776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1549400" y="16383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0" y="1"/>
                </a:moveTo>
                <a:lnTo>
                  <a:pt x="2" y="2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546422" y="2853517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546422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834426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122429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410433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698437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986440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274444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562447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850451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138455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426458" y="282471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546422" y="2133508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1517620" y="285351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1517620" y="270951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1517620" y="256551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1517620" y="242151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517620" y="227751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1517620" y="213350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546422" y="2133508"/>
            <a:ext cx="864011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410433" y="2133508"/>
            <a:ext cx="1440018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50451" y="2853517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546422" y="2853517"/>
            <a:ext cx="1440018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986440" y="2133508"/>
            <a:ext cx="864011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850451" y="2133508"/>
            <a:ext cx="576007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418446" y="2637514"/>
            <a:ext cx="0" cy="302405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1566667" y="2637514"/>
            <a:ext cx="185177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1549400" y="26162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2"/>
                </a:moveTo>
                <a:lnTo>
                  <a:pt x="2" y="3"/>
                </a:lnTo>
                <a:lnTo>
                  <a:pt x="1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 flipV="1">
            <a:off x="3418446" y="2493513"/>
            <a:ext cx="0" cy="446406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566667" y="2493513"/>
            <a:ext cx="185177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1549400" y="24765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1"/>
                </a:moveTo>
                <a:lnTo>
                  <a:pt x="2" y="3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05" name="Picture 10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9993" y="50170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Fuzzification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9993" y="73920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21358" y="1758777"/>
            <a:ext cx="42640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21667" y="1758777"/>
            <a:ext cx="39637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01890" y="1758777"/>
            <a:ext cx="368350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389367" y="1758777"/>
            <a:ext cx="33960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77444" y="1758777"/>
            <a:ext cx="31079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65083" y="1758777"/>
            <a:ext cx="28203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52997" y="1758777"/>
            <a:ext cx="25323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543147" y="1758777"/>
            <a:ext cx="22422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29608" y="1758777"/>
            <a:ext cx="195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17004" y="1758777"/>
            <a:ext cx="16683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388601" y="1758777"/>
            <a:ext cx="13967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03796" y="1703242"/>
            <a:ext cx="43815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12869" y="1559245"/>
            <a:ext cx="43725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14972" y="1415247"/>
            <a:ext cx="43704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11081" y="1271046"/>
            <a:ext cx="43743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12300" y="1127038"/>
            <a:ext cx="43730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28414" y="983244"/>
            <a:ext cx="43569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69114" y="1330793"/>
            <a:ext cx="37162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A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163508" y="1330793"/>
            <a:ext cx="26218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A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85112" y="1330793"/>
            <a:ext cx="170028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A</a:t>
            </a:r>
            <a:r>
              <a:rPr sz="47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93423" y="990492"/>
            <a:ext cx="44919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62208" y="1886321"/>
            <a:ext cx="28231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396795" y="1846047"/>
            <a:ext cx="33886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x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= 3</a:t>
            </a:r>
            <a:r>
              <a:rPr sz="637" b="0">
                <a:solidFill>
                  <a:srgbClr val="000000"/>
                </a:solidFill>
                <a:latin typeface="Cambria Math"/>
              </a:rPr>
              <a:t>.</a:t>
            </a:r>
            <a:r>
              <a:rPr sz="63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575440" y="1107308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75440" y="1557305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21358" y="2870561"/>
            <a:ext cx="42640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1667" y="2870561"/>
            <a:ext cx="39637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101890" y="2870561"/>
            <a:ext cx="368350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89367" y="2870561"/>
            <a:ext cx="33960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77444" y="2870561"/>
            <a:ext cx="31079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65083" y="2870561"/>
            <a:ext cx="28203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52997" y="2870561"/>
            <a:ext cx="25323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43147" y="2870561"/>
            <a:ext cx="22422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29608" y="2870561"/>
            <a:ext cx="195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17004" y="2870561"/>
            <a:ext cx="16683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88601" y="2870561"/>
            <a:ext cx="13967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403796" y="2815026"/>
            <a:ext cx="43815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12869" y="2671028"/>
            <a:ext cx="43725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14972" y="2527031"/>
            <a:ext cx="43704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411081" y="2382830"/>
            <a:ext cx="43743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412300" y="2238832"/>
            <a:ext cx="43730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28414" y="2095027"/>
            <a:ext cx="43569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12888" y="2442576"/>
            <a:ext cx="35725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B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83283" y="2442576"/>
            <a:ext cx="19021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B</a:t>
            </a:r>
            <a:r>
              <a:rPr sz="47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93423" y="2102275"/>
            <a:ext cx="44919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963702" y="2998105"/>
            <a:ext cx="28216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263737" y="2957831"/>
            <a:ext cx="252165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y</a:t>
            </a:r>
            <a:r>
              <a:rPr sz="478" b="0">
                <a:solidFill>
                  <a:srgbClr val="000000"/>
                </a:solidFill>
                <a:latin typeface="Cambria Math"/>
              </a:rPr>
              <a:t>1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= 6</a:t>
            </a:r>
            <a:r>
              <a:rPr sz="637" b="0">
                <a:solidFill>
                  <a:srgbClr val="000000"/>
                </a:solidFill>
                <a:latin typeface="Cambria Math"/>
              </a:rPr>
              <a:t>.</a:t>
            </a:r>
            <a:r>
              <a:rPr sz="63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575440" y="2543093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75440" y="2399096"/>
            <a:ext cx="42099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889664" y="3150930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23966" y="3150706"/>
            <a:ext cx="1614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26756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Fuzzification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64627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0004" y="1288705"/>
            <a:ext cx="33053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0005" y="1478494"/>
            <a:ext cx="33053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0005" y="1668283"/>
            <a:ext cx="3305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A</a:t>
            </a:r>
            <a:r>
              <a:rPr sz="498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82532" y="2047861"/>
            <a:ext cx="3302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2532" y="2237650"/>
            <a:ext cx="3302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µ</a:t>
            </a:r>
            <a:r>
              <a:rPr sz="697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=</a:t>
            </a:r>
            <a:r>
              <a:rPr sz="697" b="0">
                <a:solidFill>
                  <a:srgbClr val="000000"/>
                </a:solidFill>
                <a:latin typeface="Cambria Math"/>
              </a:rPr>
              <a:t>B</a:t>
            </a: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280" y="3150693"/>
            <a:ext cx="1621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89618" y="259250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89618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77622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65625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53629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41633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29636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17640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05643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93647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81650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69654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89618" y="1872497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60816" y="259250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60816" y="244850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60816" y="230450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60816" y="216050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60816" y="201649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60816" y="187249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89619" y="2376504"/>
            <a:ext cx="864011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453630" y="2376504"/>
            <a:ext cx="0" cy="216002"/>
          </a:xfrm>
          <a:prstGeom prst="line">
            <a:avLst/>
          </a:prstGeom>
          <a:ln w="8097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8000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993" y="680876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52015" y="936781"/>
            <a:ext cx="40333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5363" y="936408"/>
            <a:ext cx="30000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52015" y="1138846"/>
            <a:ext cx="40333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56852" y="1138846"/>
            <a:ext cx="352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15842" y="1140966"/>
            <a:ext cx="24695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52014" y="1341284"/>
            <a:ext cx="4033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56852" y="1341284"/>
            <a:ext cx="352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5842" y="1343404"/>
            <a:ext cx="24695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52014" y="1543722"/>
            <a:ext cx="40333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56852" y="1543722"/>
            <a:ext cx="352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74759" y="1545842"/>
            <a:ext cx="29106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max(0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3) 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64563" y="2609549"/>
            <a:ext cx="42208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64863" y="2609549"/>
            <a:ext cx="39205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5096" y="2609549"/>
            <a:ext cx="36402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32563" y="2609549"/>
            <a:ext cx="33528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20650" y="2609549"/>
            <a:ext cx="306474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08279" y="2609549"/>
            <a:ext cx="277711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96203" y="2609549"/>
            <a:ext cx="24891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86353" y="2609549"/>
            <a:ext cx="219904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72814" y="2609549"/>
            <a:ext cx="19125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60200" y="2609549"/>
            <a:ext cx="16251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31807" y="2609549"/>
            <a:ext cx="135358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47002" y="2554015"/>
            <a:ext cx="43383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71610" y="1834016"/>
            <a:ext cx="431378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50219" y="1841264"/>
            <a:ext cx="453517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07903" y="2737094"/>
            <a:ext cx="27774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55019" y="2337811"/>
            <a:ext cx="433037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89665" y="3150917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23128" y="3150693"/>
            <a:ext cx="1622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89617" y="259250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89617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77621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65625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53628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41632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29635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17639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05643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93646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81650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69653" y="256370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89617" y="1872497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60815" y="259250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60815" y="244850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60815" y="230450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60815" y="216050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60815" y="201649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60815" y="187249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89617" y="2502505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029635" y="2502505"/>
            <a:ext cx="0" cy="90001"/>
          </a:xfrm>
          <a:prstGeom prst="line">
            <a:avLst/>
          </a:prstGeom>
          <a:ln w="8097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8000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993" y="68050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21674" y="936781"/>
            <a:ext cx="406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90875" y="936408"/>
            <a:ext cx="29945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21675" y="1138846"/>
            <a:ext cx="40637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37523" y="1138846"/>
            <a:ext cx="3547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8082" y="1140966"/>
            <a:ext cx="2527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21674" y="1341284"/>
            <a:ext cx="406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37523" y="1341284"/>
            <a:ext cx="3547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B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21341" y="1343404"/>
            <a:ext cx="24640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21674" y="1543722"/>
            <a:ext cx="406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37523" y="1543722"/>
            <a:ext cx="3547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66034" y="1545842"/>
            <a:ext cx="30193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min(0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5) 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125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64553" y="2609549"/>
            <a:ext cx="422084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64862" y="2609549"/>
            <a:ext cx="39205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5095" y="2609549"/>
            <a:ext cx="36403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32562" y="2609549"/>
            <a:ext cx="33528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20649" y="2609549"/>
            <a:ext cx="306474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08279" y="2609549"/>
            <a:ext cx="277711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96203" y="2609549"/>
            <a:ext cx="24891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86342" y="2609549"/>
            <a:ext cx="219905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72803" y="2609549"/>
            <a:ext cx="19125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60199" y="2609549"/>
            <a:ext cx="16251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31807" y="2609549"/>
            <a:ext cx="13535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46991" y="2554015"/>
            <a:ext cx="433840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71609" y="1834016"/>
            <a:ext cx="431378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50218" y="1841264"/>
            <a:ext cx="453517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07903" y="2737094"/>
            <a:ext cx="27774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87880" y="2463815"/>
            <a:ext cx="43975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27141" y="3150693"/>
            <a:ext cx="1582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89619" y="2471044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89619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77622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65626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53629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41633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29636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17640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05644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93647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81651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69655" y="2442242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89619" y="1751035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60817" y="247104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60817" y="232704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60817" y="218304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60817" y="203903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60817" y="189503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60817" y="175103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89619" y="2039039"/>
            <a:ext cx="230402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893647" y="2039039"/>
            <a:ext cx="0" cy="432005"/>
          </a:xfrm>
          <a:prstGeom prst="line">
            <a:avLst/>
          </a:prstGeom>
          <a:ln w="8097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993" y="76147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48345" y="1017757"/>
            <a:ext cx="40370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9033" y="1017383"/>
            <a:ext cx="2996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48345" y="1219821"/>
            <a:ext cx="40370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60523" y="1219821"/>
            <a:ext cx="3524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A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87876" y="1221942"/>
            <a:ext cx="24975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48344" y="1422259"/>
            <a:ext cx="40370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60522" y="1422259"/>
            <a:ext cx="35248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87878" y="1424380"/>
            <a:ext cx="24975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64554" y="2488088"/>
            <a:ext cx="422084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64863" y="2488088"/>
            <a:ext cx="39205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45096" y="2488088"/>
            <a:ext cx="36402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32563" y="2488088"/>
            <a:ext cx="33528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20650" y="2488088"/>
            <a:ext cx="306474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08280" y="2488088"/>
            <a:ext cx="27771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96204" y="2488088"/>
            <a:ext cx="24891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86343" y="2488088"/>
            <a:ext cx="21990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72805" y="2488088"/>
            <a:ext cx="19125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60200" y="2488088"/>
            <a:ext cx="16251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31808" y="2488088"/>
            <a:ext cx="13535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46993" y="2432553"/>
            <a:ext cx="433840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71610" y="1712554"/>
            <a:ext cx="431378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50219" y="1719802"/>
            <a:ext cx="453517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7904" y="2615632"/>
            <a:ext cx="27774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15903" y="2000347"/>
            <a:ext cx="43694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89665" y="3150930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24259" y="3150706"/>
            <a:ext cx="1611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03307" y="1604575"/>
            <a:ext cx="360004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103307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283309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463311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03307" y="1154569"/>
            <a:ext cx="0" cy="4500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085306" y="1604575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085306" y="1514574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085306" y="1424573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085306" y="1334572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085306" y="1244570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085306" y="1154569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03307" y="1469573"/>
            <a:ext cx="180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283309" y="1469573"/>
            <a:ext cx="0" cy="13500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798509" y="1604575"/>
            <a:ext cx="360004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798509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978511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158513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798509" y="1154569"/>
            <a:ext cx="0" cy="4500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2780508" y="1604575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780508" y="1514574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2780508" y="1424573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780508" y="1334572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2780508" y="1244570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2780508" y="1154569"/>
            <a:ext cx="1800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98509" y="1548324"/>
            <a:ext cx="180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78511" y="1548324"/>
            <a:ext cx="0" cy="5625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93996" y="1604575"/>
            <a:ext cx="360004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493996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73998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854000" y="1586574"/>
            <a:ext cx="0" cy="18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93996" y="1154569"/>
            <a:ext cx="0" cy="45000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3475994" y="1604575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3475994" y="1514574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3475994" y="1424573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3475994" y="1334572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3475994" y="1244570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3475994" y="1154569"/>
            <a:ext cx="18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493996" y="1334572"/>
            <a:ext cx="18000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673998" y="1334572"/>
            <a:ext cx="0" cy="270003"/>
          </a:xfrm>
          <a:prstGeom prst="line">
            <a:avLst/>
          </a:prstGeom>
          <a:ln w="5061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589616" y="2628292"/>
            <a:ext cx="2880035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589616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877619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165623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453626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741630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029634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317637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605641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893644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181648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469651" y="25994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589616" y="1908283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560814" y="262829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1560814" y="248429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1560814" y="234028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1560814" y="219628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1560814" y="205228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560814" y="190828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589616" y="2412289"/>
            <a:ext cx="864010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589616" y="2538291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589616" y="2196287"/>
            <a:ext cx="230402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453626" y="2412289"/>
            <a:ext cx="0" cy="216003"/>
          </a:xfrm>
          <a:prstGeom prst="line">
            <a:avLst/>
          </a:prstGeom>
          <a:ln w="8097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029634" y="2538291"/>
            <a:ext cx="0" cy="90001"/>
          </a:xfrm>
          <a:prstGeom prst="line">
            <a:avLst/>
          </a:prstGeom>
          <a:ln w="8097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893644" y="2196287"/>
            <a:ext cx="0" cy="432005"/>
          </a:xfrm>
          <a:prstGeom prst="line">
            <a:avLst/>
          </a:prstGeom>
          <a:ln w="8097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-2" y="314672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880002" y="314672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9993" y="65702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Aggregation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consequents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9993" y="89451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combined.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90470" y="1615227"/>
            <a:ext cx="3694926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70143" y="1615227"/>
            <a:ext cx="351525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450197" y="1615227"/>
            <a:ext cx="333519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14162" y="1580524"/>
            <a:ext cx="377123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29548" y="1130525"/>
            <a:ext cx="375584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91178" y="1135055"/>
            <a:ext cx="389421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269730" y="1694949"/>
            <a:ext cx="351566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19172" y="1445396"/>
            <a:ext cx="376622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85395" y="1615234"/>
            <a:ext cx="300000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65163" y="1615234"/>
            <a:ext cx="282023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145116" y="1615234"/>
            <a:ext cx="264027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09360" y="1580524"/>
            <a:ext cx="307603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24746" y="1130525"/>
            <a:ext cx="306064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86376" y="1135056"/>
            <a:ext cx="319901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64928" y="1694949"/>
            <a:ext cx="282046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72415" y="1524143"/>
            <a:ext cx="311298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81933" y="1615227"/>
            <a:ext cx="230346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60971" y="1615227"/>
            <a:ext cx="212442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40593" y="1615227"/>
            <a:ext cx="194480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404837" y="1580524"/>
            <a:ext cx="238055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20223" y="1130525"/>
            <a:ext cx="236517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81854" y="1135056"/>
            <a:ext cx="250354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60406" y="1694949"/>
            <a:ext cx="212499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85406" y="1310395"/>
            <a:ext cx="239998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64561" y="2645336"/>
            <a:ext cx="422083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64860" y="2645336"/>
            <a:ext cx="39205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45093" y="2645336"/>
            <a:ext cx="364030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432560" y="2645336"/>
            <a:ext cx="33528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20647" y="2645336"/>
            <a:ext cx="30647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08277" y="2645336"/>
            <a:ext cx="277711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96201" y="2645336"/>
            <a:ext cx="24891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86350" y="2645336"/>
            <a:ext cx="219904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72812" y="2645336"/>
            <a:ext cx="19125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160198" y="2645336"/>
            <a:ext cx="16251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431805" y="2645336"/>
            <a:ext cx="13535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47000" y="2589801"/>
            <a:ext cx="43383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71607" y="1869802"/>
            <a:ext cx="431378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50216" y="1877050"/>
            <a:ext cx="453517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007901" y="2772880"/>
            <a:ext cx="27774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55016" y="2373596"/>
            <a:ext cx="433037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87879" y="2499600"/>
            <a:ext cx="439751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415900" y="2157594"/>
            <a:ext cx="43694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889662" y="3150917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623125" y="3150693"/>
            <a:ext cx="16227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89617" y="124592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89617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77621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65624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53628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41632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29635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17639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05642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93646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81650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69653" y="121712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89617" y="525917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560815" y="124592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560815" y="110192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60815" y="95792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560815" y="81392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560815" y="66991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560815" y="52591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89617" y="1029923"/>
            <a:ext cx="864011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589617" y="1155925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589617" y="813921"/>
            <a:ext cx="230402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453628" y="1029923"/>
            <a:ext cx="0" cy="216003"/>
          </a:xfrm>
          <a:prstGeom prst="line">
            <a:avLst/>
          </a:prstGeom>
          <a:ln w="8097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029635" y="1155925"/>
            <a:ext cx="0" cy="90001"/>
          </a:xfrm>
          <a:prstGeom prst="line">
            <a:avLst/>
          </a:prstGeom>
          <a:ln w="8097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893646" y="813921"/>
            <a:ext cx="0" cy="432005"/>
          </a:xfrm>
          <a:prstGeom prst="line">
            <a:avLst/>
          </a:prstGeom>
          <a:ln w="8097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75901" y="2380424"/>
            <a:ext cx="459728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706051" y="2380424"/>
            <a:ext cx="1499705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64563" y="1262980"/>
            <a:ext cx="42208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64862" y="1262980"/>
            <a:ext cx="39205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5095" y="1262980"/>
            <a:ext cx="36403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32562" y="1262980"/>
            <a:ext cx="33528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20649" y="1262980"/>
            <a:ext cx="306474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08278" y="1262980"/>
            <a:ext cx="277711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96203" y="1262980"/>
            <a:ext cx="24891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86352" y="1262980"/>
            <a:ext cx="219904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72813" y="1262980"/>
            <a:ext cx="19125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60199" y="1262980"/>
            <a:ext cx="16251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31807" y="1262980"/>
            <a:ext cx="13535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47001" y="1207445"/>
            <a:ext cx="43383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71609" y="487447"/>
            <a:ext cx="431378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50218" y="494694"/>
            <a:ext cx="453517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07902" y="1390524"/>
            <a:ext cx="27774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Cambria Math"/>
              </a:rPr>
              <a:t>z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55017" y="991240"/>
            <a:ext cx="433037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87880" y="1117235"/>
            <a:ext cx="43975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5902" y="775239"/>
            <a:ext cx="43694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9991" y="1618035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Defuzzification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9991" y="1839327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Defuzzification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Sugeno-style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weighted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technique: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39061" y="2324931"/>
            <a:ext cx="42463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=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06737" y="2109537"/>
            <a:ext cx="37786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75902" y="2292506"/>
            <a:ext cx="380949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69030" y="2184600"/>
            <a:ext cx="36163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α</a:t>
            </a: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·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75851" y="2402412"/>
            <a:ext cx="37095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45002" y="2585380"/>
            <a:ext cx="374039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38144" y="2478800"/>
            <a:ext cx="354725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α</a:t>
            </a:r>
            <a:r>
              <a:rPr sz="59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77336" y="2256143"/>
            <a:ext cx="32080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(3)(0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3) + (5)(0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125) + (8)(0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75)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37648" y="2402447"/>
            <a:ext cx="27477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 + 0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125 + 0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47187" y="2713012"/>
            <a:ext cx="393820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 6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404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9993" y="296370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y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z</a:t>
            </a: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404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15609" y="3150693"/>
            <a:ext cx="1697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14666" y="1220588"/>
            <a:ext cx="48707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8685" y="3150693"/>
            <a:ext cx="1467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Building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fuzzy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expert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83701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process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developing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incorporates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0909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steps: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320" y="1267198"/>
            <a:ext cx="52840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variables.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712" y="1525313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910" y="1783427"/>
            <a:ext cx="531248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3.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Elicit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190" y="2041542"/>
            <a:ext cx="53122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4.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Encode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procedures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6" y="2213614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946" y="2471728"/>
            <a:ext cx="53134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5.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tune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9667" y="3150916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4108" y="3150692"/>
            <a:ext cx="16128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9065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Build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expert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4" y="1124551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Specify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variables.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6" y="1457691"/>
            <a:ext cx="54253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Objective: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6" y="1695562"/>
            <a:ext cx="54253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Design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smoothly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slow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6" y="2029089"/>
            <a:ext cx="54253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236" y="2283343"/>
            <a:ext cx="51671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8297" y="2283345"/>
            <a:ext cx="47370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speed,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distance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236" y="2485782"/>
            <a:ext cx="51671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brake,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9665" y="3150929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128" y="3150705"/>
            <a:ext cx="16226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84515" y="856245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84515" y="1032102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84515" y="120291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484515" y="1373732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84515" y="154453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84515" y="1715350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0496" y="1029588"/>
            <a:ext cx="81654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81988" y="1029588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47615" y="856245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47615" y="1032102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47615" y="120291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847615" y="1373732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847615" y="154453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847615" y="1715350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33609" y="1029588"/>
            <a:ext cx="81654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845088" y="1029588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84514" y="2117445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484514" y="229331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484514" y="2464116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484514" y="263493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84514" y="2805746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484514" y="2976549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70494" y="2290787"/>
            <a:ext cx="81654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481986" y="2290787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847615" y="2117445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847615" y="229331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847615" y="2464116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47615" y="263493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47615" y="2805746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847615" y="2976549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033609" y="2290787"/>
            <a:ext cx="81654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845088" y="2290787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9993" y="49833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81213" y="714075"/>
            <a:ext cx="44041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Speed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6417" y="884890"/>
            <a:ext cx="50389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62960" y="884890"/>
            <a:ext cx="42224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069" y="1060760"/>
            <a:ext cx="47983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35795" y="1060760"/>
            <a:ext cx="404960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26.5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6183" y="1231563"/>
            <a:ext cx="497921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28907" y="1231563"/>
            <a:ext cx="40564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6.5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46.5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083" y="1402377"/>
            <a:ext cx="480931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35742" y="1402377"/>
            <a:ext cx="404965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2.5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10.5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5982" y="1573180"/>
            <a:ext cx="490941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36563" y="1573180"/>
            <a:ext cx="39488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4143" y="1743995"/>
            <a:ext cx="48912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Stopped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21726" y="1743995"/>
            <a:ext cx="39636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95431" y="714075"/>
            <a:ext cx="20899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Distance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9517" y="884890"/>
            <a:ext cx="26758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26061" y="884890"/>
            <a:ext cx="18593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7936" y="1060760"/>
            <a:ext cx="24174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82754" y="1060760"/>
            <a:ext cx="170264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1500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∞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7050" y="1231563"/>
            <a:ext cx="25983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42969" y="1231563"/>
            <a:ext cx="17424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100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27499" y="1402377"/>
            <a:ext cx="245789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27140" y="1402377"/>
            <a:ext cx="16582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200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32300" y="1573180"/>
            <a:ext cx="25530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99156" y="1573180"/>
            <a:ext cx="158623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87164" y="1743995"/>
            <a:ext cx="23982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84881" y="1743995"/>
            <a:ext cx="160051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49995" y="1975275"/>
            <a:ext cx="443540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6415" y="2146090"/>
            <a:ext cx="503898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562959" y="2146090"/>
            <a:ext cx="42224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8802" y="2321959"/>
            <a:ext cx="478659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66147" y="2321959"/>
            <a:ext cx="411924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0314" y="2492774"/>
            <a:ext cx="48850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88516" y="2492774"/>
            <a:ext cx="40968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80%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3158" y="2663577"/>
            <a:ext cx="483223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18789" y="2663577"/>
            <a:ext cx="40666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3044" y="2834392"/>
            <a:ext cx="493235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60180" y="2834392"/>
            <a:ext cx="402521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8378" y="3005194"/>
            <a:ext cx="477701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45768" y="3005194"/>
            <a:ext cx="40396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2%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58296" y="1975275"/>
            <a:ext cx="202709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109517" y="2146090"/>
            <a:ext cx="26758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926061" y="2146090"/>
            <a:ext cx="18593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61916" y="2321959"/>
            <a:ext cx="24234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34525" y="2321959"/>
            <a:ext cx="17508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98%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63428" y="2492774"/>
            <a:ext cx="25219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58918" y="2492774"/>
            <a:ext cx="17264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95%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99%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6260" y="2663577"/>
            <a:ext cx="24691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59621" y="2663577"/>
            <a:ext cx="17257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70%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97%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16159" y="2834392"/>
            <a:ext cx="25692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51529" y="2834392"/>
            <a:ext cx="17338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80%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71480" y="3005194"/>
            <a:ext cx="241391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076985" y="3005194"/>
            <a:ext cx="170841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40%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89662" y="3150917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23278" y="3150693"/>
            <a:ext cx="1621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58652" y="157118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58652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46656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34659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22663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10667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98670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86674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74677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62681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50685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38688" y="154238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58652" y="851177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558652" y="157118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58652" y="142718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558652" y="128318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558652" y="113918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58652" y="99517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558652" y="85117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58652" y="851177"/>
            <a:ext cx="288004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702654" y="851177"/>
            <a:ext cx="216002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918656" y="851177"/>
            <a:ext cx="216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918656" y="851177"/>
            <a:ext cx="576008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494664" y="851177"/>
            <a:ext cx="513512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494664" y="851177"/>
            <a:ext cx="820812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315476" y="851177"/>
            <a:ext cx="383906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315476" y="851177"/>
            <a:ext cx="835209" cy="720009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150685" y="851177"/>
            <a:ext cx="288003" cy="0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531601" y="2724018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531601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819605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107608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395612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683616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71619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259623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547626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835630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123633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11637" y="269521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531601" y="2004009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531601" y="272401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531601" y="258001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531601" y="243601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531601" y="229201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531601" y="214801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531601" y="200400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531601" y="2004009"/>
            <a:ext cx="288004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675603" y="2004009"/>
            <a:ext cx="288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963606" y="2004009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963606" y="2004009"/>
            <a:ext cx="1012333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75939" y="2004009"/>
            <a:ext cx="28368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971619" y="2004009"/>
            <a:ext cx="1161520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133139" y="2004009"/>
            <a:ext cx="278498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123633" y="2004009"/>
            <a:ext cx="144002" cy="720009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267635" y="2004009"/>
            <a:ext cx="144002" cy="0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87999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9993" y="56801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sets.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33587" y="1588229"/>
            <a:ext cx="425180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26124" y="1588229"/>
            <a:ext cx="395927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13683" y="1588229"/>
            <a:ext cx="36717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01231" y="1588229"/>
            <a:ext cx="338416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89846" y="1588229"/>
            <a:ext cx="309554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960834" y="1588229"/>
            <a:ext cx="282456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44786" y="1588229"/>
            <a:ext cx="254061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28615" y="1588229"/>
            <a:ext cx="225678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19974" y="1588229"/>
            <a:ext cx="196542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06313" y="1588229"/>
            <a:ext cx="16790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70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396503" y="1588229"/>
            <a:ext cx="13888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70821" y="1740121"/>
            <a:ext cx="301457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Speed,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km/hr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16026" y="1532695"/>
            <a:ext cx="436936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25099" y="1388697"/>
            <a:ext cx="43602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27202" y="1244699"/>
            <a:ext cx="43581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23321" y="1100499"/>
            <a:ext cx="436207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24530" y="956491"/>
            <a:ext cx="43608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440644" y="812696"/>
            <a:ext cx="43447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76850" y="819944"/>
            <a:ext cx="450854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07796" y="891666"/>
            <a:ext cx="417759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Stopped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98489" y="1323659"/>
            <a:ext cx="3986906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434556" y="1328688"/>
            <a:ext cx="335083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124623" y="1329775"/>
            <a:ext cx="266077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53151" y="1328292"/>
            <a:ext cx="183224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06547" y="2741072"/>
            <a:ext cx="42788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99073" y="2741072"/>
            <a:ext cx="398632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86632" y="2741072"/>
            <a:ext cx="36987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74190" y="2741072"/>
            <a:ext cx="341120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45788" y="2741072"/>
            <a:ext cx="31396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08728" y="2741072"/>
            <a:ext cx="28766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188951" y="2741072"/>
            <a:ext cx="259644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200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76144" y="2741072"/>
            <a:ext cx="23092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747660" y="2741072"/>
            <a:ext cx="20377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039384" y="2741072"/>
            <a:ext cx="174601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1500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15360" y="2741072"/>
            <a:ext cx="14700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3000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71589" y="2890739"/>
            <a:ext cx="30138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Distance,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88985" y="2685537"/>
            <a:ext cx="439641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98048" y="2541540"/>
            <a:ext cx="438734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00161" y="2397532"/>
            <a:ext cx="438523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96270" y="2253331"/>
            <a:ext cx="438912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97489" y="2109333"/>
            <a:ext cx="43879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13603" y="1965539"/>
            <a:ext cx="43717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49799" y="1972786"/>
            <a:ext cx="45355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601096" y="2482252"/>
            <a:ext cx="418429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39378" y="2475668"/>
            <a:ext cx="394601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60494" y="2480931"/>
            <a:ext cx="302490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84231" y="2482618"/>
            <a:ext cx="210116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296757" y="2121135"/>
            <a:ext cx="148863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89651" y="3150918"/>
            <a:ext cx="8957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622594" y="3150694"/>
            <a:ext cx="16280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48289" y="157251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48289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36293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24296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12300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00304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88307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76311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64314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52318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40322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28325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48289" y="852508"/>
            <a:ext cx="0" cy="7200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548289" y="157251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48289" y="142851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548289" y="128451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548289" y="114051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48289" y="99650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548289" y="85250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8289" y="852508"/>
            <a:ext cx="288004" cy="720008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692291" y="852508"/>
            <a:ext cx="288004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980295" y="852508"/>
            <a:ext cx="288003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980295" y="852508"/>
            <a:ext cx="1195213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175508" y="852508"/>
            <a:ext cx="244804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276311" y="852508"/>
            <a:ext cx="432005" cy="720008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708316" y="852508"/>
            <a:ext cx="432006" cy="720008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852318" y="852508"/>
            <a:ext cx="432005" cy="720008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84323" y="852508"/>
            <a:ext cx="144002" cy="0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548288" y="2719799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548288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836292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124295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412299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700303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88306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276310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564313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852317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140320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28324" y="2690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548288" y="1999790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548288" y="271979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548288" y="257579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548288" y="243179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548288" y="228779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548288" y="214379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548288" y="199979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548288" y="1999790"/>
            <a:ext cx="576007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836292" y="1999790"/>
            <a:ext cx="432005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68297" y="1999790"/>
            <a:ext cx="432006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556301" y="1999790"/>
            <a:ext cx="244805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801106" y="1999790"/>
            <a:ext cx="1195213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708315" y="1999790"/>
            <a:ext cx="288004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996319" y="1999790"/>
            <a:ext cx="288003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140320" y="1999790"/>
            <a:ext cx="288004" cy="720009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9993" y="56897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23224" y="1589560"/>
            <a:ext cx="426217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15761" y="1589560"/>
            <a:ext cx="396963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03320" y="1589560"/>
            <a:ext cx="36820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90868" y="1589560"/>
            <a:ext cx="339452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79473" y="1589560"/>
            <a:ext cx="310592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50471" y="1589560"/>
            <a:ext cx="283492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30694" y="1589560"/>
            <a:ext cx="255470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18252" y="1589560"/>
            <a:ext cx="226714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805811" y="1589560"/>
            <a:ext cx="19795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94416" y="1589560"/>
            <a:ext cx="169097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65413" y="1589560"/>
            <a:ext cx="14199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03903" y="1741452"/>
            <a:ext cx="29814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Throttle,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05663" y="1534026"/>
            <a:ext cx="43797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14736" y="1390028"/>
            <a:ext cx="43706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16839" y="1246030"/>
            <a:ext cx="436855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12958" y="1101819"/>
            <a:ext cx="437243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14167" y="957822"/>
            <a:ext cx="43712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30281" y="814027"/>
            <a:ext cx="43551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66487" y="821275"/>
            <a:ext cx="451890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79572" y="1329420"/>
            <a:ext cx="420582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46373" y="1324990"/>
            <a:ext cx="393902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70436" y="1324990"/>
            <a:ext cx="301495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02733" y="1330456"/>
            <a:ext cx="218266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37824" y="1330456"/>
            <a:ext cx="154757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23223" y="2736852"/>
            <a:ext cx="42621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90696" y="2736852"/>
            <a:ext cx="39946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78254" y="2736852"/>
            <a:ext cx="370714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365802" y="2736852"/>
            <a:ext cx="34195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54418" y="2736852"/>
            <a:ext cx="313097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41803" y="2736852"/>
            <a:ext cx="28435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34340" y="2736852"/>
            <a:ext cx="25510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523636" y="2736852"/>
            <a:ext cx="22617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09447" y="2736852"/>
            <a:ext cx="19759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98062" y="2736852"/>
            <a:ext cx="16873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365412" y="2736852"/>
            <a:ext cx="141998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40061" y="2888744"/>
            <a:ext cx="294533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Brake,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05662" y="2681318"/>
            <a:ext cx="43797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14735" y="2537320"/>
            <a:ext cx="437066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416838" y="2393312"/>
            <a:ext cx="43685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12957" y="2249111"/>
            <a:ext cx="43724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414166" y="2105114"/>
            <a:ext cx="437122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430280" y="1961319"/>
            <a:ext cx="43551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66486" y="1968568"/>
            <a:ext cx="451890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651565" y="2476712"/>
            <a:ext cx="413383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34378" y="2472282"/>
            <a:ext cx="365101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914443" y="2472282"/>
            <a:ext cx="287095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90737" y="2477748"/>
            <a:ext cx="189465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295430" y="2477748"/>
            <a:ext cx="1489965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889664" y="3150918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622441" y="3150694"/>
            <a:ext cx="1629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88364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Elicit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construct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4" y="1168970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association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(FAM)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404" y="1441415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Represent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05" y="1669152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dimension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represents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404" y="1896901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row/column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along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dimension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equals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subsets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5" y="2090075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405" y="2276480"/>
            <a:ext cx="53159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elements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consequent.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9665" y="3150918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6468" y="3150694"/>
            <a:ext cx="1589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391741" y="918907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397473" y="918907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391741" y="106314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92882" y="106314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94023" y="106314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95178" y="106314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96319" y="106314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397473" y="106314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2533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90587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391741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192882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94023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795178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596319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397473" y="1207388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62533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90587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391741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192882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94023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795178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96319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397473" y="13516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2533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0587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391741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192882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994023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795178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596319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397473" y="149585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62533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90587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391741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192882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994023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795178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596319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7473" y="164010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62533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90587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391741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192882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994023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795178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596319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397473" y="178433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389201" y="91636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190355" y="91636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991496" y="91636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792650" y="91636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593792" y="91636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389201" y="1060614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190355" y="1060614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991496" y="1060614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792650" y="1060614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593792" y="1060614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59993" y="1204848"/>
            <a:ext cx="2331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88059" y="120484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389201" y="120484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190355" y="120484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991496" y="120484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792650" y="120484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593792" y="120484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588059" y="1349082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389201" y="1349082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190355" y="1349082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991496" y="1349082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792650" y="1349082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593792" y="1349082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88059" y="1493329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389201" y="1493329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190355" y="1493329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991496" y="1493329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792650" y="1493329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4593792" y="1493329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88059" y="1637562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389201" y="1637562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190355" y="1637562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991496" y="1637562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92650" y="1637562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593792" y="1637562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88059" y="1781809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389201" y="1781809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190355" y="1781809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991496" y="1781809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792650" y="1781809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593792" y="1781809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59993" y="1926043"/>
            <a:ext cx="2331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88059" y="1926043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389201" y="1926043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190355" y="1926043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991496" y="1926043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792650" y="1926043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593792" y="1926043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35" name="Picture 1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9993" y="688529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56253" y="945604"/>
            <a:ext cx="25291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753170" y="1089839"/>
            <a:ext cx="40322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438156" y="1089839"/>
            <a:ext cx="33472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0728" y="1089839"/>
            <a:ext cx="247466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06494" y="1089839"/>
            <a:ext cx="17789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943368" y="1089839"/>
            <a:ext cx="8420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7160" y="1450466"/>
            <a:ext cx="5348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54594" y="1234072"/>
            <a:ext cx="49308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Stopped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0967" y="1378319"/>
            <a:ext cx="49444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16049" y="1522553"/>
            <a:ext cx="48693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88618" y="1666800"/>
            <a:ext cx="49967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24279" y="1811033"/>
            <a:ext cx="48611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9993" y="211927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provides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consequent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intersection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(AND)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9993" y="227110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values.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59994" y="2556800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example,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left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represents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consequent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‘speed’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‘stopped’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59994" y="2708628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‘distance’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‘at’.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89665" y="3150916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23586" y="3150692"/>
            <a:ext cx="16180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391741" y="993457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397474" y="993457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391741" y="113769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92883" y="113769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94024" y="113769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95178" y="113769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96320" y="113769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397474" y="1137691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2533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90587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391741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192883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94024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795178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596320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397474" y="1281925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62533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90587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391741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192883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94024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795178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96320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397474" y="142110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2533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0587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391741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192883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994024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795178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596320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397474" y="1565338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62533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90587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391741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192883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994024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795178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596320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7474" y="170453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62533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90587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391741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192883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994024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795178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596320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397474" y="1848764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62533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90587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391741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192883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994024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795178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596320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397474" y="198794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62533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90587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391741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192883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994024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795178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596320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397474" y="2132177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62533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90587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391741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192883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994024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795178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596320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97474" y="2271357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62533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90587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391741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192883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994024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795178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596320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5397474" y="2415590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62533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590587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391741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192883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994024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795178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4596320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397474" y="2554783"/>
            <a:ext cx="0" cy="14423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389201" y="990917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190355" y="990917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991497" y="990917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792651" y="990917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593792" y="990917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389201" y="1135164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190355" y="1135164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991497" y="1135164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792651" y="1135164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593792" y="1135164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59993" y="1279398"/>
            <a:ext cx="23312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88060" y="127939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389201" y="127939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190355" y="127939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991497" y="127939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792651" y="1279398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593792" y="1279398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588060" y="1562811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389201" y="1562811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190355" y="1562811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991497" y="1562811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792651" y="1562811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593792" y="1562811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88060" y="1846237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389201" y="1846237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190355" y="1846237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991497" y="1846237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792651" y="1846237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593792" y="1846237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588060" y="2129650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389201" y="2129650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190355" y="2129650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991497" y="2129650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792651" y="2129650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593792" y="2129650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88060" y="2413063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389201" y="2413063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2190355" y="2413063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2991497" y="2413063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792651" y="2413063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593792" y="2413063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59993" y="2696476"/>
            <a:ext cx="23312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88060" y="2696476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389201" y="2696476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190355" y="2696476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2991497" y="2696476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792651" y="2696476"/>
            <a:ext cx="8062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4593792" y="2696476"/>
            <a:ext cx="80620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" name="Picture 17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75" name="Picture 1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59993" y="76307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256254" y="1020154"/>
            <a:ext cx="25291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753171" y="1164388"/>
            <a:ext cx="40322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438156" y="1164388"/>
            <a:ext cx="33472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310729" y="1164388"/>
            <a:ext cx="24746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006495" y="1164388"/>
            <a:ext cx="17789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943369" y="1164388"/>
            <a:ext cx="8420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37160" y="1872970"/>
            <a:ext cx="5348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54595" y="1378218"/>
            <a:ext cx="49308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Stopped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632432" y="1308622"/>
            <a:ext cx="41529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433568" y="1308622"/>
            <a:ext cx="33518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614220" y="1447801"/>
            <a:ext cx="41711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417558" y="1447801"/>
            <a:ext cx="33678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0968" y="1661631"/>
            <a:ext cx="49444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632432" y="1592048"/>
            <a:ext cx="41529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359702" y="1592048"/>
            <a:ext cx="342569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200466" y="1592048"/>
            <a:ext cx="258492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Slight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614220" y="1731227"/>
            <a:ext cx="41711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417558" y="1731227"/>
            <a:ext cx="33678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218694" y="1731227"/>
            <a:ext cx="25667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16050" y="1945045"/>
            <a:ext cx="48693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632432" y="1875461"/>
            <a:ext cx="41529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359702" y="1875461"/>
            <a:ext cx="342569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244118" y="1875461"/>
            <a:ext cx="254127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614220" y="2014640"/>
            <a:ext cx="41711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417558" y="2014640"/>
            <a:ext cx="33678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175119" y="2014640"/>
            <a:ext cx="261027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Slight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88618" y="2228470"/>
            <a:ext cx="49967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045254" y="2158874"/>
            <a:ext cx="17401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844190" y="2158874"/>
            <a:ext cx="9412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986135" y="2298054"/>
            <a:ext cx="17992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Med.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811641" y="2298054"/>
            <a:ext cx="9737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24280" y="2511884"/>
            <a:ext cx="48611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045254" y="2442300"/>
            <a:ext cx="17401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844189" y="2442300"/>
            <a:ext cx="9412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986135" y="2581480"/>
            <a:ext cx="17992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Med.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811641" y="2581480"/>
            <a:ext cx="9737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889664" y="3150918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622442" y="3150694"/>
            <a:ext cx="1629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1938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Encode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sets,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rules,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procedures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perform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inference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7122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into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expert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403" y="1543296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concerns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actually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building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expert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library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toolbox.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04" y="1771033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includes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making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decision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most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cases,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5" y="1964207"/>
            <a:ext cx="51483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centroid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method.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9664" y="3150918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15456" y="3150694"/>
            <a:ext cx="1699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4581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83676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illustrate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4233" y="1662035"/>
            <a:ext cx="33511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 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km/hr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6017" y="1851824"/>
            <a:ext cx="33593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= 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8532" y="3150693"/>
            <a:ext cx="146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653" y="1682942"/>
            <a:ext cx="2675265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08653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6179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43706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11233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678759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946286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13812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81339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748865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016392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283918" y="1656188"/>
            <a:ext cx="0" cy="26754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08653" y="1014126"/>
            <a:ext cx="0" cy="668816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8653" y="1682942"/>
            <a:ext cx="26754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8653" y="1549179"/>
            <a:ext cx="26754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8653" y="1415415"/>
            <a:ext cx="26754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08653" y="1281652"/>
            <a:ext cx="26754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08653" y="1147889"/>
            <a:ext cx="26754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08653" y="1014126"/>
            <a:ext cx="26754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08653" y="1014126"/>
            <a:ext cx="267526" cy="668816"/>
          </a:xfrm>
          <a:prstGeom prst="line">
            <a:avLst/>
          </a:prstGeom>
          <a:ln w="3760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42416" y="1014126"/>
            <a:ext cx="200645" cy="668816"/>
          </a:xfrm>
          <a:prstGeom prst="line">
            <a:avLst/>
          </a:prstGeom>
          <a:ln w="376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43061" y="1014126"/>
            <a:ext cx="200645" cy="668816"/>
          </a:xfrm>
          <a:prstGeom prst="line">
            <a:avLst/>
          </a:prstGeom>
          <a:ln w="3760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43061" y="1014126"/>
            <a:ext cx="535053" cy="668816"/>
          </a:xfrm>
          <a:prstGeom prst="line">
            <a:avLst/>
          </a:prstGeom>
          <a:ln w="3760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478114" y="1014126"/>
            <a:ext cx="477001" cy="668816"/>
          </a:xfrm>
          <a:prstGeom prst="line">
            <a:avLst/>
          </a:prstGeom>
          <a:ln w="3760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478114" y="1014126"/>
            <a:ext cx="762452" cy="668816"/>
          </a:xfrm>
          <a:prstGeom prst="line">
            <a:avLst/>
          </a:prstGeom>
          <a:ln w="3760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240566" y="1014126"/>
            <a:ext cx="356611" cy="668816"/>
          </a:xfrm>
          <a:prstGeom prst="line">
            <a:avLst/>
          </a:prstGeom>
          <a:ln w="3760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240566" y="1014126"/>
            <a:ext cx="775826" cy="668816"/>
          </a:xfrm>
          <a:prstGeom prst="line">
            <a:avLst/>
          </a:prstGeom>
          <a:ln w="3760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16392" y="1014126"/>
            <a:ext cx="267526" cy="0"/>
          </a:xfrm>
          <a:prstGeom prst="line">
            <a:avLst/>
          </a:prstGeom>
          <a:ln w="3760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09943" y="1236973"/>
            <a:ext cx="0" cy="445969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608653" y="1236973"/>
            <a:ext cx="401290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9943" y="1599340"/>
            <a:ext cx="0" cy="83602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08653" y="1599340"/>
            <a:ext cx="401290" cy="0"/>
          </a:xfrm>
          <a:prstGeom prst="line">
            <a:avLst/>
          </a:prstGeom>
          <a:ln w="37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03999" y="2662964"/>
            <a:ext cx="2631525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03999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67151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30304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393456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656608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919761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182913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446066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709218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972371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235524" y="2636648"/>
            <a:ext cx="0" cy="26316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03999" y="2005084"/>
            <a:ext cx="0" cy="65788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03999" y="2662964"/>
            <a:ext cx="26316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03999" y="2531388"/>
            <a:ext cx="26316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03999" y="2399812"/>
            <a:ext cx="26316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3999" y="2268236"/>
            <a:ext cx="26316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03999" y="2136659"/>
            <a:ext cx="26316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03999" y="2005084"/>
            <a:ext cx="26316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3999" y="2005084"/>
            <a:ext cx="263152" cy="657880"/>
          </a:xfrm>
          <a:prstGeom prst="line">
            <a:avLst/>
          </a:prstGeom>
          <a:ln w="3699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35575" y="2005084"/>
            <a:ext cx="263152" cy="657880"/>
          </a:xfrm>
          <a:prstGeom prst="line">
            <a:avLst/>
          </a:prstGeom>
          <a:ln w="3699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98727" y="2005084"/>
            <a:ext cx="263152" cy="657880"/>
          </a:xfrm>
          <a:prstGeom prst="line">
            <a:avLst/>
          </a:prstGeom>
          <a:ln w="3699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98727" y="2005084"/>
            <a:ext cx="924981" cy="657880"/>
          </a:xfrm>
          <a:prstGeom prst="line">
            <a:avLst/>
          </a:prstGeom>
          <a:ln w="3699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923708" y="2005084"/>
            <a:ext cx="259205" cy="657880"/>
          </a:xfrm>
          <a:prstGeom prst="line">
            <a:avLst/>
          </a:prstGeom>
          <a:ln w="3699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919761" y="2005084"/>
            <a:ext cx="1061295" cy="657880"/>
          </a:xfrm>
          <a:prstGeom prst="line">
            <a:avLst/>
          </a:prstGeom>
          <a:ln w="3699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981056" y="2005084"/>
            <a:ext cx="254468" cy="657880"/>
          </a:xfrm>
          <a:prstGeom prst="line">
            <a:avLst/>
          </a:prstGeom>
          <a:ln w="3699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972371" y="2005084"/>
            <a:ext cx="131576" cy="657880"/>
          </a:xfrm>
          <a:prstGeom prst="line">
            <a:avLst/>
          </a:prstGeom>
          <a:ln w="3699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103947" y="2005084"/>
            <a:ext cx="131577" cy="0"/>
          </a:xfrm>
          <a:prstGeom prst="line">
            <a:avLst/>
          </a:prstGeom>
          <a:ln w="3699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40834" y="2597176"/>
            <a:ext cx="0" cy="131577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603999" y="2597176"/>
            <a:ext cx="236835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40834" y="2399812"/>
            <a:ext cx="0" cy="328941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603999" y="2399812"/>
            <a:ext cx="236835" cy="0"/>
          </a:xfrm>
          <a:prstGeom prst="line">
            <a:avLst/>
          </a:prstGeom>
          <a:ln w="36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03" name="Picture 1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9993" y="62377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3977" y="822413"/>
            <a:ext cx="54614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=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km/hr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=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1.8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m,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85370" y="1698774"/>
            <a:ext cx="5200025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7108" y="1698774"/>
            <a:ext cx="4928287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4211" y="1698774"/>
            <a:ext cx="4661184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91325" y="1698774"/>
            <a:ext cx="4394070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59410" y="1698774"/>
            <a:ext cx="4125985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911139" y="1698774"/>
            <a:ext cx="3874256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74902" y="1698774"/>
            <a:ext cx="3610493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38552" y="1698774"/>
            <a:ext cx="3346843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09194" y="1698774"/>
            <a:ext cx="3076201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55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75175" y="1698774"/>
            <a:ext cx="2810220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70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44733" y="1698774"/>
            <a:ext cx="2540662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85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34637" y="1839866"/>
            <a:ext cx="4050758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Speed,</a:t>
            </a:r>
            <a:r>
              <a:rPr sz="592" b="0">
                <a:solidFill>
                  <a:srgbClr val="000000"/>
                </a:solidFill>
                <a:latin typeface="Josefin Sans"/>
              </a:rPr>
              <a:t> </a:t>
            </a:r>
            <a:r>
              <a:rPr sz="592" b="0">
                <a:solidFill>
                  <a:srgbClr val="000000"/>
                </a:solidFill>
                <a:latin typeface="Josefin Sans"/>
              </a:rPr>
              <a:t>km/hr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6168" y="1647188"/>
            <a:ext cx="5309227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4595" y="1513428"/>
            <a:ext cx="5300800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6549" y="1379669"/>
            <a:ext cx="5298846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2934" y="1245711"/>
            <a:ext cx="5302461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4067" y="1111952"/>
            <a:ext cx="5301328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9035" y="978381"/>
            <a:ext cx="5286360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6887" y="985113"/>
            <a:ext cx="5438509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92" b="0">
                <a:solidFill>
                  <a:srgbClr val="000000"/>
                </a:solidFill>
                <a:latin typeface="Josefin Sans"/>
              </a:rPr>
              <a:t> </a:t>
            </a:r>
            <a:r>
              <a:rPr sz="592" b="0">
                <a:solidFill>
                  <a:srgbClr val="000000"/>
                </a:solidFill>
                <a:latin typeface="Josefin Sans"/>
              </a:rPr>
              <a:t>of</a:t>
            </a:r>
            <a:r>
              <a:rPr sz="592" b="0">
                <a:solidFill>
                  <a:srgbClr val="000000"/>
                </a:solidFill>
                <a:latin typeface="Josefin Sans"/>
              </a:rPr>
              <a:t> </a:t>
            </a:r>
            <a:r>
              <a:rPr sz="592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4303" y="1051726"/>
            <a:ext cx="5131092" cy="87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4" b="0">
                <a:solidFill>
                  <a:srgbClr val="000000"/>
                </a:solidFill>
                <a:latin typeface="Josefin Sans"/>
              </a:rPr>
              <a:t>Stopped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31438" y="1453014"/>
            <a:ext cx="4953958" cy="87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4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44" b="0">
                <a:solidFill>
                  <a:srgbClr val="000000"/>
                </a:solidFill>
                <a:latin typeface="Josefin Sans"/>
              </a:rPr>
              <a:t> </a:t>
            </a:r>
            <a:r>
              <a:rPr sz="444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22280" y="1457686"/>
            <a:ext cx="4363115" cy="87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4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63274" y="1458696"/>
            <a:ext cx="3722121" cy="87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4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444" b="0">
                <a:solidFill>
                  <a:srgbClr val="000000"/>
                </a:solidFill>
                <a:latin typeface="Josefin Sans"/>
              </a:rPr>
              <a:t> </a:t>
            </a:r>
            <a:r>
              <a:rPr sz="444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32893" y="1457318"/>
            <a:ext cx="2952502" cy="87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4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90377" y="1698774"/>
            <a:ext cx="4795019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5597" y="1149268"/>
            <a:ext cx="5149798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0.667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35597" y="1511626"/>
            <a:ext cx="5149798" cy="1165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2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1097" y="2678538"/>
            <a:ext cx="5204299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8391" y="2678538"/>
            <a:ext cx="4937004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11128" y="2678538"/>
            <a:ext cx="4674267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73873" y="2678538"/>
            <a:ext cx="4411522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622035" y="2678538"/>
            <a:ext cx="4163360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62288" y="2678538"/>
            <a:ext cx="3923108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18331" y="2678538"/>
            <a:ext cx="3667064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200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380742" y="2678538"/>
            <a:ext cx="3404653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500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628839" y="2678538"/>
            <a:ext cx="3156556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1000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95391" y="2678538"/>
            <a:ext cx="2890004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1500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147554" y="2678538"/>
            <a:ext cx="2637841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3000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36991" y="2815290"/>
            <a:ext cx="4048405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Distance,</a:t>
            </a:r>
            <a:r>
              <a:rPr sz="582" b="0">
                <a:solidFill>
                  <a:srgbClr val="000000"/>
                </a:solidFill>
                <a:latin typeface="Josefin Sans"/>
              </a:rPr>
              <a:t> </a:t>
            </a:r>
            <a:r>
              <a:rPr sz="582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3679" y="2627795"/>
            <a:ext cx="5311716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1969" y="2496223"/>
            <a:ext cx="5303426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3891" y="2364650"/>
            <a:ext cx="5301504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80335" y="2232892"/>
            <a:ext cx="5305060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81449" y="2101319"/>
            <a:ext cx="5303946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96173" y="1969923"/>
            <a:ext cx="5289222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46512" y="1976555"/>
            <a:ext cx="5438883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582" b="0">
                <a:solidFill>
                  <a:srgbClr val="000000"/>
                </a:solidFill>
                <a:latin typeface="Josefin Sans"/>
              </a:rPr>
              <a:t> </a:t>
            </a:r>
            <a:r>
              <a:rPr sz="582" b="0">
                <a:solidFill>
                  <a:srgbClr val="000000"/>
                </a:solidFill>
                <a:latin typeface="Josefin Sans"/>
              </a:rPr>
              <a:t>of</a:t>
            </a:r>
            <a:r>
              <a:rPr sz="582" b="0">
                <a:solidFill>
                  <a:srgbClr val="000000"/>
                </a:solidFill>
                <a:latin typeface="Josefin Sans"/>
              </a:rPr>
              <a:t> </a:t>
            </a:r>
            <a:r>
              <a:rPr sz="582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7496" y="2442060"/>
            <a:ext cx="5117899" cy="86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6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85209" y="2436035"/>
            <a:ext cx="4900186" cy="86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6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36" b="0">
                <a:solidFill>
                  <a:srgbClr val="000000"/>
                </a:solidFill>
                <a:latin typeface="Josefin Sans"/>
              </a:rPr>
              <a:t> </a:t>
            </a:r>
            <a:r>
              <a:rPr sz="436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26853" y="2440853"/>
            <a:ext cx="4058542" cy="86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6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570874" y="2442394"/>
            <a:ext cx="3214521" cy="86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6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436" b="0">
                <a:solidFill>
                  <a:srgbClr val="000000"/>
                </a:solidFill>
                <a:latin typeface="Josefin Sans"/>
              </a:rPr>
              <a:t> </a:t>
            </a:r>
            <a:r>
              <a:rPr sz="436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130547" y="2112093"/>
            <a:ext cx="2654848" cy="860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6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04054" y="2744329"/>
            <a:ext cx="4981341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1.8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0502" y="2511271"/>
            <a:ext cx="5154893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30502" y="2313907"/>
            <a:ext cx="5154893" cy="1146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2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671988" y="825862"/>
            <a:ext cx="21134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set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diagrams,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have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36262" y="1044551"/>
            <a:ext cx="164913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stopped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04372" y="1215607"/>
            <a:ext cx="16810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667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259172" y="1386664"/>
            <a:ext cx="15262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125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997184" y="1557707"/>
            <a:ext cx="17882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75339" y="1730402"/>
            <a:ext cx="151005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328426" y="2073898"/>
            <a:ext cx="14569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at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096511" y="2232052"/>
            <a:ext cx="16888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251298" y="2403108"/>
            <a:ext cx="153409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026127" y="2561261"/>
            <a:ext cx="17592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304283" y="2719427"/>
            <a:ext cx="148111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µ</a:t>
            </a: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889662" y="3150917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23963" y="3150693"/>
            <a:ext cx="16143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71749" y="80817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517463" y="808176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71749" y="9524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320897" y="9524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870032" y="9524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419180" y="9524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968328" y="9524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517463" y="952422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94547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222601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71749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320897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870032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19180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68328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517463" y="1096656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994547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22601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771749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20897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870032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419180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68328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17463" y="1235836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774276" y="1375002"/>
            <a:ext cx="544080" cy="22774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23425" y="1375002"/>
            <a:ext cx="544080" cy="22774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1994547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22601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771749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20897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870032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19180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968328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517463" y="13750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774276" y="1602751"/>
            <a:ext cx="544080" cy="13917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23425" y="1602751"/>
            <a:ext cx="544080" cy="13917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1994547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222601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771749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320897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870032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419180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968328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517463" y="1602751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774276" y="1741931"/>
            <a:ext cx="544080" cy="22774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323425" y="1741931"/>
            <a:ext cx="544080" cy="22774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 flipV="1">
            <a:off x="1994547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22601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771749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320897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870032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419180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968328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517463" y="174193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774276" y="1969680"/>
            <a:ext cx="544080" cy="22774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323425" y="1969680"/>
            <a:ext cx="544080" cy="227749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V="1">
            <a:off x="1994547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222601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771749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320897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870032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19180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68328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5517463" y="1969680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994547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222601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771749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320897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870032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419180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968328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517463" y="2202483"/>
            <a:ext cx="0" cy="13918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994547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222601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771749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320897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870032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419180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968328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5517463" y="2341676"/>
            <a:ext cx="0" cy="232803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994547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222601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771749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320897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870032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419180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4968328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517463" y="2574467"/>
            <a:ext cx="0" cy="13917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994547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222601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771749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320897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870032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419180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4968328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5517463" y="2713658"/>
            <a:ext cx="0" cy="23280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769222" y="80564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318370" y="80564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867505" y="80564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416653" y="80564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965801" y="80564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769222" y="949882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3318370" y="949882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867505" y="949882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416653" y="949882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965801" y="949882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992020" y="1094129"/>
            <a:ext cx="2331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220074" y="109412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769222" y="109412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318370" y="109412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867505" y="109412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16653" y="109412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965801" y="109412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220074" y="2199956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769222" y="2199956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318370" y="2199956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867505" y="2199956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416653" y="2199956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965801" y="2199956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220074" y="257193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769222" y="257193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318370" y="2571939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867505" y="257193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16653" y="257193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965801" y="2571939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992020" y="2943922"/>
            <a:ext cx="2331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2220074" y="2943922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769222" y="2943922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318370" y="2943922"/>
            <a:ext cx="55420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867505" y="2943922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4416653" y="2943922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4965801" y="2943922"/>
            <a:ext cx="55420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 167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71" name="Picture 17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59993" y="59810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40006" y="798022"/>
            <a:ext cx="55453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Since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non-zero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40006" y="918228"/>
            <a:ext cx="55453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53873" y="1059503"/>
            <a:ext cx="52315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53873" y="1230318"/>
            <a:ext cx="52315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53873" y="1401120"/>
            <a:ext cx="52315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53873" y="1571935"/>
            <a:ext cx="52315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40005" y="1800356"/>
            <a:ext cx="55453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shaded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fired.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006253" y="834873"/>
            <a:ext cx="17791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Distance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007194" y="979119"/>
            <a:ext cx="27782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440217" y="979119"/>
            <a:ext cx="234517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060751" y="979119"/>
            <a:ext cx="17246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504553" y="979119"/>
            <a:ext cx="12808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189311" y="979119"/>
            <a:ext cx="5960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069174" y="1904046"/>
            <a:ext cx="37162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Speed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360612" y="1192949"/>
            <a:ext cx="34247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Stopped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886443" y="1123354"/>
            <a:ext cx="289895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435615" y="1123354"/>
            <a:ext cx="234978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868231" y="1262533"/>
            <a:ext cx="29171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419605" y="1262533"/>
            <a:ext cx="23657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346985" y="1515580"/>
            <a:ext cx="34384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886443" y="1445997"/>
            <a:ext cx="289895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463531" y="1401712"/>
            <a:ext cx="23218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505313" y="1490282"/>
            <a:ext cx="2280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967695" y="1445997"/>
            <a:ext cx="18177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868231" y="1629461"/>
            <a:ext cx="29171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419576" y="1629461"/>
            <a:ext cx="23658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968749" y="1629461"/>
            <a:ext cx="18166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422067" y="1926794"/>
            <a:ext cx="33633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886443" y="1812913"/>
            <a:ext cx="289895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463531" y="1768641"/>
            <a:ext cx="23218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505313" y="1857198"/>
            <a:ext cx="2280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994112" y="1812913"/>
            <a:ext cx="17912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868231" y="2040662"/>
            <a:ext cx="29171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419576" y="2040662"/>
            <a:ext cx="23658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069498" y="1996377"/>
            <a:ext cx="17158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029061" y="2084947"/>
            <a:ext cx="17563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365235" y="2298777"/>
            <a:ext cx="34201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438234" y="2387346"/>
            <a:ext cx="33471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543246" y="2229193"/>
            <a:ext cx="12421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090218" y="2229193"/>
            <a:ext cx="695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613287" y="2368360"/>
            <a:ext cx="117210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Med.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578210" y="2456930"/>
            <a:ext cx="120718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057622" y="2412645"/>
            <a:ext cx="7277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430297" y="2715044"/>
            <a:ext cx="335509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Fast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543246" y="2601176"/>
            <a:ext cx="12421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VS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090218" y="2601176"/>
            <a:ext cx="695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No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613287" y="2740356"/>
            <a:ext cx="117210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578210" y="2828913"/>
            <a:ext cx="120718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057622" y="2784641"/>
            <a:ext cx="7277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Full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889665" y="3150916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622976" y="3150692"/>
            <a:ext cx="1624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0299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4" y="940866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four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fired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968" y="1097319"/>
            <a:ext cx="50634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968" y="1267835"/>
            <a:ext cx="50634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6203" y="1267835"/>
            <a:ext cx="46291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7004" y="1267835"/>
            <a:ext cx="370839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0.667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1968" y="1438637"/>
            <a:ext cx="50634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6203" y="1438637"/>
            <a:ext cx="46291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7004" y="1438637"/>
            <a:ext cx="370839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1968" y="1609452"/>
            <a:ext cx="50634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6203" y="1609452"/>
            <a:ext cx="46291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brake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7004" y="1609452"/>
            <a:ext cx="370839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6207" y="1780255"/>
            <a:ext cx="46291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throttle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7008" y="1780255"/>
            <a:ext cx="37083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916" y="1964018"/>
            <a:ext cx="51254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9916" y="2134534"/>
            <a:ext cx="51254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2957" y="2134534"/>
            <a:ext cx="46824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9048" y="2134534"/>
            <a:ext cx="36463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0.667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9916" y="2305336"/>
            <a:ext cx="51254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2957" y="2305336"/>
            <a:ext cx="46824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9048" y="2305336"/>
            <a:ext cx="36463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9916" y="2476151"/>
            <a:ext cx="51254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2957" y="2476151"/>
            <a:ext cx="46824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brake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9048" y="2476151"/>
            <a:ext cx="36463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2968" y="2646954"/>
            <a:ext cx="46824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throttle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9059" y="2646954"/>
            <a:ext cx="36463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51755" y="1097319"/>
            <a:ext cx="223364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51755" y="1267835"/>
            <a:ext cx="223364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91861" y="1267835"/>
            <a:ext cx="17935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18723" y="1267835"/>
            <a:ext cx="10666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51755" y="1438637"/>
            <a:ext cx="223364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91861" y="1438637"/>
            <a:ext cx="17935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18723" y="1438637"/>
            <a:ext cx="10666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51755" y="1609452"/>
            <a:ext cx="223364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91861" y="1609452"/>
            <a:ext cx="17935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brake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18724" y="1609452"/>
            <a:ext cx="106667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91861" y="1780255"/>
            <a:ext cx="17935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throttle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18722" y="1780255"/>
            <a:ext cx="106667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96384" y="1964018"/>
            <a:ext cx="23890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Rule</a:t>
            </a:r>
            <a:r>
              <a:rPr sz="797" b="1">
                <a:solidFill>
                  <a:srgbClr val="000000"/>
                </a:solidFill>
                <a:latin typeface="Josefin Sans"/>
              </a:rPr>
              <a:t> </a:t>
            </a:r>
            <a:r>
              <a:rPr sz="797" b="1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96384" y="2134534"/>
            <a:ext cx="23890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38008" y="2134534"/>
            <a:ext cx="19473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74097" y="2134534"/>
            <a:ext cx="9112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96384" y="2305336"/>
            <a:ext cx="23890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38008" y="2305336"/>
            <a:ext cx="19473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distance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near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74098" y="2305336"/>
            <a:ext cx="91129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96384" y="2476151"/>
            <a:ext cx="23890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38008" y="2476151"/>
            <a:ext cx="19473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brake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74098" y="2476151"/>
            <a:ext cx="91129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38013" y="2646954"/>
            <a:ext cx="19473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throttle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74103" y="2646954"/>
            <a:ext cx="9112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89664" y="3150919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23127" y="3150695"/>
            <a:ext cx="1622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48290" y="1572516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48290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36294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24297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12301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00305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88308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76312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64315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52319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40323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428326" y="1543714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548290" y="852508"/>
            <a:ext cx="0" cy="7200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548290" y="157251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48290" y="142851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548290" y="128451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548290" y="114051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48290" y="99650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548290" y="85250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48290" y="852508"/>
            <a:ext cx="576007" cy="720008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836294" y="852508"/>
            <a:ext cx="432005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268299" y="852508"/>
            <a:ext cx="432006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556303" y="852508"/>
            <a:ext cx="244805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801108" y="852508"/>
            <a:ext cx="1195213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708317" y="852508"/>
            <a:ext cx="288004" cy="720008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996321" y="852508"/>
            <a:ext cx="288003" cy="720008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140323" y="852508"/>
            <a:ext cx="288003" cy="720008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548290" y="1500516"/>
            <a:ext cx="2620834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169124" y="1500516"/>
            <a:ext cx="0" cy="2160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548290" y="1482516"/>
            <a:ext cx="2700034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248324" y="1482516"/>
            <a:ext cx="0" cy="1764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548290" y="1482516"/>
            <a:ext cx="219602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744317" y="1482516"/>
            <a:ext cx="0" cy="1764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548290" y="1284513"/>
            <a:ext cx="227522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823517" y="1284513"/>
            <a:ext cx="0" cy="432005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548290" y="1284513"/>
            <a:ext cx="2620834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169124" y="1284513"/>
            <a:ext cx="0" cy="432005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548291" y="2719809"/>
            <a:ext cx="2880036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548291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836295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124299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412302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700306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988309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276313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564316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852320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140324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428327" y="269100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548291" y="1999800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548291" y="271980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548291" y="257580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548291" y="243180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548291" y="228780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548291" y="214380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548291" y="199980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548291" y="1999800"/>
            <a:ext cx="288004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692293" y="1999800"/>
            <a:ext cx="288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980296" y="1999800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980296" y="1999800"/>
            <a:ext cx="119521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175510" y="1999800"/>
            <a:ext cx="24480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276313" y="1999800"/>
            <a:ext cx="432005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708318" y="1999800"/>
            <a:ext cx="432006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852320" y="1999800"/>
            <a:ext cx="432005" cy="720009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284325" y="1999800"/>
            <a:ext cx="144002" cy="0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548291" y="2647808"/>
            <a:ext cx="259201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807492" y="2647808"/>
            <a:ext cx="0" cy="2160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548291" y="2629808"/>
            <a:ext cx="1800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728293" y="2629808"/>
            <a:ext cx="0" cy="176403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548291" y="2629808"/>
            <a:ext cx="68400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232300" y="2629808"/>
            <a:ext cx="0" cy="176403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548291" y="2431805"/>
            <a:ext cx="259201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807492" y="2431805"/>
            <a:ext cx="0" cy="432005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548291" y="2431805"/>
            <a:ext cx="604809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153100" y="2431805"/>
            <a:ext cx="0" cy="432005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880006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59993" y="56897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23226" y="1589560"/>
            <a:ext cx="426217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790698" y="1589560"/>
            <a:ext cx="399469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78256" y="1589560"/>
            <a:ext cx="370713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365815" y="1589560"/>
            <a:ext cx="341958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54420" y="1589560"/>
            <a:ext cx="31309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941805" y="1589560"/>
            <a:ext cx="28435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34342" y="1589560"/>
            <a:ext cx="255105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3638" y="1589560"/>
            <a:ext cx="22617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09449" y="1589560"/>
            <a:ext cx="197594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98064" y="1589560"/>
            <a:ext cx="168733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365414" y="1589560"/>
            <a:ext cx="14199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40063" y="1741452"/>
            <a:ext cx="29453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Brake,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405664" y="1534026"/>
            <a:ext cx="437973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414737" y="1390028"/>
            <a:ext cx="437065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16840" y="1246030"/>
            <a:ext cx="43685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12959" y="1101819"/>
            <a:ext cx="437243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14168" y="957822"/>
            <a:ext cx="437122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30282" y="814027"/>
            <a:ext cx="435511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66488" y="821275"/>
            <a:ext cx="45189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651567" y="1329420"/>
            <a:ext cx="413382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34380" y="1324990"/>
            <a:ext cx="3651015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914444" y="1324990"/>
            <a:ext cx="287095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90740" y="1330456"/>
            <a:ext cx="1894656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95433" y="1330456"/>
            <a:ext cx="148996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77307" y="1520550"/>
            <a:ext cx="420808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17013" y="1736551"/>
            <a:ext cx="166838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98.2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577307" y="1404441"/>
            <a:ext cx="420808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181153" y="1678954"/>
            <a:ext cx="160424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98.75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675815" y="1678954"/>
            <a:ext cx="210958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95.25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70800" y="1736551"/>
            <a:ext cx="2014595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95.8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523227" y="2736852"/>
            <a:ext cx="426216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815763" y="2736852"/>
            <a:ext cx="39696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03322" y="2736852"/>
            <a:ext cx="368207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390870" y="2736852"/>
            <a:ext cx="339452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79475" y="2736852"/>
            <a:ext cx="310592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950473" y="2736852"/>
            <a:ext cx="283492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230696" y="2736852"/>
            <a:ext cx="255469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518255" y="2736852"/>
            <a:ext cx="226714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805813" y="2736852"/>
            <a:ext cx="197958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094418" y="2736852"/>
            <a:ext cx="169097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65416" y="2736852"/>
            <a:ext cx="141997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03905" y="2888744"/>
            <a:ext cx="29814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Throttle,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05665" y="2681318"/>
            <a:ext cx="437973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14738" y="2537320"/>
            <a:ext cx="43706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416841" y="2393322"/>
            <a:ext cx="436855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412960" y="2249111"/>
            <a:ext cx="43724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14169" y="2105114"/>
            <a:ext cx="43712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430283" y="1961319"/>
            <a:ext cx="43551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6489" y="1968567"/>
            <a:ext cx="45189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79574" y="2476712"/>
            <a:ext cx="420582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846376" y="2472282"/>
            <a:ext cx="393902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770438" y="2472282"/>
            <a:ext cx="301495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602735" y="2477748"/>
            <a:ext cx="218266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237826" y="2477748"/>
            <a:ext cx="154756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577308" y="2667842"/>
            <a:ext cx="420808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777308" y="2883843"/>
            <a:ext cx="400808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1.8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577308" y="2551733"/>
            <a:ext cx="420808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0.125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682322" y="2826246"/>
            <a:ext cx="410307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1.25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181097" y="2826246"/>
            <a:ext cx="360429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4.75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116957" y="2883843"/>
            <a:ext cx="366843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4.2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889667" y="3150930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622444" y="3150706"/>
            <a:ext cx="1629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61461" y="1697039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61461" y="166823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49464" y="166823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37468" y="166823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025472" y="166823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313475" y="166823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601479" y="166823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61461" y="977030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61461" y="169703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1461" y="155303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61461" y="140903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61461" y="126503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61461" y="112103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61461" y="97703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161461" y="977030"/>
            <a:ext cx="576007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37468" y="977030"/>
            <a:ext cx="576007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025472" y="977030"/>
            <a:ext cx="576007" cy="720009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1155700" y="1409700"/>
            <a:ext cx="1447800" cy="292100"/>
          </a:xfrm>
          <a:custGeom>
            <a:avLst/>
            <a:gdLst/>
            <a:ahLst/>
            <a:cxnLst/>
            <a:rect l="l" t="t" r="r" b="b"/>
            <a:pathLst>
              <a:path w="114" h="23">
                <a:moveTo>
                  <a:pt x="0" y="23"/>
                </a:moveTo>
                <a:lnTo>
                  <a:pt x="19" y="0"/>
                </a:lnTo>
                <a:lnTo>
                  <a:pt x="73" y="0"/>
                </a:lnTo>
                <a:lnTo>
                  <a:pt x="87" y="17"/>
                </a:lnTo>
                <a:lnTo>
                  <a:pt x="114" y="17"/>
                </a:lnTo>
                <a:lnTo>
                  <a:pt x="11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161461" y="1625038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61461" y="1409036"/>
            <a:ext cx="921610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089656" y="1612442"/>
            <a:ext cx="102170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82234" y="2758289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182234" y="27294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470237" y="27294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758241" y="27294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046245" y="27294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334248" y="27294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622252" y="272948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82234" y="2038280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82234" y="275828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82234" y="261428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82234" y="247028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82234" y="232628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82234" y="218228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82234" y="203828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82234" y="2038280"/>
            <a:ext cx="576007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470237" y="2038280"/>
            <a:ext cx="576008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46245" y="2038280"/>
            <a:ext cx="576007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1181100" y="2476500"/>
            <a:ext cx="1435100" cy="279400"/>
          </a:xfrm>
          <a:custGeom>
            <a:avLst/>
            <a:gdLst/>
            <a:ahLst/>
            <a:cxnLst/>
            <a:rect l="l" t="t" r="r" b="b"/>
            <a:pathLst>
              <a:path w="113" h="22">
                <a:moveTo>
                  <a:pt x="0" y="22"/>
                </a:moveTo>
                <a:lnTo>
                  <a:pt x="0" y="17"/>
                </a:lnTo>
                <a:lnTo>
                  <a:pt x="27" y="17"/>
                </a:lnTo>
                <a:lnTo>
                  <a:pt x="41" y="0"/>
                </a:lnTo>
                <a:lnTo>
                  <a:pt x="95" y="0"/>
                </a:lnTo>
                <a:lnTo>
                  <a:pt x="113" y="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182234" y="2686288"/>
            <a:ext cx="345603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82234" y="2470285"/>
            <a:ext cx="1209614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167328" y="2673692"/>
            <a:ext cx="866356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9993" y="54330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9994" y="781176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Aggregation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8707" y="1714083"/>
            <a:ext cx="466668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06632" y="1714083"/>
            <a:ext cx="43787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96771" y="1714083"/>
            <a:ext cx="408862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3232" y="1714083"/>
            <a:ext cx="38021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70628" y="1714083"/>
            <a:ext cx="35147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99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38588" y="1714083"/>
            <a:ext cx="32468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33235" y="1865975"/>
            <a:ext cx="405216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Brake,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845" y="1658548"/>
            <a:ext cx="476655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7908" y="1514551"/>
            <a:ext cx="47574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0011" y="1370553"/>
            <a:ext cx="47553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6130" y="1226352"/>
            <a:ext cx="47592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7339" y="1082344"/>
            <a:ext cx="475805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43452" y="938550"/>
            <a:ext cx="474194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9658" y="945798"/>
            <a:ext cx="490573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31909" y="1310981"/>
            <a:ext cx="4153486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39802" y="1310981"/>
            <a:ext cx="334559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Full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5703" y="1596172"/>
            <a:ext cx="471969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31071" y="992511"/>
            <a:ext cx="185432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brake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60941" y="1558646"/>
            <a:ext cx="182445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89656" y="1165022"/>
            <a:ext cx="169573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(95)(0)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13557" y="1323176"/>
            <a:ext cx="16718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+ (96 + 97 + 98)(0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3557" y="1481341"/>
            <a:ext cx="16718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+ (99 + 100)(0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67329" y="1634465"/>
            <a:ext cx="16180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0 + 3(0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4) + 2(0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0941" y="1794523"/>
            <a:ext cx="182445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 97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36%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57169" y="2775332"/>
            <a:ext cx="462822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57478" y="2775332"/>
            <a:ext cx="432791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37702" y="2775332"/>
            <a:ext cx="40476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25179" y="2775332"/>
            <a:ext cx="376021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13255" y="2775332"/>
            <a:ext cx="347214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00895" y="2775332"/>
            <a:ext cx="31845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17849" y="2927235"/>
            <a:ext cx="406754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Throttle,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08" y="2719798"/>
            <a:ext cx="474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8681" y="2575800"/>
            <a:ext cx="47367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0784" y="2431802"/>
            <a:ext cx="473461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6893" y="2287602"/>
            <a:ext cx="473850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8112" y="2143604"/>
            <a:ext cx="473728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64226" y="1999799"/>
            <a:ext cx="472117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0431" y="2007047"/>
            <a:ext cx="488496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85510" y="2371204"/>
            <a:ext cx="4499885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No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12321" y="2366764"/>
            <a:ext cx="387307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478" b="0">
                <a:solidFill>
                  <a:srgbClr val="000000"/>
                </a:solidFill>
                <a:latin typeface="Josefin Sans"/>
              </a:rPr>
              <a:t> </a:t>
            </a:r>
            <a:r>
              <a:rPr sz="478" b="0">
                <a:solidFill>
                  <a:srgbClr val="000000"/>
                </a:solidFill>
                <a:latin typeface="Josefin Sans"/>
              </a:rPr>
              <a:t>slight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86476" y="2657421"/>
            <a:ext cx="469891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0.1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008744" y="2053773"/>
            <a:ext cx="17766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throttle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38627" y="2619896"/>
            <a:ext cx="17467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70313" y="2226272"/>
            <a:ext cx="16150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(0 + 1)(0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194214" y="2384425"/>
            <a:ext cx="15911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+ (2 + 3 + 4)(0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94213" y="2542591"/>
            <a:ext cx="15911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+ (5)(0)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167328" y="2695715"/>
            <a:ext cx="16180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1) + 3(0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4) + 0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038626" y="2855773"/>
            <a:ext cx="17467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= 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64%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889665" y="3150917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22290" y="3150693"/>
            <a:ext cx="1631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87645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tune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04" y="1148527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designed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meets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requirements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341701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specified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problem.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04" y="1528104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carried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several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situations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721278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provided.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404" y="1907683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Another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method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generate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surface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plots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2100857"/>
            <a:ext cx="5148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achieved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appropriate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tools.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404" y="2287260"/>
            <a:ext cx="53159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parameters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tuning?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9662" y="3150917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6313" y="3150693"/>
            <a:ext cx="159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70110" y="1790795"/>
            <a:ext cx="958655" cy="186066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44313" y="1980481"/>
            <a:ext cx="958655" cy="1860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216255" y="1790795"/>
            <a:ext cx="553855" cy="3224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535807" y="1852817"/>
            <a:ext cx="553855" cy="3224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855358" y="1914839"/>
            <a:ext cx="553856" cy="3224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174910" y="1976861"/>
            <a:ext cx="553855" cy="3224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770110" y="1790795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44313" y="1980481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2702258" y="1971716"/>
            <a:ext cx="26507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376460" y="2161403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746775" y="1790795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066327" y="1852817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385879" y="1914839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705430" y="1976861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216255" y="2099676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535807" y="2161698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855358" y="2223720"/>
            <a:ext cx="23336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174910" y="2285742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216255" y="1790795"/>
            <a:ext cx="553855" cy="3224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174910" y="1976861"/>
            <a:ext cx="553855" cy="3224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770110" y="1790795"/>
            <a:ext cx="958655" cy="18606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216255" y="2113262"/>
            <a:ext cx="958655" cy="18606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70110" y="1145183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444313" y="1334870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746775" y="1145183"/>
            <a:ext cx="23335" cy="1358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066327" y="1207206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385879" y="1269228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705430" y="1331250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216255" y="1145183"/>
            <a:ext cx="553855" cy="32246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770110" y="1145183"/>
            <a:ext cx="958655" cy="1860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770110" y="1145183"/>
            <a:ext cx="0" cy="645612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089662" y="1207206"/>
            <a:ext cx="0" cy="645611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409214" y="1269228"/>
            <a:ext cx="0" cy="645611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728765" y="1331250"/>
            <a:ext cx="0" cy="645611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770110" y="1763796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089662" y="1825818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409214" y="1887840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728765" y="1949862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770110" y="1145183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089662" y="1207206"/>
            <a:ext cx="0" cy="2699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409214" y="1269228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728765" y="1331250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770110" y="1507319"/>
            <a:ext cx="958655" cy="186066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770110" y="1196918"/>
            <a:ext cx="958655" cy="1860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770110" y="1507319"/>
            <a:ext cx="26508" cy="514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770110" y="1196918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2702258" y="1688240"/>
            <a:ext cx="26507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2702258" y="1377840"/>
            <a:ext cx="26507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770110" y="1145183"/>
            <a:ext cx="0" cy="64561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728765" y="1331250"/>
            <a:ext cx="0" cy="6456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216255" y="2086263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535807" y="2148285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55358" y="2210307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174910" y="2272329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16255" y="1829785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216255" y="1519385"/>
            <a:ext cx="26508" cy="514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216255" y="1467651"/>
            <a:ext cx="0" cy="6456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770110" y="1145183"/>
            <a:ext cx="0" cy="645612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444313" y="1334870"/>
            <a:ext cx="0" cy="645611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770110" y="1763796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444313" y="1953482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770110" y="1145183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444313" y="1334870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1216255" y="1507319"/>
            <a:ext cx="553855" cy="322466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1216255" y="1196918"/>
            <a:ext cx="553855" cy="3224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1746775" y="1507319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1746775" y="1196918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216255" y="1816199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216255" y="1505799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728765" y="1949862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402968" y="2139549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2705430" y="1693385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2705430" y="1382985"/>
            <a:ext cx="23335" cy="1358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1752600" y="1193800"/>
            <a:ext cx="50800" cy="317500"/>
          </a:xfrm>
          <a:custGeom>
            <a:avLst/>
            <a:gdLst/>
            <a:ahLst/>
            <a:cxnLst/>
            <a:rect l="l" t="t" r="r" b="b"/>
            <a:pathLst>
              <a:path w="4" h="25">
                <a:moveTo>
                  <a:pt x="1" y="0"/>
                </a:moveTo>
                <a:lnTo>
                  <a:pt x="4" y="25"/>
                </a:lnTo>
                <a:lnTo>
                  <a:pt x="2" y="1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6400"/>
          </a:solidFill>
          <a:ln w="3175"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778000" y="1384300"/>
            <a:ext cx="63500" cy="152400"/>
          </a:xfrm>
          <a:custGeom>
            <a:avLst/>
            <a:gdLst/>
            <a:ahLst/>
            <a:cxnLst/>
            <a:rect l="l" t="t" r="r" b="b"/>
            <a:pathLst>
              <a:path w="5" h="12">
                <a:moveTo>
                  <a:pt x="2" y="10"/>
                </a:moveTo>
                <a:lnTo>
                  <a:pt x="5" y="11"/>
                </a:lnTo>
                <a:lnTo>
                  <a:pt x="3" y="12"/>
                </a:lnTo>
                <a:lnTo>
                  <a:pt x="0" y="0"/>
                </a:lnTo>
                <a:lnTo>
                  <a:pt x="2" y="10"/>
                </a:lnTo>
                <a:close/>
              </a:path>
            </a:pathLst>
          </a:custGeom>
          <a:solidFill>
            <a:srgbClr val="76FF89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8161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18542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8796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9177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43100" y="1549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2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0193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0447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0828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1209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1463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1844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2098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2479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2860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3114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3495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23749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24130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24511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24765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25146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25400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5781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6162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6416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6797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727200" y="12065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2" y="0"/>
                </a:moveTo>
                <a:lnTo>
                  <a:pt x="4" y="14"/>
                </a:lnTo>
                <a:lnTo>
                  <a:pt x="3" y="2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6400"/>
          </a:solidFill>
          <a:ln w="3175"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765300" y="13843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0"/>
                </a:moveTo>
                <a:lnTo>
                  <a:pt x="4" y="12"/>
                </a:lnTo>
                <a:lnTo>
                  <a:pt x="3" y="12"/>
                </a:lnTo>
                <a:lnTo>
                  <a:pt x="0" y="12"/>
                </a:lnTo>
                <a:lnTo>
                  <a:pt x="1" y="0"/>
                </a:lnTo>
                <a:close/>
              </a:path>
            </a:pathLst>
          </a:custGeom>
          <a:solidFill>
            <a:srgbClr val="76FF89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8034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8288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8669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8923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9304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19685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9939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0320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057400" y="15875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0955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21336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21590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21971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222500" y="1612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22606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22987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23241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23622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387600" y="1651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4257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24638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24892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25273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552700" y="1676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5908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6289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6543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714500" y="12192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1" y="0"/>
                </a:moveTo>
                <a:lnTo>
                  <a:pt x="4" y="25"/>
                </a:lnTo>
                <a:lnTo>
                  <a:pt x="2" y="2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A600"/>
          </a:solidFill>
          <a:ln w="3175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739900" y="15367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17780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8161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8415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18796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1905000" y="1562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19431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9812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20066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20447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2070100" y="1600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1082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1463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171700" y="1625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0"/>
                </a:lnTo>
                <a:lnTo>
                  <a:pt x="3" y="5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1FFFE0"/>
          </a:solidFill>
          <a:ln w="3175">
            <a:solidFill>
              <a:srgbClr val="19CC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2209800" y="16256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0"/>
                </a:moveTo>
                <a:lnTo>
                  <a:pt x="4" y="1"/>
                </a:lnTo>
                <a:lnTo>
                  <a:pt x="3" y="7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FDFF"/>
          </a:solidFill>
          <a:ln w="3175">
            <a:solidFill>
              <a:srgbClr val="00C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247900" y="1638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0"/>
                </a:moveTo>
                <a:lnTo>
                  <a:pt x="4" y="0"/>
                </a:lnTo>
                <a:lnTo>
                  <a:pt x="2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273300" y="16383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2" y="0"/>
                </a:moveTo>
                <a:lnTo>
                  <a:pt x="4" y="1"/>
                </a:lnTo>
                <a:lnTo>
                  <a:pt x="3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311400" y="16510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0"/>
                </a:moveTo>
                <a:lnTo>
                  <a:pt x="4" y="0"/>
                </a:lnTo>
                <a:lnTo>
                  <a:pt x="2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336800" y="16510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2" y="0"/>
                </a:moveTo>
                <a:lnTo>
                  <a:pt x="4" y="1"/>
                </a:lnTo>
                <a:lnTo>
                  <a:pt x="3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374900" y="16637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0"/>
                </a:moveTo>
                <a:lnTo>
                  <a:pt x="4" y="0"/>
                </a:lnTo>
                <a:lnTo>
                  <a:pt x="3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413000" y="16637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0"/>
                </a:moveTo>
                <a:lnTo>
                  <a:pt x="4" y="1"/>
                </a:lnTo>
                <a:lnTo>
                  <a:pt x="2" y="7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438400" y="16764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2" y="0"/>
                </a:moveTo>
                <a:lnTo>
                  <a:pt x="4" y="0"/>
                </a:lnTo>
                <a:lnTo>
                  <a:pt x="3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2476500" y="16764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0"/>
                </a:moveTo>
                <a:lnTo>
                  <a:pt x="4" y="1"/>
                </a:lnTo>
                <a:lnTo>
                  <a:pt x="2" y="7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501900" y="16891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2" y="0"/>
                </a:moveTo>
                <a:lnTo>
                  <a:pt x="4" y="0"/>
                </a:lnTo>
                <a:lnTo>
                  <a:pt x="3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540000" y="16891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0"/>
                </a:moveTo>
                <a:lnTo>
                  <a:pt x="4" y="1"/>
                </a:lnTo>
                <a:lnTo>
                  <a:pt x="3" y="7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2578100" y="1701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0"/>
                </a:moveTo>
                <a:lnTo>
                  <a:pt x="4" y="0"/>
                </a:lnTo>
                <a:lnTo>
                  <a:pt x="2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2603500" y="17018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2" y="0"/>
                </a:moveTo>
                <a:lnTo>
                  <a:pt x="4" y="1"/>
                </a:lnTo>
                <a:lnTo>
                  <a:pt x="3" y="9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E5FF"/>
          </a:solidFill>
          <a:ln w="3175">
            <a:solidFill>
              <a:srgbClr val="00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641600" y="17145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0"/>
                </a:moveTo>
                <a:lnTo>
                  <a:pt x="4" y="0"/>
                </a:lnTo>
                <a:lnTo>
                  <a:pt x="2" y="16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00AAFF"/>
          </a:solidFill>
          <a:ln w="3175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689100" y="12319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2" y="0"/>
                </a:moveTo>
                <a:lnTo>
                  <a:pt x="4" y="25"/>
                </a:lnTo>
                <a:lnTo>
                  <a:pt x="3" y="26"/>
                </a:lnTo>
                <a:lnTo>
                  <a:pt x="0" y="25"/>
                </a:lnTo>
                <a:lnTo>
                  <a:pt x="2" y="0"/>
                </a:lnTo>
                <a:close/>
              </a:path>
            </a:pathLst>
          </a:custGeom>
          <a:solidFill>
            <a:srgbClr val="C6FF39"/>
          </a:solidFill>
          <a:ln w="3175">
            <a:solidFill>
              <a:srgbClr val="9FC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7272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17653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17907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8288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18542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18923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1930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19558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19939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0193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0574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0955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1209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159000" y="1625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5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13FFEC"/>
          </a:solidFill>
          <a:ln w="3175">
            <a:solidFill>
              <a:srgbClr val="10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184400" y="1676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1"/>
                </a:moveTo>
                <a:lnTo>
                  <a:pt x="5" y="3"/>
                </a:lnTo>
                <a:lnTo>
                  <a:pt x="3" y="3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D4FF"/>
          </a:solidFill>
          <a:ln w="3175">
            <a:solidFill>
              <a:srgbClr val="00A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2225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B0FF"/>
          </a:solidFill>
          <a:ln w="3175">
            <a:solidFill>
              <a:srgbClr val="008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2606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2860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3241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349500" y="1739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0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3876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24257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24511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24892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2514600" y="1765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1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25527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97FF"/>
          </a:solidFill>
          <a:ln w="3175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590800" y="17780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0"/>
                </a:moveTo>
                <a:lnTo>
                  <a:pt x="4" y="3"/>
                </a:lnTo>
                <a:lnTo>
                  <a:pt x="2" y="8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70FF"/>
          </a:solidFill>
          <a:ln w="3175">
            <a:solidFill>
              <a:srgbClr val="005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2616200" y="18161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2" y="0"/>
                </a:moveTo>
                <a:lnTo>
                  <a:pt x="4" y="8"/>
                </a:lnTo>
                <a:lnTo>
                  <a:pt x="3" y="10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06FF"/>
          </a:solidFill>
          <a:ln w="3175">
            <a:solidFill>
              <a:srgbClr val="000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6764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701800" y="15621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739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17780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18034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18415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1866900" y="1587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1905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19431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19685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0066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032000" y="1625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0701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1082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133600" y="1638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1FFDE"/>
          </a:solidFill>
          <a:ln w="3175">
            <a:solidFill>
              <a:srgbClr val="1A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171700" y="167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3"/>
                </a:lnTo>
                <a:lnTo>
                  <a:pt x="3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EBFF"/>
          </a:solidFill>
          <a:ln w="3175">
            <a:solidFill>
              <a:srgbClr val="00B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2098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B9FF"/>
          </a:solidFill>
          <a:ln w="3175">
            <a:solidFill>
              <a:srgbClr val="009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2352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2733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9F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22987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F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23368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9F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23749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F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4003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9F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24384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D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2463800" y="1778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175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2501900" y="1790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1"/>
                </a:lnTo>
                <a:lnTo>
                  <a:pt x="3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85FF"/>
          </a:solidFill>
          <a:ln w="3175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2540000" y="1803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2"/>
                </a:lnTo>
                <a:lnTo>
                  <a:pt x="2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65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2565400" y="1828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2" y="0"/>
                </a:moveTo>
                <a:lnTo>
                  <a:pt x="4" y="4"/>
                </a:lnTo>
                <a:lnTo>
                  <a:pt x="3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603500" y="1879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0"/>
                </a:moveTo>
                <a:lnTo>
                  <a:pt x="4" y="5"/>
                </a:lnTo>
                <a:lnTo>
                  <a:pt x="2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DE"/>
          </a:solidFill>
          <a:ln w="3175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651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6891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7272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17526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17907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1816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18542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18923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1917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19558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19812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0193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20574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20828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21209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6FFD9"/>
          </a:solidFill>
          <a:ln w="3175">
            <a:solidFill>
              <a:srgbClr val="1E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146300" y="1676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21844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CAFF"/>
          </a:solidFill>
          <a:ln w="3175">
            <a:solidFill>
              <a:srgbClr val="00A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2225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A8FF"/>
          </a:solidFill>
          <a:ln w="3175">
            <a:solidFill>
              <a:srgbClr val="008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22479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99FF"/>
          </a:solidFill>
          <a:ln w="3175">
            <a:solidFill>
              <a:srgbClr val="007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2860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6FF"/>
          </a:solidFill>
          <a:ln w="3175">
            <a:solidFill>
              <a:srgbClr val="00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2311400" y="1778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6FF"/>
          </a:solidFill>
          <a:ln w="3175">
            <a:solidFill>
              <a:srgbClr val="00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23495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4FF"/>
          </a:solidFill>
          <a:ln w="3175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23876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0FF"/>
          </a:solidFill>
          <a:ln w="3175">
            <a:solidFill>
              <a:srgbClr val="007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2413000" y="1790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87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2451100" y="1803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1"/>
                </a:lnTo>
                <a:lnTo>
                  <a:pt x="2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476500" y="1816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0"/>
                </a:moveTo>
                <a:lnTo>
                  <a:pt x="5" y="2"/>
                </a:lnTo>
                <a:lnTo>
                  <a:pt x="3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5FFF"/>
          </a:solidFill>
          <a:ln w="3175">
            <a:solidFill>
              <a:srgbClr val="004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2514600" y="1841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3DFF"/>
          </a:solidFill>
          <a:ln w="3175">
            <a:solidFill>
              <a:srgbClr val="003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2552700" y="1866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3"/>
                </a:lnTo>
                <a:lnTo>
                  <a:pt x="2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DFF"/>
          </a:solidFill>
          <a:ln w="3175">
            <a:solidFill>
              <a:srgbClr val="000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578100" y="19050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2" y="0"/>
                </a:moveTo>
                <a:lnTo>
                  <a:pt x="4" y="4"/>
                </a:lnTo>
                <a:lnTo>
                  <a:pt x="3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C6"/>
          </a:solidFill>
          <a:ln w="3175">
            <a:solidFill>
              <a:srgbClr val="000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638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663700" y="1574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7018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17399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7653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18034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1828800" y="1612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18669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19050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19304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1968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1993900" y="1638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20320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20701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20955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8FFD7"/>
          </a:solidFill>
          <a:ln w="3175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2133600" y="1689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3FFFC"/>
          </a:solidFill>
          <a:ln w="3175">
            <a:solidFill>
              <a:srgbClr val="03C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2159000" y="17145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D7FF"/>
          </a:solidFill>
          <a:ln w="3175">
            <a:solidFill>
              <a:srgbClr val="00A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2197100" y="173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4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22352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D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22606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1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22987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CFF"/>
          </a:solidFill>
          <a:ln w="3175">
            <a:solidFill>
              <a:srgbClr val="007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336800" y="1790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362200" y="1803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7C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24003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425700" y="1828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5C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2463800" y="1854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4FF"/>
          </a:solidFill>
          <a:ln w="3175">
            <a:solidFill>
              <a:srgbClr val="003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2501900" y="1866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23FF"/>
          </a:solidFill>
          <a:ln w="3175">
            <a:solidFill>
              <a:srgbClr val="001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2527300" y="1892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3"/>
                </a:lnTo>
                <a:lnTo>
                  <a:pt x="3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F5"/>
          </a:solidFill>
          <a:ln w="3175">
            <a:solidFill>
              <a:srgbClr val="000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565400" y="1930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4"/>
                </a:lnTo>
                <a:lnTo>
                  <a:pt x="2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B6"/>
          </a:solidFill>
          <a:ln w="3175">
            <a:solidFill>
              <a:srgbClr val="000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16129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6510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689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17145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17526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17780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18161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18542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18796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19177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19431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19812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20193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0447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20828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108200" y="1689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8FFF7"/>
          </a:solidFill>
          <a:ln w="3175">
            <a:solidFill>
              <a:srgbClr val="06C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2146300" y="1727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DE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21844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C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22098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A2FF"/>
          </a:solidFill>
          <a:ln w="3175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2479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2273300" y="1803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23114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23495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3749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2413000" y="1854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BFF"/>
          </a:solidFill>
          <a:ln w="3175">
            <a:solidFill>
              <a:srgbClr val="003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2438400" y="1866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33FF"/>
          </a:solidFill>
          <a:ln w="3175">
            <a:solidFill>
              <a:srgbClr val="002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2476500" y="1892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12FF"/>
          </a:solidFill>
          <a:ln w="3175">
            <a:solidFill>
              <a:srgbClr val="000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2514600" y="1917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E5"/>
          </a:solidFill>
          <a:ln w="3175">
            <a:solidFill>
              <a:srgbClr val="000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5400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6002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1625600" y="1600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1663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7018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17272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17653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1790700" y="1638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18288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18669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18923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19304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1955800" y="1663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19939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20320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0574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AFFD5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2095500" y="1701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9FFF6"/>
          </a:solidFill>
          <a:ln w="3175">
            <a:solidFill>
              <a:srgbClr val="07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2120900" y="1727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1FF"/>
          </a:solidFill>
          <a:ln w="3175">
            <a:solidFill>
              <a:srgbClr val="00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21590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BFFF"/>
          </a:solidFill>
          <a:ln w="3175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2197100" y="1778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22225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22606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22987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23241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23622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5FF"/>
          </a:solidFill>
          <a:ln w="3175">
            <a:solidFill>
              <a:srgbClr val="00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387600" y="1866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42FF"/>
          </a:solidFill>
          <a:ln w="3175">
            <a:solidFill>
              <a:srgbClr val="003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4257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2AFF"/>
          </a:solidFill>
          <a:ln w="3175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2463800" y="1905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9FF"/>
          </a:solidFill>
          <a:ln w="3175">
            <a:solidFill>
              <a:srgbClr val="000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489200" y="1930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DD"/>
          </a:solidFill>
          <a:ln w="3175">
            <a:solidFill>
              <a:srgbClr val="000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2527300" y="1968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5748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6129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16510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16764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1714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17399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17780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18161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18415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1879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19050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19431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19812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0066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20447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AFFD5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2070100" y="1714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9FFF6"/>
          </a:solidFill>
          <a:ln w="3175">
            <a:solidFill>
              <a:srgbClr val="08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108200" y="173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1FF"/>
          </a:solidFill>
          <a:ln w="3175">
            <a:solidFill>
              <a:srgbClr val="00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2146300" y="1765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FFF"/>
          </a:solidFill>
          <a:ln w="3175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2171700" y="1790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2098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235200" y="1828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2733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3114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2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3368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4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23749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2FF"/>
          </a:solidFill>
          <a:ln w="3175">
            <a:solidFill>
              <a:srgbClr val="003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2400300" y="1905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29FF"/>
          </a:solidFill>
          <a:ln w="3175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2438400" y="1917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9FF"/>
          </a:solidFill>
          <a:ln w="3175">
            <a:solidFill>
              <a:srgbClr val="000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2476500" y="1943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DD"/>
          </a:solidFill>
          <a:ln w="3175">
            <a:solidFill>
              <a:srgbClr val="000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2501900" y="1981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5621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587500" y="1625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16256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16637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6891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17272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1752600" y="1651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17907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18288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18542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18923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1917700" y="16891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19558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19939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20193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2057400" y="1727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8FFF7"/>
          </a:solidFill>
          <a:ln w="3175">
            <a:solidFill>
              <a:srgbClr val="06C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2082800" y="1752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DE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2120900" y="1778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1590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2FF"/>
          </a:solidFill>
          <a:ln w="3175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1844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22225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2247900" y="1854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1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22860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3241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5C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23495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4AFF"/>
          </a:solidFill>
          <a:ln w="3175">
            <a:solidFill>
              <a:srgbClr val="003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387600" y="1905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2425700" y="1930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11FF"/>
          </a:solidFill>
          <a:ln w="3175">
            <a:solidFill>
              <a:srgbClr val="000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2451100" y="1955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E4"/>
          </a:solidFill>
          <a:ln w="3175">
            <a:solidFill>
              <a:srgbClr val="000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489200" y="1993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9"/>
          </a:solidFill>
          <a:ln w="3175">
            <a:solidFill>
              <a:srgbClr val="000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5367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5748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16129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6383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6764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17018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17399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17780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18034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18415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18669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19050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19431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19685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2006600" y="1714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8FFD7"/>
          </a:solidFill>
          <a:ln w="3175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2032000" y="173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4FFFB"/>
          </a:solidFill>
          <a:ln w="3175">
            <a:solidFill>
              <a:srgbClr val="03C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2070100" y="1765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2"/>
                </a:lnTo>
                <a:lnTo>
                  <a:pt x="3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8FF"/>
          </a:solidFill>
          <a:ln w="3175">
            <a:solidFill>
              <a:srgbClr val="00A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2108200" y="1790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B5FF"/>
          </a:solidFill>
          <a:ln w="3175">
            <a:solidFill>
              <a:srgbClr val="009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21336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DFF"/>
          </a:solidFill>
          <a:ln w="3175">
            <a:solidFill>
              <a:srgbClr val="007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21717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90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21971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8BFF"/>
          </a:solidFill>
          <a:ln w="3175">
            <a:solidFill>
              <a:srgbClr val="00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22352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4FF"/>
          </a:solidFill>
          <a:ln w="3175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22733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AFF"/>
          </a:solidFill>
          <a:ln w="3175">
            <a:solidFill>
              <a:srgbClr val="006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22987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6CFF"/>
          </a:solidFill>
          <a:ln w="3175">
            <a:solidFill>
              <a:srgbClr val="005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23368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5B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2362200" y="1917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42FF"/>
          </a:solidFill>
          <a:ln w="3175">
            <a:solidFill>
              <a:srgbClr val="003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2400300" y="1930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22FF"/>
          </a:solidFill>
          <a:ln w="3175">
            <a:solidFill>
              <a:srgbClr val="001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2438400" y="1968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F3"/>
          </a:solidFill>
          <a:ln w="3175">
            <a:solidFill>
              <a:srgbClr val="000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2463800" y="1993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4"/>
                </a:lnTo>
                <a:lnTo>
                  <a:pt x="3" y="4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15240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1549400" y="1651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15875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1625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16510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16891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1714500" y="1676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17526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17907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18161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18542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1879600" y="17145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19177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19558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1981200" y="1727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6FFD9"/>
          </a:solidFill>
          <a:ln w="3175">
            <a:solidFill>
              <a:srgbClr val="1EC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2019300" y="175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2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2044700" y="1778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0"/>
                </a:moveTo>
                <a:lnTo>
                  <a:pt x="5" y="3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CBFF"/>
          </a:solidFill>
          <a:ln w="3175">
            <a:solidFill>
              <a:srgbClr val="00A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20828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9FF"/>
          </a:solidFill>
          <a:ln w="3175">
            <a:solidFill>
              <a:srgbClr val="008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21209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99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21463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96FF"/>
          </a:solidFill>
          <a:ln w="3175">
            <a:solidFill>
              <a:srgbClr val="00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21844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6FF"/>
          </a:solidFill>
          <a:ln w="3175">
            <a:solidFill>
              <a:srgbClr val="00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2209800" y="1866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93FF"/>
          </a:solidFill>
          <a:ln w="3175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22479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22860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5FF"/>
          </a:solidFill>
          <a:ln w="3175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23114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2349500" y="1905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C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2387600" y="1930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BFF"/>
          </a:solidFill>
          <a:ln w="3175">
            <a:solidFill>
              <a:srgbClr val="002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2413000" y="1955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1"/>
                </a:moveTo>
                <a:lnTo>
                  <a:pt x="4" y="3"/>
                </a:lnTo>
                <a:lnTo>
                  <a:pt x="3" y="3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0BFF"/>
          </a:solidFill>
          <a:ln w="3175">
            <a:solidFill>
              <a:srgbClr val="000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2451100" y="1993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4"/>
                </a:lnTo>
                <a:lnTo>
                  <a:pt x="2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14986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15367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15748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16002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16383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16637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17018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17399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17653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18034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18288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18669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19050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19304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1968500" y="173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3FFDC"/>
          </a:solidFill>
          <a:ln w="3175">
            <a:solidFill>
              <a:srgbClr val="1C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1993900" y="1765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2032000" y="1803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2"/>
                </a:lnTo>
                <a:lnTo>
                  <a:pt x="3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C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20701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A1FF"/>
          </a:solidFill>
          <a:ln w="3175">
            <a:solidFill>
              <a:srgbClr val="008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20955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21336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21590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21971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22352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22606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9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22987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2324100" y="1905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2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78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2362200" y="1930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56FF"/>
          </a:solidFill>
          <a:ln w="3175">
            <a:solidFill>
              <a:srgbClr val="004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2400300" y="1955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3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24FF"/>
          </a:solidFill>
          <a:ln w="3175">
            <a:solidFill>
              <a:srgbClr val="001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2425700" y="1993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4"/>
                </a:lnTo>
                <a:lnTo>
                  <a:pt x="3" y="5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00D5"/>
          </a:solidFill>
          <a:ln w="3175">
            <a:solidFill>
              <a:srgbClr val="000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14859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1511300" y="1663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15494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15875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16129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16510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1676400" y="17018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17145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17526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17780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18161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1841500" y="1739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18796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19177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1943100" y="1752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3FFDC"/>
          </a:solidFill>
          <a:ln w="3175">
            <a:solidFill>
              <a:srgbClr val="1C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19812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F1FF"/>
          </a:solidFill>
          <a:ln w="3175">
            <a:solidFill>
              <a:srgbClr val="00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2006600" y="1816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BFF"/>
          </a:solidFill>
          <a:ln w="3175">
            <a:solidFill>
              <a:srgbClr val="009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20447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A0FF"/>
          </a:solidFill>
          <a:ln w="3175">
            <a:solidFill>
              <a:srgbClr val="008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20828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21082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21463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2171700" y="1879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22098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22479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AFF"/>
          </a:solidFill>
          <a:ln w="3175">
            <a:solidFill>
              <a:srgbClr val="007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2273300" y="1892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90FF"/>
          </a:solidFill>
          <a:ln w="3175">
            <a:solidFill>
              <a:srgbClr val="007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2311400" y="1905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7AFF"/>
          </a:solidFill>
          <a:ln w="3175">
            <a:solidFill>
              <a:srgbClr val="006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2336800" y="1930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0"/>
                </a:moveTo>
                <a:lnTo>
                  <a:pt x="5" y="2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59FF"/>
          </a:solidFill>
          <a:ln w="3175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2374900" y="1955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3"/>
                </a:lnTo>
                <a:lnTo>
                  <a:pt x="3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26FF"/>
          </a:solidFill>
          <a:ln w="3175">
            <a:solidFill>
              <a:srgbClr val="001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2413000" y="19939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0"/>
                </a:moveTo>
                <a:lnTo>
                  <a:pt x="4" y="5"/>
                </a:lnTo>
                <a:lnTo>
                  <a:pt x="2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D7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14605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14986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15367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15621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16002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16256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16637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17018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17272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17653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17907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18288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18669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18923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1930400" y="1765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5FFDA"/>
          </a:solidFill>
          <a:ln w="3175">
            <a:solidFill>
              <a:srgbClr val="1DC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1955800" y="1790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1993900" y="1828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C5FF"/>
          </a:solidFill>
          <a:ln w="3175">
            <a:solidFill>
              <a:srgbClr val="0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20320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20574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20955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21209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21590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21971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7FF"/>
          </a:solidFill>
          <a:ln w="3175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2222500" y="1905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F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2260600" y="1917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2286000" y="1930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2324100" y="1955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7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2362200" y="1981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16FF"/>
          </a:solidFill>
          <a:ln w="3175">
            <a:solidFill>
              <a:srgbClr val="001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2387600" y="2019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4"/>
                </a:lnTo>
                <a:lnTo>
                  <a:pt x="3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CC"/>
          </a:solidFill>
          <a:ln w="3175">
            <a:solidFill>
              <a:srgbClr val="00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14478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1473200" y="1689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15113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15494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15748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16129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1638300" y="1727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16764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17145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17399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17780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1803400" y="1752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18415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18796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19050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6FFD9"/>
          </a:solidFill>
          <a:ln w="3175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1943100" y="1803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DFF"/>
          </a:solidFill>
          <a:ln w="3175">
            <a:solidFill>
              <a:srgbClr val="00C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1968500" y="18288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CDFF"/>
          </a:solidFill>
          <a:ln w="3175">
            <a:solidFill>
              <a:srgbClr val="00A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20066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A9FF"/>
          </a:solidFill>
          <a:ln w="3175">
            <a:solidFill>
              <a:srgbClr val="008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20447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7FF"/>
          </a:solidFill>
          <a:ln w="3175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20701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175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21082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5FF"/>
          </a:solidFill>
          <a:ln w="3175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2133600" y="1905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0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4FF"/>
          </a:solidFill>
          <a:ln w="3175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2171700" y="1905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2209800" y="1917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82FF"/>
          </a:solidFill>
          <a:ln w="3175">
            <a:solidFill>
              <a:srgbClr val="006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2235200" y="1930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71FF"/>
          </a:solidFill>
          <a:ln w="3175">
            <a:solidFill>
              <a:srgbClr val="005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2273300" y="1955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9FF"/>
          </a:solidFill>
          <a:ln w="3175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2298700" y="1968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0"/>
                </a:moveTo>
                <a:lnTo>
                  <a:pt x="5" y="2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38FF"/>
          </a:solidFill>
          <a:ln w="3175">
            <a:solidFill>
              <a:srgbClr val="002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2336800" y="1993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3"/>
                </a:lnTo>
                <a:lnTo>
                  <a:pt x="3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8FF"/>
          </a:solidFill>
          <a:ln w="3175">
            <a:solidFill>
              <a:srgbClr val="000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2374900" y="2032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4"/>
                </a:lnTo>
                <a:lnTo>
                  <a:pt x="2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C3"/>
          </a:solidFill>
          <a:ln w="3175">
            <a:solidFill>
              <a:srgbClr val="000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14224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14605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14986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15240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15621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15875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16256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16637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16891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17272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17526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17907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18288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18542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18923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175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1917700" y="1803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1FFFE"/>
          </a:solidFill>
          <a:ln w="3175">
            <a:solidFill>
              <a:srgbClr val="01C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1955800" y="1841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3FF"/>
          </a:solidFill>
          <a:ln w="3175">
            <a:solidFill>
              <a:srgbClr val="00A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1993900" y="1866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0FF"/>
          </a:solidFill>
          <a:ln w="3175">
            <a:solidFill>
              <a:srgbClr val="008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20193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9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2057400" y="1905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2FF"/>
          </a:solidFill>
          <a:ln w="3175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2082800" y="1905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1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2120900" y="1917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2159000" y="1930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3FF"/>
          </a:solidFill>
          <a:ln w="3175">
            <a:solidFill>
              <a:srgbClr val="006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2184400" y="1943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2222500" y="1955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4FF"/>
          </a:solidFill>
          <a:ln w="3175">
            <a:solidFill>
              <a:srgbClr val="005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2247900" y="1968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4CFF"/>
          </a:solidFill>
          <a:ln w="3175">
            <a:solidFill>
              <a:srgbClr val="003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22860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2BFF"/>
          </a:solidFill>
          <a:ln w="3175">
            <a:solidFill>
              <a:srgbClr val="002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2324100" y="2019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2349500" y="2057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14097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1435100" y="17145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14732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15113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15367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15748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1600200" y="1739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16383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16764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17018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17399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1765300" y="1778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18034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18415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18669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28FFD7"/>
          </a:solidFill>
          <a:ln w="3175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19050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3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4FFFB"/>
          </a:solidFill>
          <a:ln w="3175">
            <a:solidFill>
              <a:srgbClr val="03C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1930400" y="1854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2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D8FF"/>
          </a:solidFill>
          <a:ln w="3175">
            <a:solidFill>
              <a:srgbClr val="00A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19685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B5FF"/>
          </a:solidFill>
          <a:ln w="3175">
            <a:solidFill>
              <a:srgbClr val="009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2006600" y="1905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2032000" y="1917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0FF"/>
          </a:solidFill>
          <a:ln w="3175">
            <a:solidFill>
              <a:srgbClr val="007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2070100" y="1917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BFF"/>
          </a:solidFill>
          <a:ln w="3175">
            <a:solidFill>
              <a:srgbClr val="00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2095500" y="1930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4FF"/>
          </a:solidFill>
          <a:ln w="3175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2133600" y="1943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A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2171700" y="1955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CFF"/>
          </a:solidFill>
          <a:ln w="3175">
            <a:solidFill>
              <a:srgbClr val="00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2197100" y="1968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1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2235200" y="198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42FF"/>
          </a:solidFill>
          <a:ln w="3175">
            <a:solidFill>
              <a:srgbClr val="003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2260600" y="2006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21FF"/>
          </a:solidFill>
          <a:ln w="3175">
            <a:solidFill>
              <a:srgbClr val="001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2298700" y="2032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F3"/>
          </a:solidFill>
          <a:ln w="3175">
            <a:solidFill>
              <a:srgbClr val="000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2336800" y="2070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B4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13843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14224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14605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14859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15240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15494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15875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16256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16510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16891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17145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17526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17907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18161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1854200" y="1803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1879600" y="1828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6FFF9"/>
          </a:solidFill>
          <a:ln w="3175">
            <a:solidFill>
              <a:srgbClr val="05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1917700" y="1854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19558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AFF"/>
          </a:solidFill>
          <a:ln w="3175">
            <a:solidFill>
              <a:srgbClr val="009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1981200" y="1905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0FF"/>
          </a:solidFill>
          <a:ln w="3175">
            <a:solidFill>
              <a:srgbClr val="008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2019300" y="1930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F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2044700" y="1930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84FF"/>
          </a:solidFill>
          <a:ln w="3175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2082800" y="1943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C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2120900" y="1955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1FF"/>
          </a:solidFill>
          <a:ln w="3175">
            <a:solidFill>
              <a:srgbClr val="005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2146300" y="1968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4FF"/>
          </a:solidFill>
          <a:ln w="3175">
            <a:solidFill>
              <a:srgbClr val="005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2184400" y="198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2FF"/>
          </a:solidFill>
          <a:ln w="3175">
            <a:solidFill>
              <a:srgbClr val="004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2209800" y="2006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39FF"/>
          </a:solidFill>
          <a:ln w="3175">
            <a:solidFill>
              <a:srgbClr val="002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2247900" y="2019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2"/>
                </a:lnTo>
                <a:lnTo>
                  <a:pt x="3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19FF"/>
          </a:solidFill>
          <a:ln w="3175">
            <a:solidFill>
              <a:srgbClr val="001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2286000" y="2044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EB"/>
          </a:solidFill>
          <a:ln w="3175">
            <a:solidFill>
              <a:srgbClr val="000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2311400" y="2082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3"/>
                </a:lnTo>
                <a:lnTo>
                  <a:pt x="3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13716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1397000" y="1739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14351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14732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14986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15367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1562100" y="1765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16002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16383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16637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17018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1727200" y="1803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17653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18034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1828800" y="1816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1866900" y="1841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8FFF7"/>
          </a:solidFill>
          <a:ln w="3175">
            <a:solidFill>
              <a:srgbClr val="06C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1892300" y="1866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DE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1930400" y="1892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1968500" y="1917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1993900" y="1930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2032000" y="1955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2057400" y="1955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2095500" y="1968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2133600" y="198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21590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4BFF"/>
          </a:solidFill>
          <a:ln w="3175">
            <a:solidFill>
              <a:srgbClr val="003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2197100" y="2019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2222500" y="2032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2" y="0"/>
                </a:moveTo>
                <a:lnTo>
                  <a:pt x="5" y="3"/>
                </a:lnTo>
                <a:lnTo>
                  <a:pt x="3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12FF"/>
          </a:solidFill>
          <a:ln w="3175">
            <a:solidFill>
              <a:srgbClr val="000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22606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E5"/>
          </a:solidFill>
          <a:ln w="3175">
            <a:solidFill>
              <a:srgbClr val="000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2298700" y="2095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4"/>
                </a:lnTo>
                <a:lnTo>
                  <a:pt x="2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13462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13843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14224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14478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14859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15113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15494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15875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16129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16510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16764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17145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17526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17780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18161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1841500" y="1854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9FFF6"/>
          </a:solidFill>
          <a:ln w="3175">
            <a:solidFill>
              <a:srgbClr val="07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18796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0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1917700" y="1905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EFF"/>
          </a:solidFill>
          <a:ln w="3175">
            <a:solidFill>
              <a:srgbClr val="009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1943100" y="1930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1981200" y="1943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2006600" y="1968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7C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2044700" y="1968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71FF"/>
          </a:solidFill>
          <a:ln w="3175">
            <a:solidFill>
              <a:srgbClr val="005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2082800" y="1981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21082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8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2146300" y="2019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5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2171700" y="2032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2DFF"/>
          </a:solidFill>
          <a:ln w="3175">
            <a:solidFill>
              <a:srgbClr val="002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22098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CFF"/>
          </a:solidFill>
          <a:ln w="3175">
            <a:solidFill>
              <a:srgbClr val="000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2247900" y="2082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E0"/>
          </a:solidFill>
          <a:ln w="3175">
            <a:solidFill>
              <a:srgbClr val="000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2273300" y="21082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4"/>
                </a:lnTo>
                <a:lnTo>
                  <a:pt x="3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13335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1358900" y="1752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13970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14351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14605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14986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1524000" y="17907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15621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16002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16256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16637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1689100" y="18288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17272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17653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17907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AFFD5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1828800" y="1854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9FFF6"/>
          </a:solidFill>
          <a:ln w="3175">
            <a:solidFill>
              <a:srgbClr val="08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1854200" y="1892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1FF"/>
          </a:solidFill>
          <a:ln w="3175">
            <a:solidFill>
              <a:srgbClr val="00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1892300" y="1917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FFF"/>
          </a:solidFill>
          <a:ln w="3175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1930400" y="1943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1955800" y="1955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1993900" y="1968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2019300" y="1993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2057400" y="1993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2095500" y="2006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4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2120900" y="2032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42FF"/>
          </a:solidFill>
          <a:ln w="3175">
            <a:solidFill>
              <a:srgbClr val="003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2159000" y="2044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29FF"/>
          </a:solidFill>
          <a:ln w="3175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2184400" y="2070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9FF"/>
          </a:solidFill>
          <a:ln w="3175">
            <a:solidFill>
              <a:srgbClr val="000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2222500" y="2095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DD"/>
          </a:solidFill>
          <a:ln w="3175">
            <a:solidFill>
              <a:srgbClr val="000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2260600" y="2120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4"/>
                </a:lnTo>
                <a:lnTo>
                  <a:pt x="2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13081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13462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1371600" y="1778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14097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14478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14732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15113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15494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15748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16129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16383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16764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17145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17399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17780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AFFD5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1803400" y="1866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AFFF5"/>
          </a:solidFill>
          <a:ln w="3175">
            <a:solidFill>
              <a:srgbClr val="08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1841500" y="1905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E1FF"/>
          </a:solidFill>
          <a:ln w="3175">
            <a:solidFill>
              <a:srgbClr val="00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1879600" y="1930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FFF"/>
          </a:solidFill>
          <a:ln w="3175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1905000" y="1943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1943100" y="1968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1968500" y="1981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2006600" y="1993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2044700" y="2006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1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2070100" y="2019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2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2108200" y="2044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2133600" y="2057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27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2171700" y="2082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7FF"/>
          </a:solidFill>
          <a:ln w="3175">
            <a:solidFill>
              <a:srgbClr val="000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22098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DB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2235200" y="2133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4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12954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13208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13589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13970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14224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14605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1485900" y="18161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15240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15621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15875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16256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1651000" y="1841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16891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17272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17526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AFFD5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1790700" y="1879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AFFF5"/>
          </a:solidFill>
          <a:ln w="3175">
            <a:solidFill>
              <a:srgbClr val="08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1816100" y="1905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1FF"/>
          </a:solidFill>
          <a:ln w="3175">
            <a:solidFill>
              <a:srgbClr val="00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1854200" y="1943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BFFF"/>
          </a:solidFill>
          <a:ln w="3175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1892300" y="1955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1917700" y="1981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1955800" y="1993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1981200" y="2006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2019300" y="2019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1FF"/>
          </a:solidFill>
          <a:ln w="3175">
            <a:solidFill>
              <a:srgbClr val="004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2057400" y="2032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2082800" y="2057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2120900" y="2070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2146300" y="2095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2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07FF"/>
          </a:solidFill>
          <a:ln w="3175">
            <a:solidFill>
              <a:srgbClr val="000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2184400" y="212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00DB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2222500" y="2146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2"/>
          </a:solidFill>
          <a:ln w="3175">
            <a:solidFill>
              <a:srgbClr val="000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12700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13081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1333500" y="1803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13716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14097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14351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14732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15113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15367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15748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16002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16383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16764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17018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17399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AFFD5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1765300" y="1892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9FFF6"/>
          </a:solidFill>
          <a:ln w="3175">
            <a:solidFill>
              <a:srgbClr val="07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1803400" y="1917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1FF"/>
          </a:solidFill>
          <a:ln w="3175">
            <a:solidFill>
              <a:srgbClr val="00B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1841500" y="1943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FFF"/>
          </a:solidFill>
          <a:ln w="3175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1866900" y="1968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1905000" y="1993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1930400" y="2006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1968500" y="2019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2006600" y="2032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2032000" y="2044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5FF"/>
          </a:solidFill>
          <a:ln w="3175">
            <a:solidFill>
              <a:srgbClr val="00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2070100" y="2057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2FF"/>
          </a:solidFill>
          <a:ln w="3175">
            <a:solidFill>
              <a:srgbClr val="003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2095500" y="2082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2AFF"/>
          </a:solidFill>
          <a:ln w="3175">
            <a:solidFill>
              <a:srgbClr val="00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2133600" y="2095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2171700" y="2120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DD"/>
          </a:solidFill>
          <a:ln w="3175">
            <a:solidFill>
              <a:srgbClr val="000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2197100" y="2159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12573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12827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13208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13589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3843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4224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1447800" y="1828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14859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15240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15494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15875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1612900" y="1866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16510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16891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17145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1752600" y="1905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9FFF6"/>
          </a:solidFill>
          <a:ln w="3175">
            <a:solidFill>
              <a:srgbClr val="07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1778000" y="1930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0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1816100" y="1955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EFF"/>
          </a:solidFill>
          <a:ln w="3175">
            <a:solidFill>
              <a:srgbClr val="009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1854200" y="1981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1879600" y="2006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1917700" y="2019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1943100" y="2032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2FF"/>
          </a:solidFill>
          <a:ln w="3175">
            <a:solidFill>
              <a:srgbClr val="005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1981200" y="2044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2019300" y="2057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9FF"/>
          </a:solidFill>
          <a:ln w="3175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2044700" y="2070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46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2082800" y="2082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2108200" y="2108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EFF"/>
          </a:solidFill>
          <a:ln w="3175">
            <a:solidFill>
              <a:srgbClr val="000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2146300" y="213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3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E1"/>
          </a:solidFill>
          <a:ln w="3175">
            <a:solidFill>
              <a:srgbClr val="000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2184400" y="2171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3"/>
                </a:lnTo>
                <a:lnTo>
                  <a:pt x="2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12319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12700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1295400" y="1816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13335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13716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13970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14351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1460500" y="1854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14986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15367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15621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16002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16383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16637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1701800" y="1892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1727200" y="1917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7FFF8"/>
          </a:solidFill>
          <a:ln w="3175">
            <a:solidFill>
              <a:srgbClr val="06C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1765300" y="1943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EFF"/>
          </a:solidFill>
          <a:ln w="3175">
            <a:solidFill>
              <a:srgbClr val="00B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1803400" y="1968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BC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1828800" y="1993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2FF"/>
          </a:solidFill>
          <a:ln w="3175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1866900" y="2006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1892300" y="2032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1930400" y="2044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7FF"/>
          </a:solidFill>
          <a:ln w="3175">
            <a:solidFill>
              <a:srgbClr val="00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1968500" y="2057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CFF"/>
          </a:solidFill>
          <a:ln w="3175">
            <a:solidFill>
              <a:srgbClr val="005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1993900" y="207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5EFF"/>
          </a:solidFill>
          <a:ln w="3175">
            <a:solidFill>
              <a:srgbClr val="004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2032000" y="2082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CFF"/>
          </a:solidFill>
          <a:ln w="3175">
            <a:solidFill>
              <a:srgbClr val="003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2057400" y="2095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34FF"/>
          </a:solidFill>
          <a:ln w="3175">
            <a:solidFill>
              <a:srgbClr val="002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2095500" y="2120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13FF"/>
          </a:solidFill>
          <a:ln w="3175">
            <a:solidFill>
              <a:srgbClr val="000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2133600" y="2146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E6"/>
          </a:solidFill>
          <a:ln w="3175">
            <a:solidFill>
              <a:srgbClr val="000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2159000" y="2171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0"/>
                </a:moveTo>
                <a:lnTo>
                  <a:pt x="4" y="4"/>
                </a:lnTo>
                <a:lnTo>
                  <a:pt x="3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12192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12446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12827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13208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13462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13843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14097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4478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14859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15113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15494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1574800" y="1892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2" y="0"/>
                </a:moveTo>
                <a:lnTo>
                  <a:pt x="5" y="0"/>
                </a:lnTo>
                <a:lnTo>
                  <a:pt x="3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16129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1651000" y="1905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175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1676400" y="1905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9FFD6"/>
          </a:solidFill>
          <a:ln w="3175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1714500" y="1930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2"/>
                </a:lnTo>
                <a:lnTo>
                  <a:pt x="2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6FFF9"/>
          </a:solidFill>
          <a:ln w="3175">
            <a:solidFill>
              <a:srgbClr val="05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1739900" y="19558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DBFF"/>
          </a:solidFill>
          <a:ln w="3175">
            <a:solidFill>
              <a:srgbClr val="00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1778000" y="1981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4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9FF"/>
          </a:solidFill>
          <a:ln w="3175">
            <a:solidFill>
              <a:srgbClr val="009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1816100" y="2006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0FF"/>
          </a:solidFill>
          <a:ln w="3175">
            <a:solidFill>
              <a:srgbClr val="008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1841500" y="2019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8FFF"/>
          </a:solidFill>
          <a:ln w="3175">
            <a:solidFill>
              <a:srgbClr val="007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1879600" y="2044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1905000" y="2044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2" y="0"/>
                </a:moveTo>
                <a:lnTo>
                  <a:pt x="5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EFF"/>
          </a:solidFill>
          <a:ln w="3175">
            <a:solidFill>
              <a:srgbClr val="006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1943100" y="2057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1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3FF"/>
          </a:solidFill>
          <a:ln w="3175">
            <a:solidFill>
              <a:srgbClr val="005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1981200" y="2070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65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2006600" y="2082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3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2044700" y="2108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1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3BFF"/>
          </a:solidFill>
          <a:ln w="3175">
            <a:solidFill>
              <a:srgbClr val="002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2070100" y="2120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2" y="0"/>
                </a:moveTo>
                <a:lnTo>
                  <a:pt x="5" y="2"/>
                </a:lnTo>
                <a:lnTo>
                  <a:pt x="3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1AFF"/>
          </a:solidFill>
          <a:ln w="3175">
            <a:solidFill>
              <a:srgbClr val="001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2108200" y="2146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4" y="3"/>
                </a:lnTo>
                <a:lnTo>
                  <a:pt x="3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ED"/>
          </a:solidFill>
          <a:ln w="3175">
            <a:solidFill>
              <a:srgbClr val="000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2146300" y="2184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4"/>
                </a:lnTo>
                <a:lnTo>
                  <a:pt x="2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0" name="Connector 949"/>
          <p:cNvCxnSpPr/>
          <p:nvPr/>
        </p:nvCxnSpPr>
        <p:spPr>
          <a:xfrm flipV="1">
            <a:off x="3117150" y="1815678"/>
            <a:ext cx="480876" cy="34134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 flipV="1">
            <a:off x="3359967" y="1853152"/>
            <a:ext cx="480878" cy="34134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V="1">
            <a:off x="3602785" y="1890626"/>
            <a:ext cx="480878" cy="34134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V="1">
            <a:off x="3845604" y="1928100"/>
            <a:ext cx="480876" cy="34134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V="1">
            <a:off x="4088422" y="1965574"/>
            <a:ext cx="480877" cy="34134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3117150" y="2157027"/>
            <a:ext cx="1031976" cy="15926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3437734" y="1929461"/>
            <a:ext cx="1031977" cy="15926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 flipV="1">
            <a:off x="3117150" y="2141398"/>
            <a:ext cx="22016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 flipV="1">
            <a:off x="3359967" y="2178872"/>
            <a:ext cx="22018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 flipV="1">
            <a:off x="3602785" y="2216346"/>
            <a:ext cx="22017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 flipV="1">
            <a:off x="3845604" y="2253820"/>
            <a:ext cx="22016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 flipV="1">
            <a:off x="4088422" y="2291294"/>
            <a:ext cx="22017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 flipH="1">
            <a:off x="3576010" y="1815678"/>
            <a:ext cx="22016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 flipH="1">
            <a:off x="3818828" y="1853152"/>
            <a:ext cx="22017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 flipH="1">
            <a:off x="4061645" y="1890626"/>
            <a:ext cx="22018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H="1">
            <a:off x="4304464" y="1928100"/>
            <a:ext cx="22016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 flipH="1">
            <a:off x="4547282" y="1965574"/>
            <a:ext cx="22017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>
            <a:off x="3117150" y="2157027"/>
            <a:ext cx="26684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>
            <a:off x="3437734" y="1929461"/>
            <a:ext cx="26685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9" name="Connector 968"/>
          <p:cNvCxnSpPr/>
          <p:nvPr/>
        </p:nvCxnSpPr>
        <p:spPr>
          <a:xfrm flipH="1" flipV="1">
            <a:off x="4122441" y="2312172"/>
            <a:ext cx="26685" cy="411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 flipH="1" flipV="1">
            <a:off x="4443026" y="2084607"/>
            <a:ext cx="26685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>
            <a:off x="3117150" y="2157027"/>
            <a:ext cx="1031976" cy="15926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>
            <a:off x="3598026" y="1815678"/>
            <a:ext cx="1031977" cy="15926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 flipV="1">
            <a:off x="3117150" y="1815678"/>
            <a:ext cx="480876" cy="34134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 flipV="1">
            <a:off x="4149126" y="1974942"/>
            <a:ext cx="480877" cy="34134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H="1">
            <a:off x="3576010" y="1159453"/>
            <a:ext cx="22016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H="1">
            <a:off x="3818828" y="1196927"/>
            <a:ext cx="22017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H="1">
            <a:off x="4061645" y="1234401"/>
            <a:ext cx="22018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H="1">
            <a:off x="4304464" y="1271875"/>
            <a:ext cx="22016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H="1">
            <a:off x="4547282" y="1309349"/>
            <a:ext cx="22017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>
            <a:off x="3117150" y="1500802"/>
            <a:ext cx="26684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>
            <a:off x="3437734" y="1273236"/>
            <a:ext cx="26685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>
            <a:off x="3598026" y="1159453"/>
            <a:ext cx="1031977" cy="15926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V="1">
            <a:off x="3117150" y="1159453"/>
            <a:ext cx="480876" cy="34134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V="1">
            <a:off x="3117150" y="1500802"/>
            <a:ext cx="0" cy="65622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V="1">
            <a:off x="3437734" y="1273236"/>
            <a:ext cx="0" cy="65622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V="1">
            <a:off x="3117150" y="2130027"/>
            <a:ext cx="0" cy="270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V="1">
            <a:off x="3437734" y="1902462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>
            <a:off x="3117150" y="1500802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3437734" y="1273236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V="1">
            <a:off x="3117150" y="1763150"/>
            <a:ext cx="480876" cy="34134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V="1">
            <a:off x="3117150" y="1438994"/>
            <a:ext cx="480876" cy="34134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V="1">
            <a:off x="3117150" y="2088871"/>
            <a:ext cx="22016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V="1">
            <a:off x="3117150" y="1764714"/>
            <a:ext cx="22016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H="1">
            <a:off x="3576010" y="1763150"/>
            <a:ext cx="22016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 flipH="1">
            <a:off x="3576010" y="1438994"/>
            <a:ext cx="22016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 flipV="1">
            <a:off x="3117150" y="1500802"/>
            <a:ext cx="0" cy="65622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 flipV="1">
            <a:off x="3598026" y="1159453"/>
            <a:ext cx="0" cy="65622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 flipV="1">
            <a:off x="4149126" y="2289292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 flipV="1">
            <a:off x="4469711" y="2061726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 flipH="1">
            <a:off x="4607986" y="1922415"/>
            <a:ext cx="22017" cy="1562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H="1">
            <a:off x="4607986" y="1598258"/>
            <a:ext cx="22017" cy="1562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V="1">
            <a:off x="4630003" y="1318717"/>
            <a:ext cx="0" cy="65622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V="1">
            <a:off x="3117150" y="2130027"/>
            <a:ext cx="0" cy="270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V="1">
            <a:off x="3359967" y="2167501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V="1">
            <a:off x="3602785" y="2204975"/>
            <a:ext cx="0" cy="270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 flipV="1">
            <a:off x="3845604" y="2242449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 flipV="1">
            <a:off x="4088422" y="2279923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3117150" y="2104499"/>
            <a:ext cx="26684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3117150" y="1780343"/>
            <a:ext cx="26684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 flipV="1">
            <a:off x="3598026" y="1159453"/>
            <a:ext cx="0" cy="65622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 flipV="1">
            <a:off x="3840845" y="1196927"/>
            <a:ext cx="0" cy="65622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V="1">
            <a:off x="4083663" y="1234401"/>
            <a:ext cx="0" cy="65622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V="1">
            <a:off x="4326480" y="1271875"/>
            <a:ext cx="0" cy="65622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V="1">
            <a:off x="4569299" y="1309349"/>
            <a:ext cx="0" cy="65622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V="1">
            <a:off x="3598026" y="1788679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V="1">
            <a:off x="3840845" y="1826153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V="1">
            <a:off x="4083663" y="1863627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4326480" y="1901101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4569299" y="1938574"/>
            <a:ext cx="0" cy="270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>
            <a:off x="3598026" y="1159453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>
            <a:off x="3840845" y="1196927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>
            <a:off x="4083663" y="1234401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>
            <a:off x="4326480" y="1271875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>
            <a:off x="4569299" y="1309349"/>
            <a:ext cx="0" cy="269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>
            <a:off x="3598026" y="1763150"/>
            <a:ext cx="1031977" cy="15926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>
            <a:off x="3598026" y="1438994"/>
            <a:ext cx="1031977" cy="15926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>
            <a:off x="3598026" y="1763150"/>
            <a:ext cx="26685" cy="411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>
            <a:off x="3598026" y="1438994"/>
            <a:ext cx="26685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H="1" flipV="1">
            <a:off x="4603318" y="1918296"/>
            <a:ext cx="26685" cy="411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H="1" flipV="1">
            <a:off x="4603318" y="1594140"/>
            <a:ext cx="26685" cy="411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Freeform 1030"/>
          <p:cNvSpPr/>
          <p:nvPr/>
        </p:nvSpPr>
        <p:spPr>
          <a:xfrm>
            <a:off x="4114800" y="1917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4127500" y="1905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4152900" y="1905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Freeform 1033"/>
          <p:cNvSpPr/>
          <p:nvPr/>
        </p:nvSpPr>
        <p:spPr>
          <a:xfrm>
            <a:off x="41656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Freeform 1034"/>
          <p:cNvSpPr/>
          <p:nvPr/>
        </p:nvSpPr>
        <p:spPr>
          <a:xfrm>
            <a:off x="41783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Freeform 1035"/>
          <p:cNvSpPr/>
          <p:nvPr/>
        </p:nvSpPr>
        <p:spPr>
          <a:xfrm>
            <a:off x="4191000" y="1866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Freeform 1036"/>
          <p:cNvSpPr/>
          <p:nvPr/>
        </p:nvSpPr>
        <p:spPr>
          <a:xfrm>
            <a:off x="42164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Freeform 1037"/>
          <p:cNvSpPr/>
          <p:nvPr/>
        </p:nvSpPr>
        <p:spPr>
          <a:xfrm>
            <a:off x="42291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Freeform 1038"/>
          <p:cNvSpPr/>
          <p:nvPr/>
        </p:nvSpPr>
        <p:spPr>
          <a:xfrm>
            <a:off x="42418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Freeform 1039"/>
          <p:cNvSpPr/>
          <p:nvPr/>
        </p:nvSpPr>
        <p:spPr>
          <a:xfrm>
            <a:off x="42672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Freeform 1040"/>
          <p:cNvSpPr/>
          <p:nvPr/>
        </p:nvSpPr>
        <p:spPr>
          <a:xfrm>
            <a:off x="42799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Freeform 1041"/>
          <p:cNvSpPr/>
          <p:nvPr/>
        </p:nvSpPr>
        <p:spPr>
          <a:xfrm>
            <a:off x="42926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Freeform 1042"/>
          <p:cNvSpPr/>
          <p:nvPr/>
        </p:nvSpPr>
        <p:spPr>
          <a:xfrm>
            <a:off x="43180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Freeform 1043"/>
          <p:cNvSpPr/>
          <p:nvPr/>
        </p:nvSpPr>
        <p:spPr>
          <a:xfrm>
            <a:off x="43307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Freeform 1044"/>
          <p:cNvSpPr/>
          <p:nvPr/>
        </p:nvSpPr>
        <p:spPr>
          <a:xfrm>
            <a:off x="4343400" y="1739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Freeform 1045"/>
          <p:cNvSpPr/>
          <p:nvPr/>
        </p:nvSpPr>
        <p:spPr>
          <a:xfrm>
            <a:off x="4356100" y="17145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400"/>
          </a:solidFill>
          <a:ln w="3175">
            <a:solidFill>
              <a:srgbClr val="CC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Freeform 1046"/>
          <p:cNvSpPr/>
          <p:nvPr/>
        </p:nvSpPr>
        <p:spPr>
          <a:xfrm>
            <a:off x="4381500" y="167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C900"/>
          </a:solidFill>
          <a:ln w="3175">
            <a:solidFill>
              <a:srgbClr val="CC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Freeform 1047"/>
          <p:cNvSpPr/>
          <p:nvPr/>
        </p:nvSpPr>
        <p:spPr>
          <a:xfrm>
            <a:off x="43942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A400"/>
          </a:solidFill>
          <a:ln w="3175">
            <a:solidFill>
              <a:srgbClr val="CC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Freeform 1048"/>
          <p:cNvSpPr/>
          <p:nvPr/>
        </p:nvSpPr>
        <p:spPr>
          <a:xfrm>
            <a:off x="4406900" y="1625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600"/>
          </a:solidFill>
          <a:ln w="3175">
            <a:solidFill>
              <a:srgbClr val="CC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Freeform 1049"/>
          <p:cNvSpPr/>
          <p:nvPr/>
        </p:nvSpPr>
        <p:spPr>
          <a:xfrm>
            <a:off x="44323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7100"/>
          </a:solidFill>
          <a:ln w="3175">
            <a:solidFill>
              <a:srgbClr val="C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Freeform 1050"/>
          <p:cNvSpPr/>
          <p:nvPr/>
        </p:nvSpPr>
        <p:spPr>
          <a:xfrm>
            <a:off x="44450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6700"/>
          </a:solidFill>
          <a:ln w="3175">
            <a:solidFill>
              <a:srgbClr val="CC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Freeform 1051"/>
          <p:cNvSpPr/>
          <p:nvPr/>
        </p:nvSpPr>
        <p:spPr>
          <a:xfrm>
            <a:off x="44577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5F00"/>
          </a:solidFill>
          <a:ln w="3175">
            <a:solidFill>
              <a:srgbClr val="CC4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Freeform 1052"/>
          <p:cNvSpPr/>
          <p:nvPr/>
        </p:nvSpPr>
        <p:spPr>
          <a:xfrm>
            <a:off x="44831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FF5400"/>
          </a:solidFill>
          <a:ln w="3175">
            <a:solidFill>
              <a:srgbClr val="CC4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Freeform 1053"/>
          <p:cNvSpPr/>
          <p:nvPr/>
        </p:nvSpPr>
        <p:spPr>
          <a:xfrm>
            <a:off x="4495800" y="152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4600"/>
          </a:solidFill>
          <a:ln w="3175">
            <a:solidFill>
              <a:srgbClr val="CC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Freeform 1054"/>
          <p:cNvSpPr/>
          <p:nvPr/>
        </p:nvSpPr>
        <p:spPr>
          <a:xfrm>
            <a:off x="45085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3500"/>
          </a:solidFill>
          <a:ln w="3175">
            <a:solidFill>
              <a:srgbClr val="CC2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Freeform 1055"/>
          <p:cNvSpPr/>
          <p:nvPr/>
        </p:nvSpPr>
        <p:spPr>
          <a:xfrm>
            <a:off x="45339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1F00"/>
          </a:solidFill>
          <a:ln w="3175">
            <a:solidFill>
              <a:srgbClr val="CC1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Freeform 1056"/>
          <p:cNvSpPr/>
          <p:nvPr/>
        </p:nvSpPr>
        <p:spPr>
          <a:xfrm>
            <a:off x="45466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0200"/>
          </a:solidFill>
          <a:ln w="3175">
            <a:solidFill>
              <a:srgbClr val="CC0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Freeform 1057"/>
          <p:cNvSpPr/>
          <p:nvPr/>
        </p:nvSpPr>
        <p:spPr>
          <a:xfrm>
            <a:off x="4559300" y="1409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DC0000"/>
          </a:solidFill>
          <a:ln w="3175">
            <a:solidFill>
              <a:srgbClr val="B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Freeform 1058"/>
          <p:cNvSpPr/>
          <p:nvPr/>
        </p:nvSpPr>
        <p:spPr>
          <a:xfrm>
            <a:off x="4572000" y="1371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3" y="4"/>
                </a:moveTo>
                <a:lnTo>
                  <a:pt x="5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AB0000"/>
          </a:solidFill>
          <a:ln w="3175">
            <a:solidFill>
              <a:srgbClr val="8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Freeform 1059"/>
          <p:cNvSpPr/>
          <p:nvPr/>
        </p:nvSpPr>
        <p:spPr>
          <a:xfrm>
            <a:off x="4076700" y="1917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Freeform 1060"/>
          <p:cNvSpPr/>
          <p:nvPr/>
        </p:nvSpPr>
        <p:spPr>
          <a:xfrm>
            <a:off x="4089400" y="1905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Freeform 1061"/>
          <p:cNvSpPr/>
          <p:nvPr/>
        </p:nvSpPr>
        <p:spPr>
          <a:xfrm>
            <a:off x="41148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Freeform 1062"/>
          <p:cNvSpPr/>
          <p:nvPr/>
        </p:nvSpPr>
        <p:spPr>
          <a:xfrm>
            <a:off x="41275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Freeform 1063"/>
          <p:cNvSpPr/>
          <p:nvPr/>
        </p:nvSpPr>
        <p:spPr>
          <a:xfrm>
            <a:off x="41402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41656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41783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41910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42164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42291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42418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4254500" y="17907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42799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42926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43053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4330700" y="1701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FFF600"/>
          </a:solidFill>
          <a:ln w="3175">
            <a:solidFill>
              <a:srgbClr val="CC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4343400" y="167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CC00"/>
          </a:solidFill>
          <a:ln w="3175">
            <a:solidFill>
              <a:srgbClr val="CC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4356100" y="1638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A700"/>
          </a:solidFill>
          <a:ln w="3175">
            <a:solidFill>
              <a:srgbClr val="CC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4381500" y="1612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89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4394200" y="1587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6F00"/>
          </a:solidFill>
          <a:ln w="3175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44069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5E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44323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5400"/>
          </a:solidFill>
          <a:ln w="3175">
            <a:solidFill>
              <a:srgbClr val="CC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44450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4A00"/>
          </a:solidFill>
          <a:ln w="3175">
            <a:solidFill>
              <a:srgbClr val="CC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4457700" y="151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3C00"/>
          </a:solidFill>
          <a:ln w="3175">
            <a:solidFill>
              <a:srgbClr val="CC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4470400" y="1498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44958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500"/>
          </a:solidFill>
          <a:ln w="3175">
            <a:solidFill>
              <a:srgbClr val="CC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45085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80000"/>
          </a:solidFill>
          <a:ln w="3175">
            <a:solidFill>
              <a:srgbClr val="C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45212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D50000"/>
          </a:solidFill>
          <a:ln w="3175">
            <a:solidFill>
              <a:srgbClr val="A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45466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A60000"/>
          </a:solidFill>
          <a:ln w="3175"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4038600" y="1917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4064000" y="1905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40767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40894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41148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41275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41402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4152900" y="18288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41783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41910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42037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42291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42418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42545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42799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4292600" y="1701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700"/>
          </a:solidFill>
          <a:ln w="3175">
            <a:solidFill>
              <a:srgbClr val="CC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4305300" y="1663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CE00"/>
          </a:solidFill>
          <a:ln w="3175">
            <a:solidFill>
              <a:srgbClr val="CC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4318000" y="1638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A9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43434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43561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4368800" y="1562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5800"/>
          </a:solidFill>
          <a:ln w="3175">
            <a:solidFill>
              <a:srgbClr val="CC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4394200" y="1536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4B00"/>
          </a:solidFill>
          <a:ln w="3175">
            <a:solidFill>
              <a:srgbClr val="CC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44069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44196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3300"/>
          </a:solidFill>
          <a:ln w="3175">
            <a:solidFill>
              <a:srgbClr val="CC2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44450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FF2200"/>
          </a:solidFill>
          <a:ln w="3175">
            <a:solidFill>
              <a:srgbClr val="CC1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44577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0C00"/>
          </a:solidFill>
          <a:ln w="3175">
            <a:solidFill>
              <a:srgbClr val="CC0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44704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00000"/>
          </a:solidFill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44958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CE0000"/>
          </a:solidFill>
          <a:ln w="3175">
            <a:solidFill>
              <a:srgbClr val="A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4508500" y="135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A10000"/>
          </a:solidFill>
          <a:ln w="3175">
            <a:solidFill>
              <a:srgbClr val="8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4000500" y="1905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40259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40386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4051300" y="1866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40767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40894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41021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41275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41402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41529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41783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41910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42037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4216400" y="1752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42418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4254500" y="1689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4267200" y="1663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CF00"/>
          </a:solidFill>
          <a:ln w="3175">
            <a:solidFill>
              <a:srgbClr val="CC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4292600" y="162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FFAA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4305300" y="1600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43180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4343400" y="154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5500"/>
          </a:solidFill>
          <a:ln w="3175">
            <a:solidFill>
              <a:srgbClr val="CC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43561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4400"/>
          </a:solidFill>
          <a:ln w="3175">
            <a:solidFill>
              <a:srgbClr val="CC3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43688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800"/>
          </a:solidFill>
          <a:ln w="3175">
            <a:solidFill>
              <a:srgbClr val="CC2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43942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44069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A00"/>
          </a:solidFill>
          <a:ln w="3175">
            <a:solidFill>
              <a:srgbClr val="CC1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44196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0500"/>
          </a:solidFill>
          <a:ln w="3175">
            <a:solidFill>
              <a:srgbClr val="CC0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4432300" y="1422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90000"/>
          </a:solidFill>
          <a:ln w="3175">
            <a:solidFill>
              <a:srgbClr val="B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4457700" y="138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44704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9D0000"/>
          </a:solidFill>
          <a:ln w="3175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3975100" y="1905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39878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4000500" y="1879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40259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40386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40513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40767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40894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41021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4114800" y="1790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41402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41529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41656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41910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42037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4216400" y="1689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42418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FFCF00"/>
          </a:solidFill>
          <a:ln w="3175">
            <a:solidFill>
              <a:srgbClr val="CC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4254500" y="162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AA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42672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42926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43053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5300"/>
          </a:solidFill>
          <a:ln w="3175">
            <a:solidFill>
              <a:srgbClr val="CC4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43180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F00"/>
          </a:solidFill>
          <a:ln w="3175">
            <a:solidFill>
              <a:srgbClr val="CC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4330700" y="1511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3100"/>
          </a:solidFill>
          <a:ln w="3175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43561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2300"/>
          </a:solidFill>
          <a:ln w="3175">
            <a:solidFill>
              <a:srgbClr val="CC1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43688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1200"/>
          </a:solidFill>
          <a:ln w="3175">
            <a:solidFill>
              <a:srgbClr val="CC0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43815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C0000"/>
          </a:solidFill>
          <a:ln w="3175">
            <a:solidFill>
              <a:srgbClr val="C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44069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E20000"/>
          </a:solidFill>
          <a:ln w="3175">
            <a:solidFill>
              <a:srgbClr val="B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44196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C20000"/>
          </a:solidFill>
          <a:ln w="3175">
            <a:solidFill>
              <a:srgbClr val="9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4432300" y="134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990000"/>
          </a:solidFill>
          <a:ln w="317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3937000" y="1892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39497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39751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39878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40005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4013200" y="18415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40386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40513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40640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40894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41021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41148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41402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41529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4165600" y="1714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4178300" y="1689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4203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CF00"/>
          </a:solidFill>
          <a:ln w="3175">
            <a:solidFill>
              <a:srgbClr val="CC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42164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AA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4229100" y="15875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4254500" y="1562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4267200" y="1536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5300"/>
          </a:solidFill>
          <a:ln w="3175">
            <a:solidFill>
              <a:srgbClr val="CC4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42799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3E00"/>
          </a:solidFill>
          <a:ln w="3175">
            <a:solidFill>
              <a:srgbClr val="CC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43053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3000"/>
          </a:solidFill>
          <a:ln w="3175">
            <a:solidFill>
              <a:srgbClr val="CC2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43180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2200"/>
          </a:solidFill>
          <a:ln w="3175">
            <a:solidFill>
              <a:srgbClr val="CC1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43307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100"/>
          </a:solidFill>
          <a:ln w="3175">
            <a:solidFill>
              <a:srgbClr val="CC0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43561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C0000"/>
          </a:solidFill>
          <a:ln w="3175"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43688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20000"/>
          </a:solidFill>
          <a:ln w="3175">
            <a:solidFill>
              <a:srgbClr val="B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43815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C10000"/>
          </a:solidFill>
          <a:ln w="3175">
            <a:solidFill>
              <a:srgbClr val="9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4394200" y="1346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990000"/>
          </a:solidFill>
          <a:ln w="317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3898900" y="1892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3911600" y="1879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39370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39497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39624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39878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40005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40132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40386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40513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40640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4076700" y="1765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41021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41148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41275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4152900" y="167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41656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CF00"/>
          </a:solidFill>
          <a:ln w="3175">
            <a:solidFill>
              <a:srgbClr val="CC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4178300" y="1612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AA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4203700" y="1587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42164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42291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5400"/>
          </a:solidFill>
          <a:ln w="3175">
            <a:solidFill>
              <a:srgbClr val="CC4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42545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4200"/>
          </a:solidFill>
          <a:ln w="3175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42672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600"/>
          </a:solidFill>
          <a:ln w="3175">
            <a:solidFill>
              <a:srgbClr val="CC2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42799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2900"/>
          </a:solidFill>
          <a:ln w="3175">
            <a:solidFill>
              <a:srgbClr val="CC2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4292600" y="1460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800"/>
          </a:solidFill>
          <a:ln w="3175">
            <a:solidFill>
              <a:srgbClr val="CC1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43180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0300"/>
          </a:solidFill>
          <a:ln w="3175">
            <a:solidFill>
              <a:srgbClr val="CC0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43307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70000"/>
          </a:solidFill>
          <a:ln w="3175">
            <a:solidFill>
              <a:srgbClr val="B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43434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C60000"/>
          </a:solidFill>
          <a:ln w="3175">
            <a:solidFill>
              <a:srgbClr val="9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4368800" y="1333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4"/>
                </a:lnTo>
                <a:close/>
              </a:path>
            </a:pathLst>
          </a:custGeom>
          <a:solidFill>
            <a:srgbClr val="9C0000"/>
          </a:solidFill>
          <a:ln w="3175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3860800" y="1879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38862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38989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39116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39370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39497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39624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3975100" y="1803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40005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40132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40259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40513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40640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40767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4102100" y="1701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4114800" y="167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7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4127500" y="1638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CE00"/>
          </a:solidFill>
          <a:ln w="3175">
            <a:solidFill>
              <a:srgbClr val="CC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4140200" y="1612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AA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41656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4178300" y="154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4191000" y="1536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5700"/>
          </a:solidFill>
          <a:ln w="3175">
            <a:solidFill>
              <a:srgbClr val="CC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42164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4900"/>
          </a:solidFill>
          <a:ln w="3175">
            <a:solidFill>
              <a:srgbClr val="CC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42291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F00"/>
          </a:solidFill>
          <a:ln w="3175">
            <a:solidFill>
              <a:srgbClr val="CC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42418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3100"/>
          </a:solidFill>
          <a:ln w="3175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42672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2000"/>
          </a:solidFill>
          <a:ln w="3175">
            <a:solidFill>
              <a:srgbClr val="CC1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42799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0B00"/>
          </a:solidFill>
          <a:ln w="3175">
            <a:solidFill>
              <a:srgbClr val="CC0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42926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F0000"/>
          </a:solidFill>
          <a:ln w="3175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43180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CC0000"/>
          </a:solidFill>
          <a:ln w="3175"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4330700" y="133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A0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3822700" y="1879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38481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38608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3873500" y="18415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38989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39116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39243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39497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39624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39751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40005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40132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40259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4038600" y="1727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40640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4076700" y="1663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600"/>
          </a:solidFill>
          <a:ln w="3175">
            <a:solidFill>
              <a:srgbClr val="CC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4089400" y="1625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CC00"/>
          </a:solidFill>
          <a:ln w="3175">
            <a:solidFill>
              <a:srgbClr val="CC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4114800" y="1600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A800"/>
          </a:solidFill>
          <a:ln w="3175">
            <a:solidFill>
              <a:srgbClr val="CC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41275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89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41402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6E00"/>
          </a:solidFill>
          <a:ln w="3175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41656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41783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5200"/>
          </a:solidFill>
          <a:ln w="3175">
            <a:solidFill>
              <a:srgbClr val="CC4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41910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4800"/>
          </a:solidFill>
          <a:ln w="3175">
            <a:solidFill>
              <a:srgbClr val="CC3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42164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3A00"/>
          </a:solidFill>
          <a:ln w="3175">
            <a:solidFill>
              <a:srgbClr val="CC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42291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2900"/>
          </a:solidFill>
          <a:ln w="3175">
            <a:solidFill>
              <a:srgbClr val="CC2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42418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300"/>
          </a:solidFill>
          <a:ln w="3175">
            <a:solidFill>
              <a:srgbClr val="CC0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4254500" y="1409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60000"/>
          </a:solidFill>
          <a:ln w="3175">
            <a:solidFill>
              <a:srgbClr val="C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42799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D30000"/>
          </a:solidFill>
          <a:ln w="3175">
            <a:solidFill>
              <a:srgbClr val="A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4292600" y="133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A50000"/>
          </a:solidFill>
          <a:ln w="3175">
            <a:solidFill>
              <a:srgbClr val="8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3797300" y="1866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38100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38227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38481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38608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38735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38989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39116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39243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3937000" y="1765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39624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39751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39878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40132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4025900" y="1689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4038600" y="1663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400"/>
          </a:solidFill>
          <a:ln w="3175">
            <a:solidFill>
              <a:srgbClr val="CC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4064000" y="162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FFC900"/>
          </a:solidFill>
          <a:ln w="3175">
            <a:solidFill>
              <a:srgbClr val="CCA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40767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A500"/>
          </a:solidFill>
          <a:ln w="3175">
            <a:solidFill>
              <a:srgbClr val="CC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40894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700"/>
          </a:solidFill>
          <a:ln w="3175">
            <a:solidFill>
              <a:srgbClr val="CC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4102100" y="1549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7100"/>
          </a:solidFill>
          <a:ln w="3175">
            <a:solidFill>
              <a:srgbClr val="C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41275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6400"/>
          </a:solidFill>
          <a:ln w="3175"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41402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4152900" y="1498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5100"/>
          </a:solidFill>
          <a:ln w="3175">
            <a:solidFill>
              <a:srgbClr val="CC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41783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4400"/>
          </a:solidFill>
          <a:ln w="3175">
            <a:solidFill>
              <a:srgbClr val="CC3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41910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300"/>
          </a:solidFill>
          <a:ln w="3175">
            <a:solidFill>
              <a:srgbClr val="CC2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42037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D00"/>
          </a:solidFill>
          <a:ln w="3175">
            <a:solidFill>
              <a:srgbClr val="CC1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42291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0000"/>
          </a:solidFill>
          <a:ln w="317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42418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DA0000"/>
          </a:solidFill>
          <a:ln w="3175">
            <a:solidFill>
              <a:srgbClr val="A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42545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4"/>
                </a:lnTo>
                <a:lnTo>
                  <a:pt x="3" y="4"/>
                </a:lnTo>
                <a:close/>
              </a:path>
            </a:pathLst>
          </a:custGeom>
          <a:solidFill>
            <a:srgbClr val="AA0000"/>
          </a:solidFill>
          <a:ln w="3175">
            <a:solidFill>
              <a:srgbClr val="8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37592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37719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3784600" y="1841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38100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38227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3835400" y="1803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38608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38735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38862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39116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39243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39370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39624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39751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39878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7FF18"/>
          </a:solidFill>
          <a:ln w="3175">
            <a:solidFill>
              <a:srgbClr val="B9C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4000500" y="1651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200"/>
          </a:solidFill>
          <a:ln w="3175">
            <a:solidFill>
              <a:srgbClr val="CC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4025900" y="1612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C600"/>
          </a:solidFill>
          <a:ln w="3175">
            <a:solidFill>
              <a:srgbClr val="CC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4038600" y="1587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A000"/>
          </a:solidFill>
          <a:ln w="3175">
            <a:solidFill>
              <a:srgbClr val="CC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4051300" y="1562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8300"/>
          </a:solidFill>
          <a:ln w="3175">
            <a:solidFill>
              <a:srgbClr val="CC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40767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FF7400"/>
          </a:solidFill>
          <a:ln w="3175">
            <a:solidFill>
              <a:srgbClr val="CC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40894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6E00"/>
          </a:solidFill>
          <a:ln w="3175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41021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6700"/>
          </a:solidFill>
          <a:ln w="3175">
            <a:solidFill>
              <a:srgbClr val="CC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41275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5D00"/>
          </a:solidFill>
          <a:ln w="3175">
            <a:solidFill>
              <a:srgbClr val="CC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41402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4F00"/>
          </a:solidFill>
          <a:ln w="3175">
            <a:solidFill>
              <a:srgbClr val="CC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41529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E00"/>
          </a:solidFill>
          <a:ln w="3175">
            <a:solidFill>
              <a:srgbClr val="CC3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41783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2700"/>
          </a:solidFill>
          <a:ln w="3175">
            <a:solidFill>
              <a:srgbClr val="CC1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41910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0A00"/>
          </a:solidFill>
          <a:ln w="3175">
            <a:solidFill>
              <a:srgbClr val="CC0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42037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E20000"/>
          </a:solidFill>
          <a:ln w="3175">
            <a:solidFill>
              <a:srgbClr val="B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4216400" y="1320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3" y="4"/>
                </a:moveTo>
                <a:lnTo>
                  <a:pt x="5" y="0"/>
                </a:lnTo>
                <a:lnTo>
                  <a:pt x="2" y="0"/>
                </a:lnTo>
                <a:lnTo>
                  <a:pt x="0" y="4"/>
                </a:lnTo>
                <a:lnTo>
                  <a:pt x="3" y="4"/>
                </a:lnTo>
                <a:close/>
              </a:path>
            </a:pathLst>
          </a:custGeom>
          <a:solidFill>
            <a:srgbClr val="AF0000"/>
          </a:solidFill>
          <a:ln w="3175">
            <a:solidFill>
              <a:srgbClr val="8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3721100" y="1866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3733800" y="1854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37592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37719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37846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38100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38227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38354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38608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38735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38862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3898900" y="1727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39243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39370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3949700" y="167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E8FF17"/>
          </a:solidFill>
          <a:ln w="3175">
            <a:solidFill>
              <a:srgbClr val="B9C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3975100" y="1638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4"/>
                </a:lnTo>
                <a:close/>
              </a:path>
            </a:pathLst>
          </a:custGeom>
          <a:solidFill>
            <a:srgbClr val="FFEF00"/>
          </a:solidFill>
          <a:ln w="3175">
            <a:solidFill>
              <a:srgbClr val="CC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3987800" y="1612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C100"/>
          </a:solidFill>
          <a:ln w="3175">
            <a:solidFill>
              <a:srgbClr val="CC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40005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9A00"/>
          </a:solidFill>
          <a:ln w="3175">
            <a:solidFill>
              <a:srgbClr val="CC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4025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FF8000"/>
          </a:solidFill>
          <a:ln w="3175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40386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40513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6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4064000" y="1524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200"/>
          </a:solidFill>
          <a:ln w="3175">
            <a:solidFill>
              <a:srgbClr val="C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40894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6900"/>
          </a:solidFill>
          <a:ln w="3175">
            <a:solidFill>
              <a:srgbClr val="CC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41021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4114800" y="1460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4A00"/>
          </a:solidFill>
          <a:ln w="3175">
            <a:solidFill>
              <a:srgbClr val="CC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41402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300"/>
          </a:solidFill>
          <a:ln w="3175">
            <a:solidFill>
              <a:srgbClr val="CC2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41529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500"/>
          </a:solidFill>
          <a:ln w="3175">
            <a:solidFill>
              <a:srgbClr val="CC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41656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EC0000"/>
          </a:solidFill>
          <a:ln w="3175">
            <a:solidFill>
              <a:srgbClr val="B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41910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1" y="0"/>
                </a:lnTo>
                <a:lnTo>
                  <a:pt x="0" y="4"/>
                </a:lnTo>
                <a:lnTo>
                  <a:pt x="2" y="4"/>
                </a:lnTo>
                <a:close/>
              </a:path>
            </a:pathLst>
          </a:custGeom>
          <a:solidFill>
            <a:srgbClr val="B50000"/>
          </a:solidFill>
          <a:ln w="3175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3683000" y="1854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37084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37211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37338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3746500" y="1803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37719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37846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3797300" y="1778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38227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38354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38481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38735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38862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38989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3924300" y="1676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E9FF16"/>
          </a:solidFill>
          <a:ln w="3175">
            <a:solidFill>
              <a:srgbClr val="BAC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3937000" y="1638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EC00"/>
          </a:solidFill>
          <a:ln w="3175">
            <a:solidFill>
              <a:srgbClr val="CC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3949700" y="1600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BB00"/>
          </a:solidFill>
          <a:ln w="3175">
            <a:solidFill>
              <a:srgbClr val="CC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3962400" y="1562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3" y="4"/>
                </a:moveTo>
                <a:lnTo>
                  <a:pt x="5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9300"/>
          </a:solidFill>
          <a:ln w="3175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39878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FF7F00"/>
          </a:solidFill>
          <a:ln w="3175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40005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D00"/>
          </a:solidFill>
          <a:ln w="3175">
            <a:solidFill>
              <a:srgbClr val="CC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4013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D00"/>
          </a:solidFill>
          <a:ln w="3175">
            <a:solidFill>
              <a:srgbClr val="CC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40386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7B00"/>
          </a:solidFill>
          <a:ln w="3175">
            <a:solidFill>
              <a:srgbClr val="CC6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40513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7600"/>
          </a:solidFill>
          <a:ln w="3175">
            <a:solidFill>
              <a:srgbClr val="CC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40640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1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40894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5800"/>
          </a:solidFill>
          <a:ln w="3175">
            <a:solidFill>
              <a:srgbClr val="CC4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41021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41148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2200"/>
          </a:solidFill>
          <a:ln w="3175">
            <a:solidFill>
              <a:srgbClr val="CC1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41402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F60000"/>
          </a:solidFill>
          <a:ln w="3175">
            <a:solidFill>
              <a:srgbClr val="C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41529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0"/>
                </a:lnTo>
                <a:lnTo>
                  <a:pt x="1" y="0"/>
                </a:lnTo>
                <a:lnTo>
                  <a:pt x="0" y="4"/>
                </a:lnTo>
                <a:lnTo>
                  <a:pt x="3" y="4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3644900" y="1854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36703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36830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36957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37211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37338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37465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37719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37846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37973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38227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38354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38481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3860800" y="17018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3886200" y="1663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EAFF15"/>
          </a:solidFill>
          <a:ln w="3175">
            <a:solidFill>
              <a:srgbClr val="BBCC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3898900" y="1625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E700"/>
          </a:solidFill>
          <a:ln w="3175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39116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B200"/>
          </a:solidFill>
          <a:ln w="3175">
            <a:solidFill>
              <a:srgbClr val="CC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3937000" y="1562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8E00"/>
          </a:solidFill>
          <a:ln w="3175">
            <a:solidFill>
              <a:srgbClr val="CC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39497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200"/>
          </a:solidFill>
          <a:ln w="3175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39624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8200"/>
          </a:solidFill>
          <a:ln w="3175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39878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FF8200"/>
          </a:solidFill>
          <a:ln w="3175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40005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FF8200"/>
          </a:solidFill>
          <a:ln w="3175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40132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000"/>
          </a:solidFill>
          <a:ln w="3175">
            <a:solidFill>
              <a:srgbClr val="CC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40386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7900"/>
          </a:solidFill>
          <a:ln w="3175">
            <a:solidFill>
              <a:srgbClr val="CC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40513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6900"/>
          </a:solidFill>
          <a:ln w="3175">
            <a:solidFill>
              <a:srgbClr val="CC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40640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2"/>
                </a:lnTo>
                <a:close/>
              </a:path>
            </a:pathLst>
          </a:custGeom>
          <a:solidFill>
            <a:srgbClr val="FF5100"/>
          </a:solidFill>
          <a:ln w="3175">
            <a:solidFill>
              <a:srgbClr val="CC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4076700" y="1409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3100"/>
          </a:solidFill>
          <a:ln w="3175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41021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0400"/>
          </a:solidFill>
          <a:ln w="3175">
            <a:solidFill>
              <a:srgbClr val="CC0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4114800" y="1308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5"/>
                </a:moveTo>
                <a:lnTo>
                  <a:pt x="4" y="1"/>
                </a:lnTo>
                <a:lnTo>
                  <a:pt x="1" y="0"/>
                </a:lnTo>
                <a:lnTo>
                  <a:pt x="0" y="5"/>
                </a:lnTo>
                <a:lnTo>
                  <a:pt x="3" y="5"/>
                </a:lnTo>
                <a:close/>
              </a:path>
            </a:pathLst>
          </a:custGeom>
          <a:solidFill>
            <a:srgbClr val="C30000"/>
          </a:solidFill>
          <a:ln w="3175">
            <a:solidFill>
              <a:srgbClr val="9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3619500" y="184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36322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36449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36703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36830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36957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37211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37338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37465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3759200" y="1739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37846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37973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38100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38354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3848100" y="1663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CFF13"/>
          </a:solidFill>
          <a:ln w="3175">
            <a:solidFill>
              <a:srgbClr val="BDC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3860800" y="1612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4"/>
                </a:lnTo>
                <a:lnTo>
                  <a:pt x="3" y="4"/>
                </a:lnTo>
                <a:close/>
              </a:path>
            </a:pathLst>
          </a:custGeom>
          <a:solidFill>
            <a:srgbClr val="FFE000"/>
          </a:solidFill>
          <a:ln w="3175">
            <a:solidFill>
              <a:srgbClr val="CC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3886200" y="1574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4"/>
                </a:lnTo>
                <a:close/>
              </a:path>
            </a:pathLst>
          </a:custGeom>
          <a:solidFill>
            <a:srgbClr val="FFA800"/>
          </a:solidFill>
          <a:ln w="3175">
            <a:solidFill>
              <a:srgbClr val="CC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3898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8C00"/>
          </a:solidFill>
          <a:ln w="3175">
            <a:solidFill>
              <a:srgbClr val="C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39116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8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3924300" y="15367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8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39497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8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39624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8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3975100" y="1498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88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40005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8500"/>
          </a:solidFill>
          <a:ln w="3175">
            <a:solidFill>
              <a:srgbClr val="CC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40132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1"/>
                </a:lnTo>
                <a:close/>
              </a:path>
            </a:pathLst>
          </a:custGeom>
          <a:solidFill>
            <a:srgbClr val="FF7B00"/>
          </a:solidFill>
          <a:ln w="3175">
            <a:solidFill>
              <a:srgbClr val="CC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40259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1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6400"/>
          </a:solidFill>
          <a:ln w="3175">
            <a:solidFill>
              <a:srgbClr val="CC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40513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2"/>
                </a:lnTo>
                <a:close/>
              </a:path>
            </a:pathLst>
          </a:custGeom>
          <a:solidFill>
            <a:srgbClr val="FF4300"/>
          </a:solidFill>
          <a:ln w="3175">
            <a:solidFill>
              <a:srgbClr val="CC3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40640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1400"/>
          </a:solidFill>
          <a:ln w="3175">
            <a:solidFill>
              <a:srgbClr val="CC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4076700" y="1308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5"/>
                </a:moveTo>
                <a:lnTo>
                  <a:pt x="4" y="0"/>
                </a:lnTo>
                <a:lnTo>
                  <a:pt x="2" y="0"/>
                </a:lnTo>
                <a:lnTo>
                  <a:pt x="0" y="5"/>
                </a:lnTo>
                <a:lnTo>
                  <a:pt x="3" y="5"/>
                </a:lnTo>
                <a:close/>
              </a:path>
            </a:pathLst>
          </a:custGeom>
          <a:solidFill>
            <a:srgbClr val="CB0000"/>
          </a:solidFill>
          <a:ln w="3175">
            <a:solidFill>
              <a:srgbClr val="A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3581400" y="1841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35941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3606800" y="18161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36322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36449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3657600" y="1778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36830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36957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37084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37338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37465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37592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37846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37973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38100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ECFF13"/>
          </a:solidFill>
          <a:ln w="3175">
            <a:solidFill>
              <a:srgbClr val="BDC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3822700" y="1612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3" y="4"/>
                </a:moveTo>
                <a:lnTo>
                  <a:pt x="5" y="0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38481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A9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38608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C00"/>
          </a:solidFill>
          <a:ln w="3175">
            <a:solidFill>
              <a:srgbClr val="C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38735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8700"/>
          </a:solidFill>
          <a:ln w="3175">
            <a:solidFill>
              <a:srgbClr val="CC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38989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FF8700"/>
          </a:solidFill>
          <a:ln w="3175">
            <a:solidFill>
              <a:srgbClr val="CC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39116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FF8700"/>
          </a:solidFill>
          <a:ln w="3175">
            <a:solidFill>
              <a:srgbClr val="CC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39243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700"/>
          </a:solidFill>
          <a:ln w="3175">
            <a:solidFill>
              <a:srgbClr val="CC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39497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8700"/>
          </a:solidFill>
          <a:ln w="3175">
            <a:solidFill>
              <a:srgbClr val="CC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39624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400"/>
          </a:solidFill>
          <a:ln w="3175">
            <a:solidFill>
              <a:srgbClr val="CC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3975100" y="1447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2"/>
                </a:lnTo>
                <a:lnTo>
                  <a:pt x="2" y="0"/>
                </a:lnTo>
                <a:lnTo>
                  <a:pt x="0" y="2"/>
                </a:lnTo>
                <a:lnTo>
                  <a:pt x="3" y="4"/>
                </a:lnTo>
                <a:close/>
              </a:path>
            </a:pathLst>
          </a:custGeom>
          <a:solidFill>
            <a:srgbClr val="FF7800"/>
          </a:solidFill>
          <a:ln w="3175">
            <a:solidFill>
              <a:srgbClr val="CC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4000500" y="1422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2" y="4"/>
                </a:lnTo>
                <a:close/>
              </a:path>
            </a:pathLst>
          </a:custGeom>
          <a:solidFill>
            <a:srgbClr val="FF6200"/>
          </a:solidFill>
          <a:ln w="3175">
            <a:solidFill>
              <a:srgbClr val="CC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4013200" y="1397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4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4025900" y="135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1200"/>
          </a:solidFill>
          <a:ln w="3175">
            <a:solidFill>
              <a:srgbClr val="CC0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4038600" y="12954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3" y="6"/>
                </a:moveTo>
                <a:lnTo>
                  <a:pt x="5" y="1"/>
                </a:lnTo>
                <a:lnTo>
                  <a:pt x="2" y="0"/>
                </a:lnTo>
                <a:lnTo>
                  <a:pt x="0" y="5"/>
                </a:lnTo>
                <a:lnTo>
                  <a:pt x="3" y="6"/>
                </a:lnTo>
                <a:close/>
              </a:path>
            </a:pathLst>
          </a:custGeom>
          <a:solidFill>
            <a:srgbClr val="CA0000"/>
          </a:solidFill>
          <a:ln w="3175">
            <a:solidFill>
              <a:srgbClr val="A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3543300" y="1828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35560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35814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35941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36068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36322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36449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36576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36830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36957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37084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3721100" y="1701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37465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37592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37719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9FF16"/>
          </a:solidFill>
          <a:ln w="3175">
            <a:solidFill>
              <a:srgbClr val="BAC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3797300" y="1612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FFEA00"/>
          </a:solidFill>
          <a:ln w="3175">
            <a:solidFill>
              <a:srgbClr val="CCB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38100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1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B900"/>
          </a:solidFill>
          <a:ln w="3175">
            <a:solidFill>
              <a:srgbClr val="CC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3822700" y="154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3"/>
                </a:lnTo>
                <a:lnTo>
                  <a:pt x="3" y="2"/>
                </a:lnTo>
                <a:close/>
              </a:path>
            </a:pathLst>
          </a:custGeom>
          <a:solidFill>
            <a:srgbClr val="FF9400"/>
          </a:solidFill>
          <a:ln w="3175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38481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8200"/>
          </a:solidFill>
          <a:ln w="3175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38608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FF7D00"/>
          </a:solidFill>
          <a:ln w="3175">
            <a:solidFill>
              <a:srgbClr val="CC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38735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D00"/>
          </a:solidFill>
          <a:ln w="3175">
            <a:solidFill>
              <a:srgbClr val="CC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3886200" y="1485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2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7B00"/>
          </a:solidFill>
          <a:ln w="3175">
            <a:solidFill>
              <a:srgbClr val="CC6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39116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2"/>
                </a:lnTo>
                <a:lnTo>
                  <a:pt x="1" y="0"/>
                </a:lnTo>
                <a:lnTo>
                  <a:pt x="0" y="1"/>
                </a:lnTo>
                <a:lnTo>
                  <a:pt x="3" y="3"/>
                </a:lnTo>
                <a:close/>
              </a:path>
            </a:pathLst>
          </a:custGeom>
          <a:solidFill>
            <a:srgbClr val="FF76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3924300" y="1447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3" y="4"/>
                </a:lnTo>
                <a:close/>
              </a:path>
            </a:pathLst>
          </a:custGeom>
          <a:solidFill>
            <a:srgbClr val="FF6C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3937000" y="1435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3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39624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4400"/>
          </a:solidFill>
          <a:ln w="3175">
            <a:solidFill>
              <a:srgbClr val="CC3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3975100" y="137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2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2500"/>
          </a:solidFill>
          <a:ln w="3175">
            <a:solidFill>
              <a:srgbClr val="CC1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3987800" y="1333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5"/>
                </a:moveTo>
                <a:lnTo>
                  <a:pt x="4" y="2"/>
                </a:lnTo>
                <a:lnTo>
                  <a:pt x="2" y="0"/>
                </a:lnTo>
                <a:lnTo>
                  <a:pt x="0" y="3"/>
                </a:lnTo>
                <a:lnTo>
                  <a:pt x="3" y="5"/>
                </a:lnTo>
                <a:close/>
              </a:path>
            </a:pathLst>
          </a:custGeom>
          <a:solidFill>
            <a:srgbClr val="F90000"/>
          </a:solidFill>
          <a:ln w="3175">
            <a:solidFill>
              <a:srgbClr val="C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4013200" y="1295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2" y="5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5"/>
                </a:lnTo>
                <a:close/>
              </a:path>
            </a:pathLst>
          </a:custGeom>
          <a:solidFill>
            <a:srgbClr val="BD0000"/>
          </a:solidFill>
          <a:ln w="3175">
            <a:solidFill>
              <a:srgbClr val="9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3505200" y="1828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35306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35433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35560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3568700" y="1778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35941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36068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3619500" y="1752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36449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36576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36703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36957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37084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37211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37465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E7FF18"/>
          </a:solidFill>
          <a:ln w="3175">
            <a:solidFill>
              <a:srgbClr val="B9C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3759200" y="1612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200"/>
          </a:solidFill>
          <a:ln w="3175">
            <a:solidFill>
              <a:srgbClr val="CC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37719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C500"/>
          </a:solidFill>
          <a:ln w="3175">
            <a:solidFill>
              <a:srgbClr val="CC9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3784600" y="1549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A000"/>
          </a:solidFill>
          <a:ln w="3175">
            <a:solidFill>
              <a:srgbClr val="CC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38100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400"/>
          </a:solidFill>
          <a:ln w="3175">
            <a:solidFill>
              <a:srgbClr val="CC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38227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7400"/>
          </a:solidFill>
          <a:ln w="3175">
            <a:solidFill>
              <a:srgbClr val="CC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3835400" y="1485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2"/>
                </a:lnTo>
                <a:lnTo>
                  <a:pt x="2" y="0"/>
                </a:lnTo>
                <a:lnTo>
                  <a:pt x="0" y="1"/>
                </a:lnTo>
                <a:lnTo>
                  <a:pt x="3" y="3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38608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3"/>
                </a:lnTo>
                <a:close/>
              </a:path>
            </a:pathLst>
          </a:custGeom>
          <a:solidFill>
            <a:srgbClr val="FF6700"/>
          </a:solidFill>
          <a:ln w="3175">
            <a:solidFill>
              <a:srgbClr val="CC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38735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5D00"/>
          </a:solidFill>
          <a:ln w="3175">
            <a:solidFill>
              <a:srgbClr val="CC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38862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3"/>
                </a:lnTo>
                <a:close/>
              </a:path>
            </a:pathLst>
          </a:custGeom>
          <a:solidFill>
            <a:srgbClr val="FF4F00"/>
          </a:solidFill>
          <a:ln w="3175">
            <a:solidFill>
              <a:srgbClr val="CC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39116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3E00"/>
          </a:solidFill>
          <a:ln w="3175">
            <a:solidFill>
              <a:srgbClr val="CC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3924300" y="138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3" y="4"/>
                </a:lnTo>
                <a:close/>
              </a:path>
            </a:pathLst>
          </a:custGeom>
          <a:solidFill>
            <a:srgbClr val="FF2700"/>
          </a:solidFill>
          <a:ln w="3175">
            <a:solidFill>
              <a:srgbClr val="CC2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3937000" y="135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4"/>
                </a:lnTo>
                <a:close/>
              </a:path>
            </a:pathLst>
          </a:custGeom>
          <a:solidFill>
            <a:srgbClr val="FF0A00"/>
          </a:solidFill>
          <a:ln w="3175">
            <a:solidFill>
              <a:srgbClr val="CC0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39624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4"/>
                </a:lnTo>
                <a:close/>
              </a:path>
            </a:pathLst>
          </a:custGeom>
          <a:solidFill>
            <a:srgbClr val="E30000"/>
          </a:solidFill>
          <a:ln w="3175">
            <a:solidFill>
              <a:srgbClr val="B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3975100" y="1282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AF0000"/>
          </a:solidFill>
          <a:ln w="3175">
            <a:solidFill>
              <a:srgbClr val="8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3467100" y="18288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34925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35052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35179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35433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35560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35687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35941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36068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36195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36449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36576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36703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3683000" y="1676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37084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3721100" y="1612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600"/>
          </a:solidFill>
          <a:ln w="3175">
            <a:solidFill>
              <a:srgbClr val="CC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37338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CC00"/>
          </a:solidFill>
          <a:ln w="3175">
            <a:solidFill>
              <a:srgbClr val="CC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3759200" y="154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A800"/>
          </a:solidFill>
          <a:ln w="3175">
            <a:solidFill>
              <a:srgbClr val="CC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37719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9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37846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6F00"/>
          </a:solidFill>
          <a:ln w="3175">
            <a:solidFill>
              <a:srgbClr val="CC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38100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38227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5100"/>
          </a:solidFill>
          <a:ln w="3175">
            <a:solidFill>
              <a:srgbClr val="CC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38354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4600"/>
          </a:solidFill>
          <a:ln w="3175">
            <a:solidFill>
              <a:srgbClr val="CC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3848100" y="1422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3900"/>
          </a:solidFill>
          <a:ln w="3175">
            <a:solidFill>
              <a:srgbClr val="CC2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38735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2700"/>
          </a:solidFill>
          <a:ln w="3175">
            <a:solidFill>
              <a:srgbClr val="CC1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38862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1200"/>
          </a:solidFill>
          <a:ln w="3175">
            <a:solidFill>
              <a:srgbClr val="CC0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3898900" y="1346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50000"/>
          </a:solidFill>
          <a:ln w="3175">
            <a:solidFill>
              <a:srgbClr val="C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3924300" y="130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D20000"/>
          </a:solidFill>
          <a:ln w="3175">
            <a:solidFill>
              <a:srgbClr val="A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3937000" y="1270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A40000"/>
          </a:solidFill>
          <a:ln w="3175">
            <a:solidFill>
              <a:srgbClr val="8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3441700" y="1816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34544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34671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34925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3505200" y="1765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35179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3530600" y="1752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35560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35687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3581400" y="17145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36068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36195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36322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3657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3670300" y="1638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3683000" y="1600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3708400" y="1574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CF00"/>
          </a:solidFill>
          <a:ln w="3175">
            <a:solidFill>
              <a:srgbClr val="CC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3721100" y="1536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AA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3733800" y="151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3746500" y="1485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37719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5400"/>
          </a:solidFill>
          <a:ln w="3175">
            <a:solidFill>
              <a:srgbClr val="CC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37846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4200"/>
          </a:solidFill>
          <a:ln w="3175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3797300" y="1422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3"/>
                </a:lnTo>
                <a:close/>
              </a:path>
            </a:pathLst>
          </a:custGeom>
          <a:solidFill>
            <a:srgbClr val="FF3400"/>
          </a:solidFill>
          <a:ln w="3175">
            <a:solidFill>
              <a:srgbClr val="CC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38227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2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2700"/>
          </a:solidFill>
          <a:ln w="3175">
            <a:solidFill>
              <a:srgbClr val="CC1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38354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3"/>
                </a:lnTo>
                <a:close/>
              </a:path>
            </a:pathLst>
          </a:custGeom>
          <a:solidFill>
            <a:srgbClr val="FF1600"/>
          </a:solidFill>
          <a:ln w="3175">
            <a:solidFill>
              <a:srgbClr val="CC1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38481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0100"/>
          </a:solidFill>
          <a:ln w="3175">
            <a:solidFill>
              <a:srgbClr val="CC0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3873500" y="133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E60000"/>
          </a:solidFill>
          <a:ln w="3175">
            <a:solidFill>
              <a:srgbClr val="B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3886200" y="129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C50000"/>
          </a:solidFill>
          <a:ln w="3175">
            <a:solidFill>
              <a:srgbClr val="9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3898900" y="1257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9B0000"/>
          </a:solidFill>
          <a:ln w="3175">
            <a:solidFill>
              <a:srgbClr val="7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3403600" y="1816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34163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3429000" y="17907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34544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34671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34798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35052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35179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35306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35560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35687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35814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36068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36195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36322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5FF1A"/>
          </a:solidFill>
          <a:ln w="3175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3644900" y="1600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3670300" y="1562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CF00"/>
          </a:solidFill>
          <a:ln w="3175">
            <a:solidFill>
              <a:srgbClr val="CC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3683000" y="1536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AA00"/>
          </a:solidFill>
          <a:ln w="3175">
            <a:solidFill>
              <a:srgbClr val="CC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36957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37211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6D00"/>
          </a:solidFill>
          <a:ln w="3175">
            <a:solidFill>
              <a:srgbClr val="CC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37338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5500"/>
          </a:solidFill>
          <a:ln w="3175">
            <a:solidFill>
              <a:srgbClr val="CC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37465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4200"/>
          </a:solidFill>
          <a:ln w="3175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3771900" y="142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1"/>
                </a:lnTo>
                <a:close/>
              </a:path>
            </a:pathLst>
          </a:custGeom>
          <a:solidFill>
            <a:srgbClr val="FF3500"/>
          </a:solidFill>
          <a:ln w="3175">
            <a:solidFill>
              <a:srgbClr val="CC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3784600" y="1397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2800"/>
          </a:solidFill>
          <a:ln w="3175">
            <a:solidFill>
              <a:srgbClr val="CC2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37973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2"/>
                </a:lnTo>
                <a:lnTo>
                  <a:pt x="3" y="1"/>
                </a:lnTo>
                <a:close/>
              </a:path>
            </a:pathLst>
          </a:custGeom>
          <a:solidFill>
            <a:srgbClr val="FF1700"/>
          </a:solidFill>
          <a:ln w="3175">
            <a:solidFill>
              <a:srgbClr val="CC1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38227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0200"/>
          </a:solidFill>
          <a:ln w="3175">
            <a:solidFill>
              <a:srgbClr val="CC0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3835400" y="1333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E60000"/>
          </a:solidFill>
          <a:ln w="3175">
            <a:solidFill>
              <a:srgbClr val="B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3848100" y="1295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C50000"/>
          </a:solidFill>
          <a:ln w="3175">
            <a:solidFill>
              <a:srgbClr val="9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3860800" y="1257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3"/>
                </a:moveTo>
                <a:lnTo>
                  <a:pt x="5" y="0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9B0000"/>
          </a:solidFill>
          <a:ln w="3175">
            <a:solidFill>
              <a:srgbClr val="7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3365500" y="1803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3378200" y="1790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34036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34163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34290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34544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34671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34798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35052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35179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35306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3543300" y="16764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35687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35814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3594100" y="1625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36195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2" y="4"/>
                </a:lnTo>
                <a:close/>
              </a:path>
            </a:pathLst>
          </a:custGeom>
          <a:solidFill>
            <a:srgbClr val="FFF600"/>
          </a:solidFill>
          <a:ln w="3175">
            <a:solidFill>
              <a:srgbClr val="CC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3632200" y="1562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FFCC00"/>
          </a:solidFill>
          <a:ln w="3175">
            <a:solidFill>
              <a:srgbClr val="CC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3644900" y="152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A700"/>
          </a:solidFill>
          <a:ln w="3175">
            <a:solidFill>
              <a:srgbClr val="CC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36703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88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36830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6F00"/>
          </a:solidFill>
          <a:ln w="3175">
            <a:solidFill>
              <a:srgbClr val="CC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36957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5E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3708400" y="1447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1"/>
                </a:lnTo>
                <a:close/>
              </a:path>
            </a:pathLst>
          </a:custGeom>
          <a:solidFill>
            <a:srgbClr val="FF5200"/>
          </a:solidFill>
          <a:ln w="3175">
            <a:solidFill>
              <a:srgbClr val="CC4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3733800" y="142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4800"/>
          </a:solidFill>
          <a:ln w="3175">
            <a:solidFill>
              <a:srgbClr val="CC3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37465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1"/>
                </a:lnTo>
                <a:close/>
              </a:path>
            </a:pathLst>
          </a:custGeom>
          <a:solidFill>
            <a:srgbClr val="FF3A00"/>
          </a:solidFill>
          <a:ln w="3175">
            <a:solidFill>
              <a:srgbClr val="CC2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3759200" y="1384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2900"/>
          </a:solidFill>
          <a:ln w="3175">
            <a:solidFill>
              <a:srgbClr val="CC2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37846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1300"/>
          </a:solidFill>
          <a:ln w="3175">
            <a:solidFill>
              <a:srgbClr val="CC0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3797300" y="1333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60000"/>
          </a:solidFill>
          <a:ln w="3175">
            <a:solidFill>
              <a:srgbClr val="C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3810000" y="1295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2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D30000"/>
          </a:solidFill>
          <a:ln w="3175">
            <a:solidFill>
              <a:srgbClr val="A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3835400" y="125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2" y="3"/>
                </a:lnTo>
                <a:close/>
              </a:path>
            </a:pathLst>
          </a:custGeom>
          <a:solidFill>
            <a:srgbClr val="A50000"/>
          </a:solidFill>
          <a:ln w="3175">
            <a:solidFill>
              <a:srgbClr val="8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3327400" y="1803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33528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33655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33782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3390900" y="1752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34163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34290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3441700" y="1714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34671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34798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34925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35179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3530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35433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35687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E7FF18"/>
          </a:solidFill>
          <a:ln w="3175">
            <a:solidFill>
              <a:srgbClr val="B9C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3581400" y="1587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F2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3594100" y="154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FFC500"/>
          </a:solidFill>
          <a:ln w="3175">
            <a:solidFill>
              <a:srgbClr val="CC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3606800" y="1511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3" y="4"/>
                </a:moveTo>
                <a:lnTo>
                  <a:pt x="5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9F00"/>
          </a:solidFill>
          <a:ln w="3175">
            <a:solidFill>
              <a:srgbClr val="CC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36322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8300"/>
          </a:solidFill>
          <a:ln w="3175">
            <a:solidFill>
              <a:srgbClr val="CC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36449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500"/>
          </a:solidFill>
          <a:ln w="3175">
            <a:solidFill>
              <a:srgbClr val="CC5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36576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6F00"/>
          </a:solidFill>
          <a:ln w="3175">
            <a:solidFill>
              <a:srgbClr val="CC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3683000" y="1447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0"/>
                </a:lnTo>
                <a:lnTo>
                  <a:pt x="1" y="1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F6900"/>
          </a:solidFill>
          <a:ln w="3175">
            <a:solidFill>
              <a:srgbClr val="CC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36957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3" y="1"/>
                </a:lnTo>
                <a:close/>
              </a:path>
            </a:pathLst>
          </a:custGeom>
          <a:solidFill>
            <a:srgbClr val="FF5F00"/>
          </a:solidFill>
          <a:ln w="3175">
            <a:solidFill>
              <a:srgbClr val="CC4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37084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2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5100"/>
          </a:solidFill>
          <a:ln w="3175">
            <a:solidFill>
              <a:srgbClr val="CC4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37338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2"/>
                </a:moveTo>
                <a:lnTo>
                  <a:pt x="4" y="0"/>
                </a:lnTo>
                <a:lnTo>
                  <a:pt x="1" y="1"/>
                </a:lnTo>
                <a:lnTo>
                  <a:pt x="0" y="3"/>
                </a:lnTo>
                <a:lnTo>
                  <a:pt x="2" y="2"/>
                </a:lnTo>
                <a:close/>
              </a:path>
            </a:pathLst>
          </a:custGeom>
          <a:solidFill>
            <a:srgbClr val="FF4000"/>
          </a:solidFill>
          <a:ln w="3175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37465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3"/>
                </a:lnTo>
                <a:lnTo>
                  <a:pt x="3" y="2"/>
                </a:lnTo>
                <a:close/>
              </a:path>
            </a:pathLst>
          </a:custGeom>
          <a:solidFill>
            <a:srgbClr val="FF2900"/>
          </a:solidFill>
          <a:ln w="3175">
            <a:solidFill>
              <a:srgbClr val="CC2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3759200" y="133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2"/>
                </a:moveTo>
                <a:lnTo>
                  <a:pt x="4" y="0"/>
                </a:lnTo>
                <a:lnTo>
                  <a:pt x="2" y="1"/>
                </a:lnTo>
                <a:lnTo>
                  <a:pt x="0" y="3"/>
                </a:lnTo>
                <a:lnTo>
                  <a:pt x="3" y="2"/>
                </a:lnTo>
                <a:close/>
              </a:path>
            </a:pathLst>
          </a:custGeom>
          <a:solidFill>
            <a:srgbClr val="FF0C00"/>
          </a:solidFill>
          <a:ln w="3175">
            <a:solidFill>
              <a:srgbClr val="CC0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3784600" y="129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3"/>
                </a:moveTo>
                <a:lnTo>
                  <a:pt x="4" y="0"/>
                </a:lnTo>
                <a:lnTo>
                  <a:pt x="1" y="1"/>
                </a:lnTo>
                <a:lnTo>
                  <a:pt x="0" y="4"/>
                </a:lnTo>
                <a:lnTo>
                  <a:pt x="2" y="3"/>
                </a:lnTo>
                <a:close/>
              </a:path>
            </a:pathLst>
          </a:custGeom>
          <a:solidFill>
            <a:srgbClr val="E40000"/>
          </a:solidFill>
          <a:ln w="3175">
            <a:solidFill>
              <a:srgbClr val="B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3797300" y="1257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4"/>
                </a:lnTo>
                <a:lnTo>
                  <a:pt x="3" y="3"/>
                </a:lnTo>
                <a:close/>
              </a:path>
            </a:pathLst>
          </a:custGeom>
          <a:solidFill>
            <a:srgbClr val="B00000"/>
          </a:solidFill>
          <a:ln w="3175">
            <a:solidFill>
              <a:srgbClr val="8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3289300" y="1790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3314700" y="1778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33274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33401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33655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33782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33909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34163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34290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34417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34671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34798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34925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3505200" y="1638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3530600" y="1612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3" y="3"/>
                </a:lnTo>
                <a:close/>
              </a:path>
            </a:pathLst>
          </a:custGeom>
          <a:solidFill>
            <a:srgbClr val="E9FF16"/>
          </a:solidFill>
          <a:ln w="3175">
            <a:solidFill>
              <a:srgbClr val="BBCC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3543300" y="1574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EA00"/>
          </a:solidFill>
          <a:ln w="3175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3556000" y="1536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1"/>
                </a:lnTo>
                <a:lnTo>
                  <a:pt x="2" y="0"/>
                </a:lnTo>
                <a:lnTo>
                  <a:pt x="0" y="3"/>
                </a:lnTo>
                <a:lnTo>
                  <a:pt x="3" y="4"/>
                </a:lnTo>
                <a:close/>
              </a:path>
            </a:pathLst>
          </a:custGeom>
          <a:solidFill>
            <a:srgbClr val="FFB700"/>
          </a:solidFill>
          <a:ln w="3175">
            <a:solidFill>
              <a:srgbClr val="CC9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3581400" y="151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1" y="0"/>
                </a:lnTo>
                <a:lnTo>
                  <a:pt x="0" y="2"/>
                </a:lnTo>
                <a:lnTo>
                  <a:pt x="2" y="3"/>
                </a:lnTo>
                <a:close/>
              </a:path>
            </a:pathLst>
          </a:custGeom>
          <a:solidFill>
            <a:srgbClr val="FF9300"/>
          </a:solidFill>
          <a:ln w="3175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35941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200"/>
          </a:solidFill>
          <a:ln w="3175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36068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E00"/>
          </a:solidFill>
          <a:ln w="3175">
            <a:solidFill>
              <a:srgbClr val="CC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36322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7E00"/>
          </a:solidFill>
          <a:ln w="3175">
            <a:solidFill>
              <a:srgbClr val="CC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36449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7D00"/>
          </a:solidFill>
          <a:ln w="3175">
            <a:solidFill>
              <a:srgbClr val="CC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36576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7800"/>
          </a:solidFill>
          <a:ln w="3175">
            <a:solidFill>
              <a:srgbClr val="CC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3670300" y="1422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1"/>
                </a:moveTo>
                <a:lnTo>
                  <a:pt x="5" y="0"/>
                </a:lnTo>
                <a:lnTo>
                  <a:pt x="2" y="1"/>
                </a:lnTo>
                <a:lnTo>
                  <a:pt x="0" y="2"/>
                </a:lnTo>
                <a:lnTo>
                  <a:pt x="3" y="1"/>
                </a:lnTo>
                <a:close/>
              </a:path>
            </a:pathLst>
          </a:custGeom>
          <a:solidFill>
            <a:srgbClr val="FF6F00"/>
          </a:solidFill>
          <a:ln w="3175">
            <a:solidFill>
              <a:srgbClr val="CC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36957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3"/>
                </a:lnTo>
                <a:lnTo>
                  <a:pt x="3" y="2"/>
                </a:lnTo>
                <a:close/>
              </a:path>
            </a:pathLst>
          </a:custGeom>
          <a:solidFill>
            <a:srgbClr val="FF5E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37084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2"/>
                </a:moveTo>
                <a:lnTo>
                  <a:pt x="4" y="0"/>
                </a:lnTo>
                <a:lnTo>
                  <a:pt x="1" y="1"/>
                </a:lnTo>
                <a:lnTo>
                  <a:pt x="0" y="3"/>
                </a:lnTo>
                <a:lnTo>
                  <a:pt x="3" y="2"/>
                </a:lnTo>
                <a:close/>
              </a:path>
            </a:pathLst>
          </a:custGeom>
          <a:solidFill>
            <a:srgbClr val="FF4700"/>
          </a:solidFill>
          <a:ln w="3175">
            <a:solidFill>
              <a:srgbClr val="CC3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3721100" y="1346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3" y="2"/>
                </a:moveTo>
                <a:lnTo>
                  <a:pt x="5" y="0"/>
                </a:lnTo>
                <a:lnTo>
                  <a:pt x="2" y="1"/>
                </a:lnTo>
                <a:lnTo>
                  <a:pt x="0" y="3"/>
                </a:lnTo>
                <a:lnTo>
                  <a:pt x="3" y="2"/>
                </a:lnTo>
                <a:close/>
              </a:path>
            </a:pathLst>
          </a:custGeom>
          <a:solidFill>
            <a:srgbClr val="FF2800"/>
          </a:solidFill>
          <a:ln w="3175">
            <a:solidFill>
              <a:srgbClr val="CC2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3746500" y="130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3"/>
                </a:moveTo>
                <a:lnTo>
                  <a:pt x="4" y="0"/>
                </a:lnTo>
                <a:lnTo>
                  <a:pt x="1" y="0"/>
                </a:lnTo>
                <a:lnTo>
                  <a:pt x="0" y="4"/>
                </a:lnTo>
                <a:lnTo>
                  <a:pt x="3" y="3"/>
                </a:lnTo>
                <a:close/>
              </a:path>
            </a:pathLst>
          </a:custGeom>
          <a:solidFill>
            <a:srgbClr val="FB0000"/>
          </a:solidFill>
          <a:ln w="3175"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3759200" y="1257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4"/>
                </a:moveTo>
                <a:lnTo>
                  <a:pt x="4" y="0"/>
                </a:lnTo>
                <a:lnTo>
                  <a:pt x="1" y="0"/>
                </a:lnTo>
                <a:lnTo>
                  <a:pt x="0" y="4"/>
                </a:lnTo>
                <a:lnTo>
                  <a:pt x="3" y="4"/>
                </a:lnTo>
                <a:close/>
              </a:path>
            </a:pathLst>
          </a:custGeom>
          <a:solidFill>
            <a:srgbClr val="BE0000"/>
          </a:solidFill>
          <a:ln w="3175">
            <a:solidFill>
              <a:srgbClr val="9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3263900" y="1790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3276600" y="1778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3289300" y="1765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33147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33274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33401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3352800" y="1714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3378200" y="1701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33909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3403600" y="16891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34290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34417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34544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34798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3492500" y="1600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3" y="3"/>
                </a:moveTo>
                <a:lnTo>
                  <a:pt x="4" y="1"/>
                </a:lnTo>
                <a:lnTo>
                  <a:pt x="1" y="0"/>
                </a:lnTo>
                <a:lnTo>
                  <a:pt x="0" y="3"/>
                </a:lnTo>
                <a:lnTo>
                  <a:pt x="3" y="3"/>
                </a:lnTo>
                <a:close/>
              </a:path>
            </a:pathLst>
          </a:custGeom>
          <a:solidFill>
            <a:srgbClr val="EEFF11"/>
          </a:solidFill>
          <a:ln w="3175">
            <a:solidFill>
              <a:srgbClr val="BECC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3505200" y="1549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5"/>
                </a:moveTo>
                <a:lnTo>
                  <a:pt x="4" y="2"/>
                </a:lnTo>
                <a:lnTo>
                  <a:pt x="2" y="0"/>
                </a:lnTo>
                <a:lnTo>
                  <a:pt x="0" y="4"/>
                </a:lnTo>
                <a:lnTo>
                  <a:pt x="3" y="5"/>
                </a:lnTo>
                <a:close/>
              </a:path>
            </a:pathLst>
          </a:custGeom>
          <a:solidFill>
            <a:srgbClr val="FFDA00"/>
          </a:solidFill>
          <a:ln w="3175">
            <a:solidFill>
              <a:srgbClr val="CCA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3530600" y="1524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1"/>
                </a:lnTo>
                <a:lnTo>
                  <a:pt x="1" y="0"/>
                </a:lnTo>
                <a:lnTo>
                  <a:pt x="0" y="2"/>
                </a:lnTo>
                <a:lnTo>
                  <a:pt x="2" y="4"/>
                </a:lnTo>
                <a:close/>
              </a:path>
            </a:pathLst>
          </a:custGeom>
          <a:solidFill>
            <a:srgbClr val="FFA600"/>
          </a:solidFill>
          <a:ln w="3175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35433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8F00"/>
          </a:solidFill>
          <a:ln w="3175">
            <a:solidFill>
              <a:srgbClr val="C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35560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B00"/>
          </a:solidFill>
          <a:ln w="3175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3568700" y="1485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B00"/>
          </a:solidFill>
          <a:ln w="3175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35941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B00"/>
          </a:solidFill>
          <a:ln w="3175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36068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B00"/>
          </a:solidFill>
          <a:ln w="3175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36195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8B00"/>
          </a:solidFill>
          <a:ln w="3175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36449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8800"/>
          </a:solidFill>
          <a:ln w="3175">
            <a:solidFill>
              <a:srgbClr val="CC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36576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2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8000"/>
          </a:solidFill>
          <a:ln w="3175">
            <a:solidFill>
              <a:srgbClr val="CC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3670300" y="138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2"/>
                </a:moveTo>
                <a:lnTo>
                  <a:pt x="4" y="0"/>
                </a:lnTo>
                <a:lnTo>
                  <a:pt x="2" y="2"/>
                </a:lnTo>
                <a:lnTo>
                  <a:pt x="0" y="4"/>
                </a:lnTo>
                <a:lnTo>
                  <a:pt x="3" y="2"/>
                </a:lnTo>
                <a:close/>
              </a:path>
            </a:pathLst>
          </a:custGeom>
          <a:solidFill>
            <a:srgbClr val="FF7000"/>
          </a:solidFill>
          <a:ln w="3175">
            <a:solidFill>
              <a:srgbClr val="CC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3695700" y="135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2"/>
                </a:moveTo>
                <a:lnTo>
                  <a:pt x="4" y="0"/>
                </a:lnTo>
                <a:lnTo>
                  <a:pt x="1" y="1"/>
                </a:lnTo>
                <a:lnTo>
                  <a:pt x="0" y="4"/>
                </a:lnTo>
                <a:lnTo>
                  <a:pt x="2" y="2"/>
                </a:lnTo>
                <a:close/>
              </a:path>
            </a:pathLst>
          </a:custGeom>
          <a:solidFill>
            <a:srgbClr val="FF5000"/>
          </a:solidFill>
          <a:ln w="3175">
            <a:solidFill>
              <a:srgbClr val="CC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3708400" y="1308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4"/>
                </a:moveTo>
                <a:lnTo>
                  <a:pt x="4" y="0"/>
                </a:lnTo>
                <a:lnTo>
                  <a:pt x="1" y="1"/>
                </a:lnTo>
                <a:lnTo>
                  <a:pt x="0" y="5"/>
                </a:lnTo>
                <a:lnTo>
                  <a:pt x="3" y="4"/>
                </a:lnTo>
                <a:close/>
              </a:path>
            </a:pathLst>
          </a:custGeom>
          <a:solidFill>
            <a:srgbClr val="FF1F00"/>
          </a:solidFill>
          <a:ln w="3175">
            <a:solidFill>
              <a:srgbClr val="CC1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3721100" y="1257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4"/>
                </a:moveTo>
                <a:lnTo>
                  <a:pt x="4" y="0"/>
                </a:lnTo>
                <a:lnTo>
                  <a:pt x="2" y="0"/>
                </a:lnTo>
                <a:lnTo>
                  <a:pt x="0" y="5"/>
                </a:lnTo>
                <a:lnTo>
                  <a:pt x="3" y="4"/>
                </a:lnTo>
                <a:close/>
              </a:path>
            </a:pathLst>
          </a:custGeom>
          <a:solidFill>
            <a:srgbClr val="D10000"/>
          </a:solidFill>
          <a:ln w="3175">
            <a:solidFill>
              <a:srgbClr val="A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3225800" y="17907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4" h="26">
                <a:moveTo>
                  <a:pt x="3" y="1"/>
                </a:moveTo>
                <a:lnTo>
                  <a:pt x="4" y="0"/>
                </a:lnTo>
                <a:lnTo>
                  <a:pt x="1" y="16"/>
                </a:lnTo>
                <a:lnTo>
                  <a:pt x="0" y="26"/>
                </a:lnTo>
                <a:lnTo>
                  <a:pt x="3" y="1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3238500" y="1778000"/>
            <a:ext cx="50800" cy="215900"/>
          </a:xfrm>
          <a:custGeom>
            <a:avLst/>
            <a:gdLst/>
            <a:ahLst/>
            <a:cxnLst/>
            <a:rect l="l" t="t" r="r" b="b"/>
            <a:pathLst>
              <a:path w="4" h="17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7"/>
                </a:lnTo>
                <a:lnTo>
                  <a:pt x="3" y="1"/>
                </a:lnTo>
                <a:close/>
              </a:path>
            </a:pathLst>
          </a:custGeom>
          <a:solidFill>
            <a:srgbClr val="76FF89"/>
          </a:solidFill>
          <a:ln w="3175">
            <a:solidFill>
              <a:srgbClr val="5EC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3251200" y="1765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32766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32893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33020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33274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33401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33528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33782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33909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34036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34290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34417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3454400" y="1574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5"/>
                </a:moveTo>
                <a:lnTo>
                  <a:pt x="4" y="2"/>
                </a:lnTo>
                <a:lnTo>
                  <a:pt x="1" y="0"/>
                </a:lnTo>
                <a:lnTo>
                  <a:pt x="0" y="5"/>
                </a:lnTo>
                <a:lnTo>
                  <a:pt x="3" y="5"/>
                </a:lnTo>
                <a:close/>
              </a:path>
            </a:pathLst>
          </a:custGeom>
          <a:solidFill>
            <a:srgbClr val="FCFF03"/>
          </a:solidFill>
          <a:ln w="3175">
            <a:solidFill>
              <a:srgbClr val="CACC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3467100" y="1536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1"/>
                </a:lnTo>
                <a:lnTo>
                  <a:pt x="2" y="0"/>
                </a:lnTo>
                <a:lnTo>
                  <a:pt x="0" y="3"/>
                </a:lnTo>
                <a:lnTo>
                  <a:pt x="3" y="5"/>
                </a:lnTo>
                <a:close/>
              </a:path>
            </a:pathLst>
          </a:custGeom>
          <a:solidFill>
            <a:srgbClr val="FFC200"/>
          </a:solidFill>
          <a:ln w="3175">
            <a:solidFill>
              <a:srgbClr val="CC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34925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FF9D00"/>
          </a:solidFill>
          <a:ln w="3175">
            <a:solidFill>
              <a:srgbClr val="CC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35052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35179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35433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35560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35687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35941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36068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1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36195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0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0"/>
                </a:lnTo>
                <a:close/>
              </a:path>
            </a:pathLst>
          </a:custGeom>
          <a:solidFill>
            <a:srgbClr val="FF9700"/>
          </a:solidFill>
          <a:ln w="3175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3632200" y="1409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0"/>
                </a:lnTo>
                <a:lnTo>
                  <a:pt x="2" y="1"/>
                </a:lnTo>
                <a:lnTo>
                  <a:pt x="0" y="2"/>
                </a:lnTo>
                <a:lnTo>
                  <a:pt x="3" y="2"/>
                </a:lnTo>
                <a:close/>
              </a:path>
            </a:pathLst>
          </a:custGeom>
          <a:solidFill>
            <a:srgbClr val="FF9300"/>
          </a:solidFill>
          <a:ln w="3175">
            <a:solidFill>
              <a:srgbClr val="CC7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3657600" y="137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3" y="3"/>
                </a:moveTo>
                <a:lnTo>
                  <a:pt x="4" y="0"/>
                </a:lnTo>
                <a:lnTo>
                  <a:pt x="1" y="3"/>
                </a:lnTo>
                <a:lnTo>
                  <a:pt x="0" y="4"/>
                </a:lnTo>
                <a:lnTo>
                  <a:pt x="3" y="3"/>
                </a:lnTo>
                <a:close/>
              </a:path>
            </a:pathLst>
          </a:custGeom>
          <a:solidFill>
            <a:srgbClr val="FF8400"/>
          </a:solidFill>
          <a:ln w="3175">
            <a:solidFill>
              <a:srgbClr val="CC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3670300" y="1320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3" y="4"/>
                </a:moveTo>
                <a:lnTo>
                  <a:pt x="4" y="0"/>
                </a:lnTo>
                <a:lnTo>
                  <a:pt x="1" y="4"/>
                </a:lnTo>
                <a:lnTo>
                  <a:pt x="0" y="7"/>
                </a:lnTo>
                <a:lnTo>
                  <a:pt x="3" y="4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3683000" y="12573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3" y="5"/>
                </a:moveTo>
                <a:lnTo>
                  <a:pt x="5" y="0"/>
                </a:lnTo>
                <a:lnTo>
                  <a:pt x="2" y="0"/>
                </a:lnTo>
                <a:lnTo>
                  <a:pt x="0" y="9"/>
                </a:lnTo>
                <a:lnTo>
                  <a:pt x="3" y="5"/>
                </a:lnTo>
                <a:close/>
              </a:path>
            </a:pathLst>
          </a:custGeom>
          <a:solidFill>
            <a:srgbClr val="F40000"/>
          </a:solidFill>
          <a:ln w="3175">
            <a:solidFill>
              <a:srgbClr val="C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3187700" y="19939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3" y="10"/>
                </a:moveTo>
                <a:lnTo>
                  <a:pt x="4" y="0"/>
                </a:lnTo>
                <a:lnTo>
                  <a:pt x="1" y="0"/>
                </a:lnTo>
                <a:lnTo>
                  <a:pt x="0" y="9"/>
                </a:lnTo>
                <a:lnTo>
                  <a:pt x="3" y="10"/>
                </a:lnTo>
                <a:close/>
              </a:path>
            </a:pathLst>
          </a:custGeom>
          <a:solidFill>
            <a:srgbClr val="0000E3"/>
          </a:solidFill>
          <a:ln w="3175">
            <a:solidFill>
              <a:srgbClr val="000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3200400" y="1765300"/>
            <a:ext cx="50800" cy="228600"/>
          </a:xfrm>
          <a:custGeom>
            <a:avLst/>
            <a:gdLst/>
            <a:ahLst/>
            <a:cxnLst/>
            <a:rect l="l" t="t" r="r" b="b"/>
            <a:pathLst>
              <a:path w="4" h="18">
                <a:moveTo>
                  <a:pt x="3" y="18"/>
                </a:moveTo>
                <a:lnTo>
                  <a:pt x="4" y="1"/>
                </a:lnTo>
                <a:lnTo>
                  <a:pt x="2" y="0"/>
                </a:lnTo>
                <a:lnTo>
                  <a:pt x="0" y="18"/>
                </a:lnTo>
                <a:lnTo>
                  <a:pt x="3" y="18"/>
                </a:lnTo>
                <a:close/>
              </a:path>
            </a:pathLst>
          </a:custGeom>
          <a:solidFill>
            <a:srgbClr val="11FFEE"/>
          </a:solidFill>
          <a:ln w="3175">
            <a:solidFill>
              <a:srgbClr val="0D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3225800" y="1752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32385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32512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3276600" y="1714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32893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33020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3314700" y="16891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33401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33528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3365500" y="1651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33909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34036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3416300" y="1574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5"/>
                </a:moveTo>
                <a:lnTo>
                  <a:pt x="4" y="0"/>
                </a:lnTo>
                <a:lnTo>
                  <a:pt x="2" y="3"/>
                </a:lnTo>
                <a:lnTo>
                  <a:pt x="0" y="4"/>
                </a:lnTo>
                <a:lnTo>
                  <a:pt x="3" y="5"/>
                </a:lnTo>
                <a:close/>
              </a:path>
            </a:pathLst>
          </a:custGeom>
          <a:solidFill>
            <a:srgbClr val="F0FF0F"/>
          </a:solidFill>
          <a:ln w="3175">
            <a:solidFill>
              <a:srgbClr val="C0C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3441700" y="15367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2" y="3"/>
                </a:moveTo>
                <a:lnTo>
                  <a:pt x="4" y="0"/>
                </a:lnTo>
                <a:lnTo>
                  <a:pt x="1" y="5"/>
                </a:lnTo>
                <a:lnTo>
                  <a:pt x="0" y="6"/>
                </a:lnTo>
                <a:lnTo>
                  <a:pt x="2" y="3"/>
                </a:lnTo>
                <a:close/>
              </a:path>
            </a:pathLst>
          </a:custGeom>
          <a:solidFill>
            <a:srgbClr val="FFEC00"/>
          </a:solidFill>
          <a:ln w="3175">
            <a:solidFill>
              <a:srgbClr val="CC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3454400" y="15240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3" y="1"/>
                </a:moveTo>
                <a:lnTo>
                  <a:pt x="4" y="0"/>
                </a:lnTo>
                <a:lnTo>
                  <a:pt x="1" y="5"/>
                </a:lnTo>
                <a:lnTo>
                  <a:pt x="0" y="6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3467100" y="1511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3" y="1"/>
                </a:moveTo>
                <a:lnTo>
                  <a:pt x="4" y="0"/>
                </a:lnTo>
                <a:lnTo>
                  <a:pt x="2" y="5"/>
                </a:lnTo>
                <a:lnTo>
                  <a:pt x="0" y="6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3492500" y="1498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2" y="1"/>
                </a:moveTo>
                <a:lnTo>
                  <a:pt x="4" y="0"/>
                </a:lnTo>
                <a:lnTo>
                  <a:pt x="1" y="5"/>
                </a:lnTo>
                <a:lnTo>
                  <a:pt x="0" y="6"/>
                </a:lnTo>
                <a:lnTo>
                  <a:pt x="2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Freeform 1803"/>
          <p:cNvSpPr/>
          <p:nvPr/>
        </p:nvSpPr>
        <p:spPr>
          <a:xfrm>
            <a:off x="3505200" y="14859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3" y="1"/>
                </a:moveTo>
                <a:lnTo>
                  <a:pt x="4" y="0"/>
                </a:lnTo>
                <a:lnTo>
                  <a:pt x="1" y="6"/>
                </a:lnTo>
                <a:lnTo>
                  <a:pt x="0" y="6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Freeform 1804"/>
          <p:cNvSpPr/>
          <p:nvPr/>
        </p:nvSpPr>
        <p:spPr>
          <a:xfrm>
            <a:off x="3517900" y="1473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3" y="1"/>
                </a:moveTo>
                <a:lnTo>
                  <a:pt x="4" y="0"/>
                </a:lnTo>
                <a:lnTo>
                  <a:pt x="1" y="6"/>
                </a:lnTo>
                <a:lnTo>
                  <a:pt x="0" y="7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Freeform 1805"/>
          <p:cNvSpPr/>
          <p:nvPr/>
        </p:nvSpPr>
        <p:spPr>
          <a:xfrm>
            <a:off x="3530600" y="14605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3" y="1"/>
                </a:moveTo>
                <a:lnTo>
                  <a:pt x="5" y="0"/>
                </a:lnTo>
                <a:lnTo>
                  <a:pt x="2" y="6"/>
                </a:lnTo>
                <a:lnTo>
                  <a:pt x="0" y="7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Freeform 1806"/>
          <p:cNvSpPr/>
          <p:nvPr/>
        </p:nvSpPr>
        <p:spPr>
          <a:xfrm>
            <a:off x="3556000" y="1447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3" y="1"/>
                </a:moveTo>
                <a:lnTo>
                  <a:pt x="4" y="0"/>
                </a:lnTo>
                <a:lnTo>
                  <a:pt x="1" y="6"/>
                </a:lnTo>
                <a:lnTo>
                  <a:pt x="0" y="7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Freeform 1807"/>
          <p:cNvSpPr/>
          <p:nvPr/>
        </p:nvSpPr>
        <p:spPr>
          <a:xfrm>
            <a:off x="3568700" y="1447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3" y="0"/>
                </a:moveTo>
                <a:lnTo>
                  <a:pt x="4" y="0"/>
                </a:lnTo>
                <a:lnTo>
                  <a:pt x="1" y="5"/>
                </a:lnTo>
                <a:lnTo>
                  <a:pt x="0" y="6"/>
                </a:lnTo>
                <a:lnTo>
                  <a:pt x="3" y="0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Freeform 1808"/>
          <p:cNvSpPr/>
          <p:nvPr/>
        </p:nvSpPr>
        <p:spPr>
          <a:xfrm>
            <a:off x="3581400" y="14351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3" y="1"/>
                </a:moveTo>
                <a:lnTo>
                  <a:pt x="4" y="0"/>
                </a:lnTo>
                <a:lnTo>
                  <a:pt x="2" y="5"/>
                </a:lnTo>
                <a:lnTo>
                  <a:pt x="0" y="6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Freeform 1809"/>
          <p:cNvSpPr/>
          <p:nvPr/>
        </p:nvSpPr>
        <p:spPr>
          <a:xfrm>
            <a:off x="3606800" y="14224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2" y="1"/>
                </a:moveTo>
                <a:lnTo>
                  <a:pt x="4" y="0"/>
                </a:lnTo>
                <a:lnTo>
                  <a:pt x="1" y="5"/>
                </a:lnTo>
                <a:lnTo>
                  <a:pt x="0" y="6"/>
                </a:lnTo>
                <a:lnTo>
                  <a:pt x="2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Freeform 1810"/>
          <p:cNvSpPr/>
          <p:nvPr/>
        </p:nvSpPr>
        <p:spPr>
          <a:xfrm>
            <a:off x="3619500" y="14097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3" y="1"/>
                </a:moveTo>
                <a:lnTo>
                  <a:pt x="4" y="0"/>
                </a:lnTo>
                <a:lnTo>
                  <a:pt x="1" y="5"/>
                </a:lnTo>
                <a:lnTo>
                  <a:pt x="0" y="6"/>
                </a:lnTo>
                <a:lnTo>
                  <a:pt x="3" y="1"/>
                </a:lnTo>
                <a:close/>
              </a:path>
            </a:pathLst>
          </a:custGeom>
          <a:solidFill>
            <a:srgbClr val="FFE100"/>
          </a:solidFill>
          <a:ln w="3175">
            <a:solidFill>
              <a:srgbClr val="CC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Freeform 1811"/>
          <p:cNvSpPr/>
          <p:nvPr/>
        </p:nvSpPr>
        <p:spPr>
          <a:xfrm>
            <a:off x="3632200" y="13716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3" y="3"/>
                </a:moveTo>
                <a:lnTo>
                  <a:pt x="4" y="0"/>
                </a:lnTo>
                <a:lnTo>
                  <a:pt x="2" y="7"/>
                </a:lnTo>
                <a:lnTo>
                  <a:pt x="0" y="8"/>
                </a:lnTo>
                <a:lnTo>
                  <a:pt x="3" y="3"/>
                </a:lnTo>
                <a:close/>
              </a:path>
            </a:pathLst>
          </a:custGeom>
          <a:solidFill>
            <a:srgbClr val="FFD400"/>
          </a:solidFill>
          <a:ln w="3175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Freeform 1812"/>
          <p:cNvSpPr/>
          <p:nvPr/>
        </p:nvSpPr>
        <p:spPr>
          <a:xfrm>
            <a:off x="3657600" y="12573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2" y="9"/>
                </a:moveTo>
                <a:lnTo>
                  <a:pt x="4" y="0"/>
                </a:lnTo>
                <a:lnTo>
                  <a:pt x="1" y="15"/>
                </a:lnTo>
                <a:lnTo>
                  <a:pt x="0" y="16"/>
                </a:lnTo>
                <a:lnTo>
                  <a:pt x="2" y="9"/>
                </a:lnTo>
                <a:close/>
              </a:path>
            </a:pathLst>
          </a:custGeom>
          <a:solidFill>
            <a:srgbClr val="FF9800"/>
          </a:solidFill>
          <a:ln w="3175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Freeform 1813"/>
          <p:cNvSpPr/>
          <p:nvPr/>
        </p:nvSpPr>
        <p:spPr>
          <a:xfrm>
            <a:off x="3149600" y="19939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3" y="9"/>
                </a:moveTo>
                <a:lnTo>
                  <a:pt x="4" y="0"/>
                </a:lnTo>
                <a:lnTo>
                  <a:pt x="2" y="2"/>
                </a:lnTo>
                <a:lnTo>
                  <a:pt x="0" y="9"/>
                </a:lnTo>
                <a:lnTo>
                  <a:pt x="3" y="9"/>
                </a:lnTo>
                <a:close/>
              </a:path>
            </a:pathLst>
          </a:custGeom>
          <a:solidFill>
            <a:srgbClr val="0000D2"/>
          </a:solidFill>
          <a:ln w="3175">
            <a:solidFill>
              <a:srgbClr val="000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Freeform 1814"/>
          <p:cNvSpPr/>
          <p:nvPr/>
        </p:nvSpPr>
        <p:spPr>
          <a:xfrm>
            <a:off x="3175000" y="176530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4" h="20">
                <a:moveTo>
                  <a:pt x="2" y="18"/>
                </a:moveTo>
                <a:lnTo>
                  <a:pt x="4" y="0"/>
                </a:lnTo>
                <a:lnTo>
                  <a:pt x="1" y="0"/>
                </a:lnTo>
                <a:lnTo>
                  <a:pt x="0" y="20"/>
                </a:lnTo>
                <a:lnTo>
                  <a:pt x="2" y="18"/>
                </a:lnTo>
                <a:close/>
              </a:path>
            </a:pathLst>
          </a:custGeom>
          <a:solidFill>
            <a:srgbClr val="00FFFF"/>
          </a:solidFill>
          <a:ln w="3175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Freeform 1815"/>
          <p:cNvSpPr/>
          <p:nvPr/>
        </p:nvSpPr>
        <p:spPr>
          <a:xfrm>
            <a:off x="3187700" y="1752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Freeform 1816"/>
          <p:cNvSpPr/>
          <p:nvPr/>
        </p:nvSpPr>
        <p:spPr>
          <a:xfrm>
            <a:off x="3200400" y="1739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Freeform 1817"/>
          <p:cNvSpPr/>
          <p:nvPr/>
        </p:nvSpPr>
        <p:spPr>
          <a:xfrm>
            <a:off x="3213100" y="1727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Freeform 1818"/>
          <p:cNvSpPr/>
          <p:nvPr/>
        </p:nvSpPr>
        <p:spPr>
          <a:xfrm>
            <a:off x="32385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Freeform 1819"/>
          <p:cNvSpPr/>
          <p:nvPr/>
        </p:nvSpPr>
        <p:spPr>
          <a:xfrm>
            <a:off x="32512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Freeform 1820"/>
          <p:cNvSpPr/>
          <p:nvPr/>
        </p:nvSpPr>
        <p:spPr>
          <a:xfrm>
            <a:off x="3263900" y="1689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Freeform 1821"/>
          <p:cNvSpPr/>
          <p:nvPr/>
        </p:nvSpPr>
        <p:spPr>
          <a:xfrm>
            <a:off x="3289300" y="1676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Freeform 1822"/>
          <p:cNvSpPr/>
          <p:nvPr/>
        </p:nvSpPr>
        <p:spPr>
          <a:xfrm>
            <a:off x="3302000" y="1663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Freeform 1823"/>
          <p:cNvSpPr/>
          <p:nvPr/>
        </p:nvSpPr>
        <p:spPr>
          <a:xfrm>
            <a:off x="3314700" y="1651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Freeform 1824"/>
          <p:cNvSpPr/>
          <p:nvPr/>
        </p:nvSpPr>
        <p:spPr>
          <a:xfrm>
            <a:off x="33401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Freeform 1825"/>
          <p:cNvSpPr/>
          <p:nvPr/>
        </p:nvSpPr>
        <p:spPr>
          <a:xfrm>
            <a:off x="33528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Freeform 1826"/>
          <p:cNvSpPr/>
          <p:nvPr/>
        </p:nvSpPr>
        <p:spPr>
          <a:xfrm>
            <a:off x="33655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Freeform 1827"/>
          <p:cNvSpPr/>
          <p:nvPr/>
        </p:nvSpPr>
        <p:spPr>
          <a:xfrm>
            <a:off x="33909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Freeform 1828"/>
          <p:cNvSpPr/>
          <p:nvPr/>
        </p:nvSpPr>
        <p:spPr>
          <a:xfrm>
            <a:off x="34036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Freeform 1829"/>
          <p:cNvSpPr/>
          <p:nvPr/>
        </p:nvSpPr>
        <p:spPr>
          <a:xfrm>
            <a:off x="34163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Freeform 1830"/>
          <p:cNvSpPr/>
          <p:nvPr/>
        </p:nvSpPr>
        <p:spPr>
          <a:xfrm>
            <a:off x="3429000" y="15748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Freeform 1831"/>
          <p:cNvSpPr/>
          <p:nvPr/>
        </p:nvSpPr>
        <p:spPr>
          <a:xfrm>
            <a:off x="34544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Freeform 1832"/>
          <p:cNvSpPr/>
          <p:nvPr/>
        </p:nvSpPr>
        <p:spPr>
          <a:xfrm>
            <a:off x="34671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Freeform 1833"/>
          <p:cNvSpPr/>
          <p:nvPr/>
        </p:nvSpPr>
        <p:spPr>
          <a:xfrm>
            <a:off x="34798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Freeform 1834"/>
          <p:cNvSpPr/>
          <p:nvPr/>
        </p:nvSpPr>
        <p:spPr>
          <a:xfrm>
            <a:off x="35052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Freeform 1835"/>
          <p:cNvSpPr/>
          <p:nvPr/>
        </p:nvSpPr>
        <p:spPr>
          <a:xfrm>
            <a:off x="35179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Freeform 1836"/>
          <p:cNvSpPr/>
          <p:nvPr/>
        </p:nvSpPr>
        <p:spPr>
          <a:xfrm>
            <a:off x="35306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Freeform 1837"/>
          <p:cNvSpPr/>
          <p:nvPr/>
        </p:nvSpPr>
        <p:spPr>
          <a:xfrm>
            <a:off x="35560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Freeform 1838"/>
          <p:cNvSpPr/>
          <p:nvPr/>
        </p:nvSpPr>
        <p:spPr>
          <a:xfrm>
            <a:off x="35687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Freeform 1839"/>
          <p:cNvSpPr/>
          <p:nvPr/>
        </p:nvSpPr>
        <p:spPr>
          <a:xfrm>
            <a:off x="35814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Freeform 1840"/>
          <p:cNvSpPr/>
          <p:nvPr/>
        </p:nvSpPr>
        <p:spPr>
          <a:xfrm>
            <a:off x="3594100" y="14605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Freeform 1841"/>
          <p:cNvSpPr/>
          <p:nvPr/>
        </p:nvSpPr>
        <p:spPr>
          <a:xfrm>
            <a:off x="36195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Freeform 1842"/>
          <p:cNvSpPr/>
          <p:nvPr/>
        </p:nvSpPr>
        <p:spPr>
          <a:xfrm>
            <a:off x="3111500" y="1765300"/>
            <a:ext cx="63500" cy="342900"/>
          </a:xfrm>
          <a:custGeom>
            <a:avLst/>
            <a:gdLst/>
            <a:ahLst/>
            <a:cxnLst/>
            <a:rect l="l" t="t" r="r" b="b"/>
            <a:pathLst>
              <a:path w="5" h="27">
                <a:moveTo>
                  <a:pt x="3" y="27"/>
                </a:moveTo>
                <a:lnTo>
                  <a:pt x="5" y="20"/>
                </a:lnTo>
                <a:lnTo>
                  <a:pt x="2" y="0"/>
                </a:lnTo>
                <a:lnTo>
                  <a:pt x="0" y="27"/>
                </a:lnTo>
                <a:lnTo>
                  <a:pt x="3" y="27"/>
                </a:lnTo>
                <a:close/>
              </a:path>
            </a:pathLst>
          </a:custGeom>
          <a:solidFill>
            <a:srgbClr val="0038FF"/>
          </a:solidFill>
          <a:ln w="3175">
            <a:solidFill>
              <a:srgbClr val="002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Freeform 1843"/>
          <p:cNvSpPr/>
          <p:nvPr/>
        </p:nvSpPr>
        <p:spPr>
          <a:xfrm>
            <a:off x="3136900" y="1752600"/>
            <a:ext cx="50800" cy="266700"/>
          </a:xfrm>
          <a:custGeom>
            <a:avLst/>
            <a:gdLst/>
            <a:ahLst/>
            <a:cxnLst/>
            <a:rect l="l" t="t" r="r" b="b"/>
            <a:pathLst>
              <a:path w="4" h="21">
                <a:moveTo>
                  <a:pt x="3" y="2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1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Freeform 1844"/>
          <p:cNvSpPr/>
          <p:nvPr/>
        </p:nvSpPr>
        <p:spPr>
          <a:xfrm>
            <a:off x="3149600" y="1739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Freeform 1845"/>
          <p:cNvSpPr/>
          <p:nvPr/>
        </p:nvSpPr>
        <p:spPr>
          <a:xfrm>
            <a:off x="3162300" y="1727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Freeform 1846"/>
          <p:cNvSpPr/>
          <p:nvPr/>
        </p:nvSpPr>
        <p:spPr>
          <a:xfrm>
            <a:off x="3187700" y="1727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Freeform 1847"/>
          <p:cNvSpPr/>
          <p:nvPr/>
        </p:nvSpPr>
        <p:spPr>
          <a:xfrm>
            <a:off x="3200400" y="171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Freeform 1848"/>
          <p:cNvSpPr/>
          <p:nvPr/>
        </p:nvSpPr>
        <p:spPr>
          <a:xfrm>
            <a:off x="3213100" y="170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Freeform 1849"/>
          <p:cNvSpPr/>
          <p:nvPr/>
        </p:nvSpPr>
        <p:spPr>
          <a:xfrm>
            <a:off x="32385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Freeform 1850"/>
          <p:cNvSpPr/>
          <p:nvPr/>
        </p:nvSpPr>
        <p:spPr>
          <a:xfrm>
            <a:off x="32512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Freeform 1851"/>
          <p:cNvSpPr/>
          <p:nvPr/>
        </p:nvSpPr>
        <p:spPr>
          <a:xfrm>
            <a:off x="32639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Freeform 1852"/>
          <p:cNvSpPr/>
          <p:nvPr/>
        </p:nvSpPr>
        <p:spPr>
          <a:xfrm>
            <a:off x="32893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Freeform 1853"/>
          <p:cNvSpPr/>
          <p:nvPr/>
        </p:nvSpPr>
        <p:spPr>
          <a:xfrm>
            <a:off x="33020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Freeform 1854"/>
          <p:cNvSpPr/>
          <p:nvPr/>
        </p:nvSpPr>
        <p:spPr>
          <a:xfrm>
            <a:off x="33147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Freeform 1855"/>
          <p:cNvSpPr/>
          <p:nvPr/>
        </p:nvSpPr>
        <p:spPr>
          <a:xfrm>
            <a:off x="3327400" y="1612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3" y="2"/>
                </a:moveTo>
                <a:lnTo>
                  <a:pt x="5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Freeform 1856"/>
          <p:cNvSpPr/>
          <p:nvPr/>
        </p:nvSpPr>
        <p:spPr>
          <a:xfrm>
            <a:off x="33528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Freeform 1857"/>
          <p:cNvSpPr/>
          <p:nvPr/>
        </p:nvSpPr>
        <p:spPr>
          <a:xfrm>
            <a:off x="33655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Freeform 1858"/>
          <p:cNvSpPr/>
          <p:nvPr/>
        </p:nvSpPr>
        <p:spPr>
          <a:xfrm>
            <a:off x="33782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Freeform 1859"/>
          <p:cNvSpPr/>
          <p:nvPr/>
        </p:nvSpPr>
        <p:spPr>
          <a:xfrm>
            <a:off x="3403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Freeform 1860"/>
          <p:cNvSpPr/>
          <p:nvPr/>
        </p:nvSpPr>
        <p:spPr>
          <a:xfrm>
            <a:off x="34163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Freeform 1861"/>
          <p:cNvSpPr/>
          <p:nvPr/>
        </p:nvSpPr>
        <p:spPr>
          <a:xfrm>
            <a:off x="34290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Freeform 1862"/>
          <p:cNvSpPr/>
          <p:nvPr/>
        </p:nvSpPr>
        <p:spPr>
          <a:xfrm>
            <a:off x="34544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2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2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Freeform 1863"/>
          <p:cNvSpPr/>
          <p:nvPr/>
        </p:nvSpPr>
        <p:spPr>
          <a:xfrm>
            <a:off x="34671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Freeform 1864"/>
          <p:cNvSpPr/>
          <p:nvPr/>
        </p:nvSpPr>
        <p:spPr>
          <a:xfrm>
            <a:off x="34798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Freeform 1865"/>
          <p:cNvSpPr/>
          <p:nvPr/>
        </p:nvSpPr>
        <p:spPr>
          <a:xfrm>
            <a:off x="3492500" y="1498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3" y="1"/>
                </a:moveTo>
                <a:lnTo>
                  <a:pt x="5" y="0"/>
                </a:lnTo>
                <a:lnTo>
                  <a:pt x="2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Freeform 1866"/>
          <p:cNvSpPr/>
          <p:nvPr/>
        </p:nvSpPr>
        <p:spPr>
          <a:xfrm>
            <a:off x="35179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0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Freeform 1867"/>
          <p:cNvSpPr/>
          <p:nvPr/>
        </p:nvSpPr>
        <p:spPr>
          <a:xfrm>
            <a:off x="35306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3" y="1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1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Freeform 1868"/>
          <p:cNvSpPr/>
          <p:nvPr/>
        </p:nvSpPr>
        <p:spPr>
          <a:xfrm>
            <a:off x="3543300" y="146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2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Freeform 1869"/>
          <p:cNvSpPr/>
          <p:nvPr/>
        </p:nvSpPr>
        <p:spPr>
          <a:xfrm>
            <a:off x="3568700" y="1447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2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2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Freeform 1870"/>
          <p:cNvSpPr/>
          <p:nvPr/>
        </p:nvSpPr>
        <p:spPr>
          <a:xfrm>
            <a:off x="3581400" y="143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3" y="2"/>
                </a:moveTo>
                <a:lnTo>
                  <a:pt x="4" y="1"/>
                </a:lnTo>
                <a:lnTo>
                  <a:pt x="1" y="0"/>
                </a:lnTo>
                <a:lnTo>
                  <a:pt x="0" y="1"/>
                </a:lnTo>
                <a:lnTo>
                  <a:pt x="3" y="2"/>
                </a:lnTo>
                <a:close/>
              </a:path>
            </a:pathLst>
          </a:custGeom>
          <a:solidFill>
            <a:srgbClr val="DAFF25"/>
          </a:solidFill>
          <a:ln w="3175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Rectangle 1871"/>
          <p:cNvSpPr/>
          <p:nvPr/>
        </p:nvSpPr>
        <p:spPr>
          <a:xfrm>
            <a:off x="1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Rectangle 1872"/>
          <p:cNvSpPr/>
          <p:nvPr/>
        </p:nvSpPr>
        <p:spPr>
          <a:xfrm>
            <a:off x="2880016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4" name="Picture 187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875" name="Picture 18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876" name="TextBox 187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4</a:t>
            </a:r>
          </a:p>
        </p:txBody>
      </p:sp>
      <p:sp>
        <p:nvSpPr>
          <p:cNvPr id="1877" name="TextBox 1876"/>
          <p:cNvSpPr txBox="1"/>
          <p:nvPr/>
        </p:nvSpPr>
        <p:spPr>
          <a:xfrm>
            <a:off x="359993" y="91860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1878" name="TextBox 1877"/>
          <p:cNvSpPr txBox="1"/>
          <p:nvPr/>
        </p:nvSpPr>
        <p:spPr>
          <a:xfrm>
            <a:off x="2749128" y="1991689"/>
            <a:ext cx="303626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2412648" y="2187593"/>
            <a:ext cx="337274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50</a:t>
            </a:r>
          </a:p>
        </p:txBody>
      </p:sp>
      <p:sp>
        <p:nvSpPr>
          <p:cNvPr id="1880" name="TextBox 1879"/>
          <p:cNvSpPr txBox="1"/>
          <p:nvPr/>
        </p:nvSpPr>
        <p:spPr>
          <a:xfrm>
            <a:off x="1174512" y="2129306"/>
            <a:ext cx="461088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81" name="TextBox 1880"/>
          <p:cNvSpPr txBox="1"/>
          <p:nvPr/>
        </p:nvSpPr>
        <p:spPr>
          <a:xfrm>
            <a:off x="1429001" y="2200528"/>
            <a:ext cx="435639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  <a:r>
              <a:rPr sz="498" b="0">
                <a:solidFill>
                  <a:srgbClr val="000000"/>
                </a:solidFill>
                <a:latin typeface="Cambria Math"/>
              </a:rPr>
              <a:t>,</a:t>
            </a:r>
            <a:r>
              <a:rPr sz="498" b="0">
                <a:solidFill>
                  <a:srgbClr val="000000"/>
                </a:solidFill>
                <a:latin typeface="Cambria Math"/>
              </a:rPr>
              <a:t>000</a:t>
            </a:r>
          </a:p>
        </p:txBody>
      </p:sp>
      <p:sp>
        <p:nvSpPr>
          <p:cNvPr id="1882" name="TextBox 1881"/>
          <p:cNvSpPr txBox="1"/>
          <p:nvPr/>
        </p:nvSpPr>
        <p:spPr>
          <a:xfrm>
            <a:off x="1748552" y="2262555"/>
            <a:ext cx="403684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  <a:r>
              <a:rPr sz="498" b="0">
                <a:solidFill>
                  <a:srgbClr val="000000"/>
                </a:solidFill>
                <a:latin typeface="Cambria Math"/>
              </a:rPr>
              <a:t>,</a:t>
            </a:r>
            <a:r>
              <a:rPr sz="498" b="0">
                <a:solidFill>
                  <a:srgbClr val="000000"/>
                </a:solidFill>
                <a:latin typeface="Cambria Math"/>
              </a:rPr>
              <a:t>000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2068097" y="2324575"/>
            <a:ext cx="371729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3</a:t>
            </a:r>
            <a:r>
              <a:rPr sz="498" b="0">
                <a:solidFill>
                  <a:srgbClr val="000000"/>
                </a:solidFill>
                <a:latin typeface="Cambria Math"/>
              </a:rPr>
              <a:t>,</a:t>
            </a:r>
            <a:r>
              <a:rPr sz="498" b="0">
                <a:solidFill>
                  <a:srgbClr val="000000"/>
                </a:solidFill>
                <a:latin typeface="Cambria Math"/>
              </a:rPr>
              <a:t>000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1130653" y="1809863"/>
            <a:ext cx="465474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50</a:t>
            </a:r>
          </a:p>
        </p:txBody>
      </p:sp>
      <p:sp>
        <p:nvSpPr>
          <p:cNvPr id="1885" name="TextBox 1884"/>
          <p:cNvSpPr txBox="1"/>
          <p:nvPr/>
        </p:nvSpPr>
        <p:spPr>
          <a:xfrm>
            <a:off x="1099023" y="1502142"/>
            <a:ext cx="468637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100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2450799" y="2319851"/>
            <a:ext cx="333459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Speed,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km/hr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417603" y="2386475"/>
            <a:ext cx="436779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Distance,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992540" y="1707336"/>
            <a:ext cx="479285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Brake,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3078078" y="2173001"/>
            <a:ext cx="270731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303909" y="2212739"/>
            <a:ext cx="248148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20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3546727" y="2250210"/>
            <a:ext cx="223866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40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3789538" y="2287682"/>
            <a:ext cx="199585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60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4032356" y="2325160"/>
            <a:ext cx="175303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80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4170526" y="2330633"/>
            <a:ext cx="161487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95" name="TextBox 1894"/>
          <p:cNvSpPr txBox="1"/>
          <p:nvPr/>
        </p:nvSpPr>
        <p:spPr>
          <a:xfrm>
            <a:off x="4459432" y="2125553"/>
            <a:ext cx="132596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  <a:r>
              <a:rPr sz="498" b="0">
                <a:solidFill>
                  <a:srgbClr val="000000"/>
                </a:solidFill>
                <a:latin typeface="Cambria Math"/>
              </a:rPr>
              <a:t>,</a:t>
            </a:r>
            <a:r>
              <a:rPr sz="498" b="0">
                <a:solidFill>
                  <a:srgbClr val="000000"/>
                </a:solidFill>
                <a:latin typeface="Cambria Math"/>
              </a:rPr>
              <a:t>000</a:t>
            </a:r>
          </a:p>
        </p:txBody>
      </p:sp>
      <p:sp>
        <p:nvSpPr>
          <p:cNvPr id="1896" name="TextBox 1895"/>
          <p:cNvSpPr txBox="1"/>
          <p:nvPr/>
        </p:nvSpPr>
        <p:spPr>
          <a:xfrm>
            <a:off x="3063168" y="2084456"/>
            <a:ext cx="272222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3031539" y="1764042"/>
            <a:ext cx="275385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50</a:t>
            </a:r>
          </a:p>
        </p:txBody>
      </p:sp>
      <p:sp>
        <p:nvSpPr>
          <p:cNvPr id="1898" name="TextBox 1897"/>
          <p:cNvSpPr txBox="1"/>
          <p:nvPr/>
        </p:nvSpPr>
        <p:spPr>
          <a:xfrm>
            <a:off x="3363060" y="2382138"/>
            <a:ext cx="242233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Speed,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km/hr</a:t>
            </a:r>
          </a:p>
        </p:txBody>
      </p:sp>
      <p:sp>
        <p:nvSpPr>
          <p:cNvPr id="1899" name="TextBox 1898"/>
          <p:cNvSpPr txBox="1"/>
          <p:nvPr/>
        </p:nvSpPr>
        <p:spPr>
          <a:xfrm>
            <a:off x="4451774" y="2368803"/>
            <a:ext cx="133362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Distance,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900" name="TextBox 1899"/>
          <p:cNvSpPr txBox="1"/>
          <p:nvPr/>
        </p:nvSpPr>
        <p:spPr>
          <a:xfrm>
            <a:off x="2923461" y="1723385"/>
            <a:ext cx="286193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Throttle,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4889676" y="3150930"/>
            <a:ext cx="8957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5623444" y="3150706"/>
            <a:ext cx="1619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43550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Build a fuzzy expert system to identify the percentage of tips a customer will give based on 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58733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food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received.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2289" y="3150693"/>
            <a:ext cx="1631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4356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Specify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variables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1" y="1228889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Objective: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1" y="1466760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Design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percentage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tips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food.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1" y="1800273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233" y="2054528"/>
            <a:ext cx="51671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294" y="2054528"/>
            <a:ext cx="47371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233" y="2256966"/>
            <a:ext cx="51671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–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9662" y="3150919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19481" y="3150695"/>
            <a:ext cx="1659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41946" y="119722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41946" y="137309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41946" y="1543900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41946" y="1714715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7927" y="1370570"/>
            <a:ext cx="81654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39419" y="1370570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857980" y="1197227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57980" y="1373096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57980" y="1543899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57980" y="171471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43961" y="1370569"/>
            <a:ext cx="81654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55453" y="1370569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847712" y="2250680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847712" y="2426549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47712" y="2597352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847712" y="276816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033705" y="2424022"/>
            <a:ext cx="81654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845184" y="2424022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8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993" y="603097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5" y="840967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1944" y="1055059"/>
            <a:ext cx="476345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3847" y="1225874"/>
            <a:ext cx="538154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0391" y="1225874"/>
            <a:ext cx="45650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787" y="1401743"/>
            <a:ext cx="514960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78143" y="1401743"/>
            <a:ext cx="43072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403" y="1572545"/>
            <a:ext cx="52319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57502" y="1572545"/>
            <a:ext cx="432789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5188" y="1743360"/>
            <a:ext cx="51702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2199" y="1743360"/>
            <a:ext cx="432319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83482" y="1055057"/>
            <a:ext cx="200191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19881" y="1225872"/>
            <a:ext cx="266551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36426" y="1225872"/>
            <a:ext cx="18489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51822" y="1401741"/>
            <a:ext cx="243357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94176" y="1401741"/>
            <a:ext cx="15912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69437" y="1572544"/>
            <a:ext cx="25159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73537" y="1572544"/>
            <a:ext cx="16118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31222" y="1743359"/>
            <a:ext cx="245417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78233" y="1743359"/>
            <a:ext cx="16071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94474" y="2108510"/>
            <a:ext cx="29909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09613" y="2279325"/>
            <a:ext cx="36757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157" y="2279325"/>
            <a:ext cx="28592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49554" y="2455194"/>
            <a:ext cx="343584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92106" y="2455194"/>
            <a:ext cx="26932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15%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63525" y="2625997"/>
            <a:ext cx="352187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77032" y="2625997"/>
            <a:ext cx="270836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5533" y="2796812"/>
            <a:ext cx="34498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High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65736" y="2796812"/>
            <a:ext cx="27196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15%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89668" y="3150916"/>
            <a:ext cx="8957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42563" y="3150692"/>
            <a:ext cx="14283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92943" y="1532223"/>
            <a:ext cx="144001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92943" y="1503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580946" y="1503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68950" y="1503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56953" y="1503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444957" y="1503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32960" y="1503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292943" y="812214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92943" y="153222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92943" y="138822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92943" y="124421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92943" y="110021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92943" y="95621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92943" y="81221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92943" y="812214"/>
            <a:ext cx="720008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292943" y="812214"/>
            <a:ext cx="720008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012951" y="812214"/>
            <a:ext cx="720009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012951" y="812214"/>
            <a:ext cx="720009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36956" y="1532222"/>
            <a:ext cx="144001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236956" y="150342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524959" y="150342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12963" y="150342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100966" y="150342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388970" y="150342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676973" y="150342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36956" y="812213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36956" y="153222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236956" y="138822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36956" y="124421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236956" y="110021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236956" y="95621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236956" y="81221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236956" y="812213"/>
            <a:ext cx="720008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236956" y="812213"/>
            <a:ext cx="720008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956964" y="812213"/>
            <a:ext cx="720009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956964" y="812213"/>
            <a:ext cx="720009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260796" y="2776911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260796" y="274810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548799" y="274810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836803" y="274810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124806" y="274810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412810" y="274810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700814" y="274810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260796" y="2056902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260796" y="277691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260796" y="263291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260796" y="248890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260796" y="234490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260796" y="220090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60796" y="205690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260796" y="2056902"/>
            <a:ext cx="720008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260796" y="2056902"/>
            <a:ext cx="720008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980804" y="2056902"/>
            <a:ext cx="720010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980804" y="2056902"/>
            <a:ext cx="720010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59993" y="529047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sets.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36138" y="1549266"/>
            <a:ext cx="45492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28675" y="1549266"/>
            <a:ext cx="425672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16233" y="1549266"/>
            <a:ext cx="39691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03782" y="1549266"/>
            <a:ext cx="368161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92397" y="1549266"/>
            <a:ext cx="33929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63384" y="1549266"/>
            <a:ext cx="312201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18962" y="1702906"/>
            <a:ext cx="406643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Service,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50327" y="1493732"/>
            <a:ext cx="463506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59389" y="1349734"/>
            <a:ext cx="46260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61503" y="1205736"/>
            <a:ext cx="46238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7611" y="1061536"/>
            <a:ext cx="46277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58831" y="917538"/>
            <a:ext cx="462656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74944" y="773733"/>
            <a:ext cx="46104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1140" y="780991"/>
            <a:ext cx="47742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78215" y="1145331"/>
            <a:ext cx="440718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04778" y="1140698"/>
            <a:ext cx="388061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17863" y="1146164"/>
            <a:ext cx="326753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80151" y="1549266"/>
            <a:ext cx="260524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72688" y="1549266"/>
            <a:ext cx="23127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2.0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60236" y="1549266"/>
            <a:ext cx="20251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4.0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47795" y="1549266"/>
            <a:ext cx="17376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36400" y="1549266"/>
            <a:ext cx="14489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8.0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07397" y="1549266"/>
            <a:ext cx="11779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10.0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99367" y="1702905"/>
            <a:ext cx="20860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Food,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94330" y="1493731"/>
            <a:ext cx="26910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103402" y="1349734"/>
            <a:ext cx="26819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05505" y="1205736"/>
            <a:ext cx="26798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101614" y="1061535"/>
            <a:ext cx="26837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02833" y="917537"/>
            <a:ext cx="26825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18947" y="773733"/>
            <a:ext cx="26664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55153" y="780992"/>
            <a:ext cx="283024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22228" y="1145331"/>
            <a:ext cx="2463167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48791" y="1140698"/>
            <a:ext cx="193660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61866" y="1146164"/>
            <a:ext cx="132353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203991" y="2793955"/>
            <a:ext cx="358140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95634" y="2793955"/>
            <a:ext cx="328976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71773" y="2793955"/>
            <a:ext cx="30136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12.0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59494" y="2793955"/>
            <a:ext cx="272590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18.0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40163" y="2793955"/>
            <a:ext cx="244523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24.0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22936" y="2793955"/>
            <a:ext cx="21624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30.0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61445" y="2943622"/>
            <a:ext cx="292395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Tips,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18180" y="2738420"/>
            <a:ext cx="36672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7242" y="2594422"/>
            <a:ext cx="365815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9356" y="2450425"/>
            <a:ext cx="365603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25464" y="2306224"/>
            <a:ext cx="365993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26684" y="2162216"/>
            <a:ext cx="365871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42797" y="2018421"/>
            <a:ext cx="36425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978993" y="2025670"/>
            <a:ext cx="380640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350864" y="2389573"/>
            <a:ext cx="343453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Low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875242" y="2390853"/>
            <a:ext cx="291015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94453" y="2385387"/>
            <a:ext cx="229094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High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89662" y="3150928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27977" y="3150704"/>
            <a:ext cx="15741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780871" y="1382139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397475" y="1382139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780871" y="152637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86405" y="152637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191940" y="152637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97475" y="1526373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2535" y="167062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75336" y="167062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780871" y="167062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986405" y="167062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91940" y="167062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397475" y="167062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62535" y="181485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75336" y="181485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780871" y="181485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986405" y="181485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191940" y="181485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397475" y="1814854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62535" y="195910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75336" y="195910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780871" y="195910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986405" y="195910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191940" y="195910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397475" y="1959100"/>
            <a:ext cx="0" cy="14423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78343" y="1379599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983865" y="1379599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189400" y="1379599"/>
            <a:ext cx="121058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778343" y="1523846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983865" y="1523846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189400" y="1523846"/>
            <a:ext cx="121058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59995" y="1668080"/>
            <a:ext cx="2178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2808" y="1668080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778343" y="1668080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983865" y="1668080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189400" y="1668080"/>
            <a:ext cx="121058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2808" y="1812326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778343" y="1812326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983865" y="1812326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189400" y="1812326"/>
            <a:ext cx="121058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72808" y="1956561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778343" y="1956561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983865" y="1956561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189400" y="1956561"/>
            <a:ext cx="121058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59995" y="2100795"/>
            <a:ext cx="2178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2808" y="2100795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778343" y="2100795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983865" y="2100795"/>
            <a:ext cx="12105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189400" y="2100795"/>
            <a:ext cx="121058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9993" y="115213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Elicit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construct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09074" y="1408836"/>
            <a:ext cx="22763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10219" y="1553070"/>
            <a:ext cx="347517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53962" y="1553070"/>
            <a:ext cx="23314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05810" y="1553070"/>
            <a:ext cx="107958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5066" y="1756934"/>
            <a:ext cx="535032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4697" y="1697317"/>
            <a:ext cx="468069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62713" y="1697317"/>
            <a:ext cx="352268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low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68251" y="1697317"/>
            <a:ext cx="23171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low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99468" y="1697317"/>
            <a:ext cx="11859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899" y="1841551"/>
            <a:ext cx="47424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62710" y="1841551"/>
            <a:ext cx="352268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low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93926" y="1841551"/>
            <a:ext cx="239146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58072" y="1841551"/>
            <a:ext cx="112732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high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9241" y="1985785"/>
            <a:ext cx="46961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8346" y="1985785"/>
            <a:ext cx="35970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medium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52491" y="1985785"/>
            <a:ext cx="233290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high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58030" y="1985785"/>
            <a:ext cx="11273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high</a:t>
            </a:r>
            <a:r>
              <a:rPr sz="597" b="0">
                <a:solidFill>
                  <a:srgbClr val="000000"/>
                </a:solidFill>
                <a:latin typeface="Josefin Sans"/>
              </a:rPr>
              <a:t> 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tips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89665" y="3150916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27002" y="3150692"/>
            <a:ext cx="15839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33195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Encode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sets,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rules,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procedures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perform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inference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8378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into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expert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72128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Matlab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Logic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Toolbox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encode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3757" y="3150693"/>
            <a:ext cx="15163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901712" y="2565126"/>
            <a:ext cx="1554485" cy="13721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184606" y="2376618"/>
            <a:ext cx="1554485" cy="13721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467499" y="2188111"/>
            <a:ext cx="1554485" cy="13721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456197" y="2325324"/>
            <a:ext cx="565787" cy="377015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145301" y="2297881"/>
            <a:ext cx="565786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34404" y="2270439"/>
            <a:ext cx="565786" cy="377015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523506" y="2242996"/>
            <a:ext cx="565787" cy="377015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12609" y="2215553"/>
            <a:ext cx="565787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01712" y="2188111"/>
            <a:ext cx="565787" cy="377015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418541" y="2699015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3701434" y="2510508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3984328" y="2322000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901712" y="2565126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84606" y="2376618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67499" y="2188111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456197" y="2681379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145301" y="2653937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4404" y="2626494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523506" y="2599052"/>
            <a:ext cx="31455" cy="2095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212609" y="2571609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901712" y="2544166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990530" y="2325324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3679633" y="2297881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368736" y="2270439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3057839" y="2242996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746942" y="2215553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436045" y="2188111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456197" y="2325324"/>
            <a:ext cx="565787" cy="377015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901712" y="2188111"/>
            <a:ext cx="565787" cy="377015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901712" y="2565126"/>
            <a:ext cx="1554485" cy="137213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467499" y="2188111"/>
            <a:ext cx="1554485" cy="137213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01712" y="1463682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184606" y="1275175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467499" y="1086667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3990530" y="1223880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3679633" y="1196437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3368736" y="1168995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3057839" y="1141552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2746942" y="1114109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2436045" y="1086667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901712" y="1086667"/>
            <a:ext cx="565787" cy="377015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2467499" y="1086667"/>
            <a:ext cx="1554485" cy="137213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456197" y="2664536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145301" y="2637094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834404" y="2609651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523506" y="2582209"/>
            <a:ext cx="0" cy="37802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212609" y="2554766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901712" y="2527323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901712" y="2241598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901712" y="1787211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901712" y="1463682"/>
            <a:ext cx="0" cy="1101444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021984" y="1223880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711087" y="1196437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400190" y="1168995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089293" y="1141552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778396" y="1114109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467499" y="1086667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021984" y="2287521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711087" y="2260078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400190" y="2232636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089293" y="2205193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78396" y="2177750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467499" y="2150308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021984" y="1223880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711087" y="1196437"/>
            <a:ext cx="0" cy="3780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400190" y="1168995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089293" y="1141552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778396" y="1114109"/>
            <a:ext cx="0" cy="3780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467499" y="1086667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2467499" y="1864582"/>
            <a:ext cx="1554485" cy="13721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2467499" y="1410195"/>
            <a:ext cx="1554485" cy="13721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3984328" y="1998471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3984328" y="1544085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467499" y="1864582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467499" y="1410195"/>
            <a:ext cx="37657" cy="332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021984" y="1223880"/>
            <a:ext cx="0" cy="1101444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467499" y="1086667"/>
            <a:ext cx="0" cy="1101444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456197" y="2664536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739091" y="2476029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021984" y="2287521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3990530" y="2001795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3990530" y="1547409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901712" y="1463682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184606" y="1275175"/>
            <a:ext cx="0" cy="110144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467499" y="1086667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901712" y="2527323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184606" y="2338815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467499" y="2150308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01712" y="1463682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184606" y="1275175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467499" y="1086667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901712" y="1864582"/>
            <a:ext cx="565787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901712" y="1410195"/>
            <a:ext cx="565787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901712" y="2220638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901712" y="1766251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2436045" y="1864582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2436045" y="1410195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2451100" y="11811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0"/>
                </a:lnTo>
                <a:lnTo>
                  <a:pt x="4" y="9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B0000"/>
          </a:solidFill>
          <a:ln w="3542">
            <a:solidFill>
              <a:srgbClr val="7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501900" y="11811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1"/>
                </a:lnTo>
                <a:lnTo>
                  <a:pt x="4" y="9"/>
                </a:lnTo>
                <a:lnTo>
                  <a:pt x="0" y="9"/>
                </a:lnTo>
                <a:lnTo>
                  <a:pt x="2" y="0"/>
                </a:lnTo>
                <a:close/>
              </a:path>
            </a:pathLst>
          </a:custGeom>
          <a:solidFill>
            <a:srgbClr val="B70000"/>
          </a:solidFill>
          <a:ln w="3542">
            <a:solidFill>
              <a:srgbClr val="9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552700" y="1193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1"/>
                </a:lnTo>
                <a:lnTo>
                  <a:pt x="4" y="9"/>
                </a:lnTo>
                <a:lnTo>
                  <a:pt x="0" y="8"/>
                </a:lnTo>
                <a:lnTo>
                  <a:pt x="2" y="0"/>
                </a:lnTo>
                <a:close/>
              </a:path>
            </a:pathLst>
          </a:custGeom>
          <a:solidFill>
            <a:srgbClr val="BC0000"/>
          </a:solidFill>
          <a:ln w="3542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603500" y="1206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0"/>
                </a:lnTo>
                <a:lnTo>
                  <a:pt x="5" y="9"/>
                </a:lnTo>
                <a:lnTo>
                  <a:pt x="0" y="8"/>
                </a:lnTo>
                <a:lnTo>
                  <a:pt x="2" y="0"/>
                </a:lnTo>
                <a:close/>
              </a:path>
            </a:pathLst>
          </a:custGeom>
          <a:solidFill>
            <a:srgbClr val="C30000"/>
          </a:solidFill>
          <a:ln w="3542">
            <a:solidFill>
              <a:srgbClr val="9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667000" y="12065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1"/>
                </a:lnTo>
                <a:lnTo>
                  <a:pt x="4" y="10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CB0000"/>
          </a:solidFill>
          <a:ln w="3542">
            <a:solidFill>
              <a:srgbClr val="A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717800" y="12192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0"/>
                </a:moveTo>
                <a:lnTo>
                  <a:pt x="6" y="1"/>
                </a:lnTo>
                <a:lnTo>
                  <a:pt x="4" y="11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D50000"/>
          </a:solidFill>
          <a:ln w="3542">
            <a:solidFill>
              <a:srgbClr val="A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768600" y="12319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1"/>
                </a:lnTo>
                <a:lnTo>
                  <a:pt x="4" y="11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E10000"/>
          </a:solidFill>
          <a:ln w="3542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819400" y="12446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0"/>
                </a:lnTo>
                <a:lnTo>
                  <a:pt x="5" y="10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E40000"/>
          </a:solidFill>
          <a:ln w="3542">
            <a:solidFill>
              <a:srgbClr val="B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882900" y="12446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0"/>
                </a:lnTo>
                <a:lnTo>
                  <a:pt x="4" y="9"/>
                </a:lnTo>
                <a:lnTo>
                  <a:pt x="0" y="10"/>
                </a:lnTo>
                <a:lnTo>
                  <a:pt x="1" y="0"/>
                </a:lnTo>
                <a:close/>
              </a:path>
            </a:pathLst>
          </a:custGeom>
          <a:solidFill>
            <a:srgbClr val="DA0000"/>
          </a:solidFill>
          <a:ln w="3542">
            <a:solidFill>
              <a:srgbClr val="A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933700" y="12446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0"/>
                </a:lnTo>
                <a:lnTo>
                  <a:pt x="4" y="9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D00000"/>
          </a:solidFill>
          <a:ln w="3542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984500" y="1244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0"/>
                </a:lnTo>
                <a:lnTo>
                  <a:pt x="4" y="8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C70000"/>
          </a:solidFill>
          <a:ln w="3542">
            <a:solidFill>
              <a:srgbClr val="9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3035300" y="12446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0"/>
                </a:lnTo>
                <a:lnTo>
                  <a:pt x="4" y="8"/>
                </a:lnTo>
                <a:lnTo>
                  <a:pt x="0" y="8"/>
                </a:lnTo>
                <a:lnTo>
                  <a:pt x="2" y="0"/>
                </a:lnTo>
                <a:close/>
              </a:path>
            </a:pathLst>
          </a:custGeom>
          <a:solidFill>
            <a:srgbClr val="BF0000"/>
          </a:solidFill>
          <a:ln w="3542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086100" y="12446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0"/>
                </a:lnTo>
                <a:lnTo>
                  <a:pt x="5" y="8"/>
                </a:lnTo>
                <a:lnTo>
                  <a:pt x="0" y="8"/>
                </a:lnTo>
                <a:lnTo>
                  <a:pt x="2" y="0"/>
                </a:lnTo>
                <a:close/>
              </a:path>
            </a:pathLst>
          </a:custGeom>
          <a:solidFill>
            <a:srgbClr val="B90000"/>
          </a:solidFill>
          <a:ln w="3542">
            <a:solidFill>
              <a:srgbClr val="9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3149600" y="12446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0"/>
                </a:lnTo>
                <a:lnTo>
                  <a:pt x="4" y="8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B60000"/>
          </a:solidFill>
          <a:ln w="3542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3200400" y="1244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4"/>
                </a:lnTo>
                <a:lnTo>
                  <a:pt x="4" y="9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C30000"/>
          </a:solidFill>
          <a:ln w="3542">
            <a:solidFill>
              <a:srgbClr val="9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3251200" y="1295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7"/>
                </a:lnTo>
                <a:lnTo>
                  <a:pt x="4" y="9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40000"/>
          </a:solidFill>
          <a:ln w="3542">
            <a:solidFill>
              <a:srgbClr val="C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302000" y="13843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5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3A00"/>
          </a:solidFill>
          <a:ln w="3542">
            <a:solidFill>
              <a:srgbClr val="CC2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3365500" y="1460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7A00"/>
          </a:solidFill>
          <a:ln w="3542">
            <a:solidFill>
              <a:srgbClr val="CC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416300" y="1511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AE00"/>
          </a:solidFill>
          <a:ln w="3542">
            <a:solidFill>
              <a:srgbClr val="CC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34671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D900"/>
          </a:solidFill>
          <a:ln w="3542">
            <a:solidFill>
              <a:srgbClr val="CCA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3517900" y="1600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FD00"/>
          </a:solidFill>
          <a:ln w="3542">
            <a:solidFill>
              <a:srgbClr val="CCC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3568700" y="1638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E3FF1C"/>
          </a:solidFill>
          <a:ln w="3542">
            <a:solidFill>
              <a:srgbClr val="B6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632200" y="1663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AFF35"/>
          </a:solidFill>
          <a:ln w="3542">
            <a:solidFill>
              <a:srgbClr val="A1C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36830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5FF4A"/>
          </a:solidFill>
          <a:ln w="3542">
            <a:solidFill>
              <a:srgbClr val="90C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3733800" y="1714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3FF5C"/>
          </a:solidFill>
          <a:ln w="3542">
            <a:solidFill>
              <a:srgbClr val="82C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3784600" y="1727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5FF6A"/>
          </a:solidFill>
          <a:ln w="3542">
            <a:solidFill>
              <a:srgbClr val="77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835400" y="1739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BFF74"/>
          </a:solidFill>
          <a:ln w="3542">
            <a:solidFill>
              <a:srgbClr val="6FC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898900" y="1752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3FF7C"/>
          </a:solidFill>
          <a:ln w="3542">
            <a:solidFill>
              <a:srgbClr val="69C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39497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2425700" y="1193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B70000"/>
          </a:solidFill>
          <a:ln w="3542">
            <a:solidFill>
              <a:srgbClr val="9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476500" y="1295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5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0000"/>
          </a:solidFill>
          <a:ln w="3542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540000" y="12954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1"/>
                </a:lnTo>
                <a:lnTo>
                  <a:pt x="4" y="8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FF1700"/>
          </a:solidFill>
          <a:ln w="3542">
            <a:solidFill>
              <a:srgbClr val="CC1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590800" y="13081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1"/>
                </a:lnTo>
                <a:lnTo>
                  <a:pt x="4" y="8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FF2000"/>
          </a:solidFill>
          <a:ln w="3542">
            <a:solidFill>
              <a:srgbClr val="CC1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641600" y="1320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4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FF2A00"/>
          </a:solidFill>
          <a:ln w="3542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692400" y="1333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2"/>
                </a:lnTo>
                <a:lnTo>
                  <a:pt x="5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FF3700"/>
          </a:solidFill>
          <a:ln w="3542">
            <a:solidFill>
              <a:srgbClr val="CC2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755900" y="13589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1"/>
                </a:lnTo>
                <a:lnTo>
                  <a:pt x="4" y="8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FF4700"/>
          </a:solidFill>
          <a:ln w="3542">
            <a:solidFill>
              <a:srgbClr val="CC3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806700" y="1371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FF4B00"/>
          </a:solidFill>
          <a:ln w="3542">
            <a:solidFill>
              <a:srgbClr val="CC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2857500" y="1358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1"/>
                </a:moveTo>
                <a:lnTo>
                  <a:pt x="6" y="0"/>
                </a:lnTo>
                <a:lnTo>
                  <a:pt x="4" y="7"/>
                </a:lnTo>
                <a:lnTo>
                  <a:pt x="0" y="8"/>
                </a:lnTo>
                <a:lnTo>
                  <a:pt x="2" y="1"/>
                </a:lnTo>
                <a:close/>
              </a:path>
            </a:pathLst>
          </a:custGeom>
          <a:solidFill>
            <a:srgbClr val="FF3F00"/>
          </a:solidFill>
          <a:ln w="3542">
            <a:solidFill>
              <a:srgbClr val="CC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2908300" y="1358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4" y="6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FF3000"/>
          </a:solidFill>
          <a:ln w="3542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959100" y="1346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1"/>
                </a:moveTo>
                <a:lnTo>
                  <a:pt x="6" y="0"/>
                </a:lnTo>
                <a:lnTo>
                  <a:pt x="5" y="7"/>
                </a:lnTo>
                <a:lnTo>
                  <a:pt x="0" y="7"/>
                </a:lnTo>
                <a:lnTo>
                  <a:pt x="2" y="1"/>
                </a:lnTo>
                <a:close/>
              </a:path>
            </a:pathLst>
          </a:custGeom>
          <a:solidFill>
            <a:srgbClr val="FF2500"/>
          </a:solidFill>
          <a:ln w="3542">
            <a:solidFill>
              <a:srgbClr val="CC1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3022600" y="13462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FF1B00"/>
          </a:solidFill>
          <a:ln w="3542">
            <a:solidFill>
              <a:srgbClr val="CC1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3073400" y="1346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FF1500"/>
          </a:solidFill>
          <a:ln w="3542">
            <a:solidFill>
              <a:srgbClr val="CC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124200" y="1346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FF1200"/>
          </a:solidFill>
          <a:ln w="3542">
            <a:solidFill>
              <a:srgbClr val="CC0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3175000" y="1346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5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FF1300"/>
          </a:solidFill>
          <a:ln w="3542">
            <a:solidFill>
              <a:srgbClr val="CC0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3238500" y="13589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4"/>
                </a:lnTo>
                <a:lnTo>
                  <a:pt x="4" y="8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FF2100"/>
          </a:solidFill>
          <a:ln w="3542">
            <a:solidFill>
              <a:srgbClr val="CC1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3289300" y="1409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5"/>
                </a:lnTo>
                <a:lnTo>
                  <a:pt x="4" y="7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4A00"/>
          </a:solidFill>
          <a:ln w="3542">
            <a:solidFill>
              <a:srgbClr val="CC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3340100" y="147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8200"/>
          </a:solidFill>
          <a:ln w="3542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3390900" y="1524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B500"/>
          </a:solidFill>
          <a:ln w="3542">
            <a:solidFill>
              <a:srgbClr val="CC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3441700" y="1574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5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DF00"/>
          </a:solidFill>
          <a:ln w="3542">
            <a:solidFill>
              <a:srgbClr val="CCB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3505200" y="1612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CFF03"/>
          </a:solidFill>
          <a:ln w="3542">
            <a:solidFill>
              <a:srgbClr val="C9C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556000" y="1651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EFF21"/>
          </a:solidFill>
          <a:ln w="3542">
            <a:solidFill>
              <a:srgbClr val="B2C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3606800" y="1676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5FF3A"/>
          </a:solidFill>
          <a:ln w="3542">
            <a:solidFill>
              <a:srgbClr val="9EC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3657600" y="1701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B0FF4F"/>
          </a:solidFill>
          <a:ln w="3542">
            <a:solidFill>
              <a:srgbClr val="8DC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3721100" y="1727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FFF60"/>
          </a:solidFill>
          <a:ln w="3542">
            <a:solidFill>
              <a:srgbClr val="7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3771900" y="1739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38227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6FF78"/>
          </a:solidFill>
          <a:ln w="3542">
            <a:solidFill>
              <a:srgbClr val="6C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3873500" y="1778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3924300" y="1778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BFF84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413000" y="12065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8"/>
                </a:lnTo>
                <a:lnTo>
                  <a:pt x="4" y="9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C0000"/>
          </a:solidFill>
          <a:ln w="3542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463800" y="1308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1700"/>
          </a:solidFill>
          <a:ln w="3542">
            <a:solidFill>
              <a:srgbClr val="CC1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2514600" y="138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4D00"/>
          </a:solidFill>
          <a:ln w="3542">
            <a:solidFill>
              <a:srgbClr val="CC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2565400" y="139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5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6200"/>
          </a:solidFill>
          <a:ln w="3542">
            <a:solidFill>
              <a:srgbClr val="CC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628900" y="1409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6E00"/>
          </a:solidFill>
          <a:ln w="3542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679700" y="1422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1"/>
                </a:lnTo>
                <a:lnTo>
                  <a:pt x="4" y="7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7C00"/>
          </a:solidFill>
          <a:ln w="3542">
            <a:solidFill>
              <a:srgbClr val="CC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730500" y="1435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2"/>
                </a:lnTo>
                <a:lnTo>
                  <a:pt x="4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FF8E00"/>
          </a:solidFill>
          <a:ln w="3542">
            <a:solidFill>
              <a:srgbClr val="CC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781300" y="1460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32100" y="1447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1"/>
                </a:moveTo>
                <a:lnTo>
                  <a:pt x="6" y="0"/>
                </a:lnTo>
                <a:lnTo>
                  <a:pt x="5" y="5"/>
                </a:lnTo>
                <a:lnTo>
                  <a:pt x="0" y="6"/>
                </a:lnTo>
                <a:lnTo>
                  <a:pt x="2" y="1"/>
                </a:lnTo>
                <a:close/>
              </a:path>
            </a:pathLst>
          </a:custGeom>
          <a:solidFill>
            <a:srgbClr val="FF8500"/>
          </a:solidFill>
          <a:ln w="3542">
            <a:solidFill>
              <a:srgbClr val="CC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95600" y="1435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1"/>
                </a:moveTo>
                <a:lnTo>
                  <a:pt x="5" y="0"/>
                </a:lnTo>
                <a:lnTo>
                  <a:pt x="4" y="5"/>
                </a:lnTo>
                <a:lnTo>
                  <a:pt x="0" y="6"/>
                </a:lnTo>
                <a:lnTo>
                  <a:pt x="1" y="1"/>
                </a:lnTo>
                <a:close/>
              </a:path>
            </a:pathLst>
          </a:custGeom>
          <a:solidFill>
            <a:srgbClr val="FF7500"/>
          </a:solidFill>
          <a:ln w="3542">
            <a:solidFill>
              <a:srgbClr val="CC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6400" y="1435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6800"/>
          </a:solidFill>
          <a:ln w="3542">
            <a:solidFill>
              <a:srgbClr val="CC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997200" y="1435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5F00"/>
          </a:solidFill>
          <a:ln w="3542">
            <a:solidFill>
              <a:srgbClr val="CC4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048000" y="1435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111500" y="1435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0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3162300" y="1435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3213100" y="1447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5F00"/>
          </a:solidFill>
          <a:ln w="3542">
            <a:solidFill>
              <a:srgbClr val="CC4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3263900" y="1460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3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7100"/>
          </a:solidFill>
          <a:ln w="3542">
            <a:solidFill>
              <a:srgbClr val="C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3314700" y="1498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5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9400"/>
          </a:solidFill>
          <a:ln w="3542">
            <a:solidFill>
              <a:srgbClr val="CC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3378200" y="15494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C100"/>
          </a:solidFill>
          <a:ln w="3542">
            <a:solidFill>
              <a:srgbClr val="CC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3429000" y="1600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3479800" y="1638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2FF0D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3530600" y="1663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D5FF2A"/>
          </a:solidFill>
          <a:ln w="3542">
            <a:solidFill>
              <a:srgbClr val="AAC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3594100" y="17018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CFF43"/>
          </a:solidFill>
          <a:ln w="3542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3644900" y="1727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8FF57"/>
          </a:solidFill>
          <a:ln w="3542">
            <a:solidFill>
              <a:srgbClr val="86C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3695700" y="1739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7FF68"/>
          </a:solidFill>
          <a:ln w="3542">
            <a:solidFill>
              <a:srgbClr val="79C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37465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AFF75"/>
          </a:solidFill>
          <a:ln w="3542">
            <a:solidFill>
              <a:srgbClr val="6EC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3797300" y="1778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3860800" y="1790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8FF87"/>
          </a:solidFill>
          <a:ln w="3542">
            <a:solidFill>
              <a:srgbClr val="60C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911600" y="1803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4FF8B"/>
          </a:solidFill>
          <a:ln w="3542">
            <a:solidFill>
              <a:srgbClr val="5DC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2387600" y="12319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7"/>
                </a:lnTo>
                <a:lnTo>
                  <a:pt x="4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30000"/>
          </a:solidFill>
          <a:ln w="3542">
            <a:solidFill>
              <a:srgbClr val="9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2438400" y="1320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6"/>
                </a:lnTo>
                <a:lnTo>
                  <a:pt x="5" y="8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2000"/>
          </a:solidFill>
          <a:ln w="3542">
            <a:solidFill>
              <a:srgbClr val="CC1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2501900" y="1397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6200"/>
          </a:solidFill>
          <a:ln w="3542">
            <a:solidFill>
              <a:srgbClr val="CC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552700" y="1460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8C00"/>
          </a:solidFill>
          <a:ln w="3542">
            <a:solidFill>
              <a:srgbClr val="C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2603500" y="1473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9F00"/>
          </a:solidFill>
          <a:ln w="3542">
            <a:solidFill>
              <a:srgbClr val="CC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2654300" y="1485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AE00"/>
          </a:solidFill>
          <a:ln w="3542">
            <a:solidFill>
              <a:srgbClr val="CC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2705100" y="1511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C000"/>
          </a:solidFill>
          <a:ln w="3542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2768600" y="1524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C400"/>
          </a:solidFill>
          <a:ln w="3542">
            <a:solidFill>
              <a:srgbClr val="CC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2819400" y="1511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1"/>
                </a:moveTo>
                <a:lnTo>
                  <a:pt x="6" y="0"/>
                </a:lnTo>
                <a:lnTo>
                  <a:pt x="4" y="4"/>
                </a:lnTo>
                <a:lnTo>
                  <a:pt x="0" y="5"/>
                </a:lnTo>
                <a:lnTo>
                  <a:pt x="1" y="1"/>
                </a:lnTo>
                <a:close/>
              </a:path>
            </a:pathLst>
          </a:custGeom>
          <a:solidFill>
            <a:srgbClr val="FFB600"/>
          </a:solidFill>
          <a:ln w="3542">
            <a:solidFill>
              <a:srgbClr val="CC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2870200" y="1498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1"/>
                </a:moveTo>
                <a:lnTo>
                  <a:pt x="6" y="0"/>
                </a:lnTo>
                <a:lnTo>
                  <a:pt x="4" y="4"/>
                </a:lnTo>
                <a:lnTo>
                  <a:pt x="0" y="5"/>
                </a:lnTo>
                <a:lnTo>
                  <a:pt x="2" y="1"/>
                </a:lnTo>
                <a:close/>
              </a:path>
            </a:pathLst>
          </a:custGeom>
          <a:solidFill>
            <a:srgbClr val="FFA600"/>
          </a:solidFill>
          <a:ln w="3542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2921000" y="1498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9A00"/>
          </a:solidFill>
          <a:ln w="3542">
            <a:solidFill>
              <a:srgbClr val="CC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2984500" y="14986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9500"/>
          </a:solidFill>
          <a:ln w="3542">
            <a:solidFill>
              <a:srgbClr val="CC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3035300" y="1498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3086100" y="1498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3136900" y="1511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94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3187700" y="1511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5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9800"/>
          </a:solidFill>
          <a:ln w="3542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3251200" y="1524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A200"/>
          </a:solidFill>
          <a:ln w="3542">
            <a:solidFill>
              <a:srgbClr val="CC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3302000" y="1536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3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B600"/>
          </a:solidFill>
          <a:ln w="3542">
            <a:solidFill>
              <a:srgbClr val="CC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3352800" y="1574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D500"/>
          </a:solidFill>
          <a:ln w="3542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3403600" y="1625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5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F900"/>
          </a:solidFill>
          <a:ln w="3542">
            <a:solidFill>
              <a:srgbClr val="CC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3467100" y="16637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E4FF1B"/>
          </a:solidFill>
          <a:ln w="3542">
            <a:solidFill>
              <a:srgbClr val="B6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3517900" y="1689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C8FF37"/>
          </a:solidFill>
          <a:ln w="3542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3568700" y="1714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B1FF4E"/>
          </a:solidFill>
          <a:ln w="3542">
            <a:solidFill>
              <a:srgbClr val="8DC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3619500" y="1739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DC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36703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3733800" y="1778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3784600" y="1803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5FF8A"/>
          </a:solidFill>
          <a:ln w="3542">
            <a:solidFill>
              <a:srgbClr val="5EC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38354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DFF92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3886200" y="1816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9FF96"/>
          </a:solidFill>
          <a:ln w="3542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2374900" y="12446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8"/>
                </a:lnTo>
                <a:lnTo>
                  <a:pt x="4" y="10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CB0000"/>
          </a:solidFill>
          <a:ln w="3542">
            <a:solidFill>
              <a:srgbClr val="A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2425700" y="1346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6"/>
                </a:lnTo>
                <a:lnTo>
                  <a:pt x="4" y="8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2A00"/>
          </a:solidFill>
          <a:ln w="3542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2476500" y="142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6E00"/>
          </a:solidFill>
          <a:ln w="3542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2527300" y="147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9F00"/>
          </a:solidFill>
          <a:ln w="3542">
            <a:solidFill>
              <a:srgbClr val="CC7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578100" y="1524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BF00"/>
          </a:solidFill>
          <a:ln w="3542">
            <a:solidFill>
              <a:srgbClr val="CC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2641600" y="1536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D100"/>
          </a:solidFill>
          <a:ln w="3542">
            <a:solidFill>
              <a:srgbClr val="CC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692400" y="1549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2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E300"/>
          </a:solidFill>
          <a:ln w="3542">
            <a:solidFill>
              <a:srgbClr val="CCB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743200" y="1574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E8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27940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1"/>
                </a:moveTo>
                <a:lnTo>
                  <a:pt x="6" y="0"/>
                </a:lnTo>
                <a:lnTo>
                  <a:pt x="5" y="3"/>
                </a:lnTo>
                <a:lnTo>
                  <a:pt x="0" y="4"/>
                </a:lnTo>
                <a:lnTo>
                  <a:pt x="2" y="1"/>
                </a:lnTo>
                <a:close/>
              </a:path>
            </a:pathLst>
          </a:custGeom>
          <a:solidFill>
            <a:srgbClr val="FFDA00"/>
          </a:solidFill>
          <a:ln w="3542">
            <a:solidFill>
              <a:srgbClr val="CCA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857500" y="1549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1"/>
                </a:moveTo>
                <a:lnTo>
                  <a:pt x="5" y="0"/>
                </a:lnTo>
                <a:lnTo>
                  <a:pt x="4" y="4"/>
                </a:lnTo>
                <a:lnTo>
                  <a:pt x="0" y="4"/>
                </a:lnTo>
                <a:lnTo>
                  <a:pt x="1" y="1"/>
                </a:lnTo>
                <a:close/>
              </a:path>
            </a:pathLst>
          </a:custGeom>
          <a:solidFill>
            <a:srgbClr val="FFCB00"/>
          </a:solidFill>
          <a:ln w="3542">
            <a:solidFill>
              <a:srgbClr val="CC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908300" y="1549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C400"/>
          </a:solidFill>
          <a:ln w="3542">
            <a:solidFill>
              <a:srgbClr val="CC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959100" y="1549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30099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30607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3124200" y="15621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3175000" y="1574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C700"/>
          </a:solidFill>
          <a:ln w="3542">
            <a:solidFill>
              <a:srgbClr val="CC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3225800" y="1587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D000"/>
          </a:solidFill>
          <a:ln w="3542">
            <a:solidFill>
              <a:srgbClr val="CC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3276600" y="1600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DE00"/>
          </a:solidFill>
          <a:ln w="3542">
            <a:solidFill>
              <a:srgbClr val="CC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3340100" y="1612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3"/>
                </a:lnTo>
                <a:lnTo>
                  <a:pt x="4" y="6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F200"/>
          </a:solidFill>
          <a:ln w="3542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3390900" y="1651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1FF0E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3441700" y="1689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D3FF2C"/>
          </a:solidFill>
          <a:ln w="3542">
            <a:solidFill>
              <a:srgbClr val="A9C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3492500" y="1714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3543300" y="1739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A2FF5D"/>
          </a:solidFill>
          <a:ln w="3542">
            <a:solidFill>
              <a:srgbClr val="82C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3606800" y="1765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FFF70"/>
          </a:solidFill>
          <a:ln w="3542">
            <a:solidFill>
              <a:srgbClr val="72C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36576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3708400" y="1803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2FF8D"/>
          </a:solidFill>
          <a:ln w="3542">
            <a:solidFill>
              <a:srgbClr val="5B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3759200" y="1828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7FF98"/>
          </a:solidFill>
          <a:ln w="3542">
            <a:solidFill>
              <a:srgbClr val="53C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3822700" y="1841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0FF9F"/>
          </a:solidFill>
          <a:ln w="3542">
            <a:solidFill>
              <a:srgbClr val="4DC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38735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BFFA4"/>
          </a:solidFill>
          <a:ln w="3542">
            <a:solidFill>
              <a:srgbClr val="49C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2349500" y="12700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8"/>
                </a:lnTo>
                <a:lnTo>
                  <a:pt x="4" y="10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50000"/>
          </a:solidFill>
          <a:ln w="3542">
            <a:solidFill>
              <a:srgbClr val="A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400300" y="13716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6"/>
                </a:lnTo>
                <a:lnTo>
                  <a:pt x="5" y="8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3700"/>
          </a:solidFill>
          <a:ln w="3542">
            <a:solidFill>
              <a:srgbClr val="CC2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2463800" y="14478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7C00"/>
          </a:solidFill>
          <a:ln w="3542">
            <a:solidFill>
              <a:srgbClr val="CC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2514600" y="14986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AE00"/>
          </a:solidFill>
          <a:ln w="3542">
            <a:solidFill>
              <a:srgbClr val="CC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565400" y="1549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D100"/>
          </a:solidFill>
          <a:ln w="3542">
            <a:solidFill>
              <a:srgbClr val="CC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2616200" y="1574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E900"/>
          </a:solidFill>
          <a:ln w="3542">
            <a:solidFill>
              <a:srgbClr val="CC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667000" y="1600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FB00"/>
          </a:solidFill>
          <a:ln w="3542">
            <a:solidFill>
              <a:srgbClr val="CC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2730500" y="1612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EFF01"/>
          </a:solidFill>
          <a:ln w="3542">
            <a:solidFill>
              <a:srgbClr val="CC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781300" y="1600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1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1" y="1"/>
                </a:lnTo>
                <a:close/>
              </a:path>
            </a:pathLst>
          </a:custGeom>
          <a:solidFill>
            <a:srgbClr val="FFF400"/>
          </a:solidFill>
          <a:ln w="3542">
            <a:solidFill>
              <a:srgbClr val="CC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832100" y="1600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EC00"/>
          </a:solidFill>
          <a:ln w="3542">
            <a:solidFill>
              <a:srgbClr val="CC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2882900" y="1600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946400" y="1600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2997200" y="1612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3048000" y="1612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3098800" y="1612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EB00"/>
          </a:solidFill>
          <a:ln w="3542">
            <a:solidFill>
              <a:srgbClr val="CCB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3149600" y="1625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EE00"/>
          </a:solidFill>
          <a:ln w="3542">
            <a:solidFill>
              <a:srgbClr val="CC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3213100" y="1638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F600"/>
          </a:solidFill>
          <a:ln w="3542">
            <a:solidFill>
              <a:srgbClr val="CC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3263900" y="1651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BFF04"/>
          </a:solidFill>
          <a:ln w="3542">
            <a:solidFill>
              <a:srgbClr val="C9C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3314700" y="1663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EBFF14"/>
          </a:solidFill>
          <a:ln w="3542">
            <a:solidFill>
              <a:srgbClr val="BCC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3365500" y="1689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3416300" y="1714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FFF40"/>
          </a:solidFill>
          <a:ln w="3542">
            <a:solidFill>
              <a:srgbClr val="99C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3479800" y="1752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A7FF58"/>
          </a:solidFill>
          <a:ln w="3542">
            <a:solidFill>
              <a:srgbClr val="85C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3530600" y="1778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3581400" y="1790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3632200" y="1816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FFF90"/>
          </a:solidFill>
          <a:ln w="3542">
            <a:solidFill>
              <a:srgbClr val="59C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3695700" y="1828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62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3746500" y="1854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7FFA8"/>
          </a:solidFill>
          <a:ln w="3542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3797300" y="1866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EFFB1"/>
          </a:solidFill>
          <a:ln w="3542">
            <a:solidFill>
              <a:srgbClr val="3FC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3848100" y="1866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4AFFB5"/>
          </a:solidFill>
          <a:ln w="3542">
            <a:solidFill>
              <a:srgbClr val="3BC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336800" y="1282700"/>
            <a:ext cx="63500" cy="139700"/>
          </a:xfrm>
          <a:custGeom>
            <a:avLst/>
            <a:gdLst/>
            <a:ahLst/>
            <a:cxnLst/>
            <a:rect l="l" t="t" r="r" b="b"/>
            <a:pathLst>
              <a:path w="5" h="11">
                <a:moveTo>
                  <a:pt x="1" y="0"/>
                </a:moveTo>
                <a:lnTo>
                  <a:pt x="5" y="9"/>
                </a:lnTo>
                <a:lnTo>
                  <a:pt x="4" y="11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E10000"/>
          </a:solidFill>
          <a:ln w="3542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2387600" y="13970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6"/>
                </a:lnTo>
                <a:lnTo>
                  <a:pt x="4" y="8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4700"/>
          </a:solidFill>
          <a:ln w="3542">
            <a:solidFill>
              <a:srgbClr val="CC3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2438400" y="1473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4"/>
                </a:lnTo>
                <a:lnTo>
                  <a:pt x="4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8E00"/>
          </a:solidFill>
          <a:ln w="3542">
            <a:solidFill>
              <a:srgbClr val="CC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2489200" y="1524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C000"/>
          </a:solidFill>
          <a:ln w="3542">
            <a:solidFill>
              <a:srgbClr val="CC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540000" y="1574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E300"/>
          </a:solidFill>
          <a:ln w="3542">
            <a:solidFill>
              <a:srgbClr val="CCB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603500" y="1600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FB00"/>
          </a:solidFill>
          <a:ln w="3542">
            <a:solidFill>
              <a:srgbClr val="CC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2654300" y="1625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1FF0D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2705100" y="1638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1"/>
                </a:lnTo>
                <a:close/>
              </a:path>
            </a:pathLst>
          </a:custGeom>
          <a:solidFill>
            <a:srgbClr val="ECFF13"/>
          </a:solidFill>
          <a:ln w="3542">
            <a:solidFill>
              <a:srgbClr val="BDC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755900" y="1638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1FF0E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2819400" y="1638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870200" y="1651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921000" y="1651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971800" y="1651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3022600" y="1663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3086100" y="16637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3136900" y="1663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EFFF10"/>
          </a:solidFill>
          <a:ln w="3542">
            <a:solidFill>
              <a:srgbClr val="BFC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3187700" y="1676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E8FF17"/>
          </a:solidFill>
          <a:ln w="3542">
            <a:solidFill>
              <a:srgbClr val="B9C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3238500" y="1689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DCFF23"/>
          </a:solidFill>
          <a:ln w="3542">
            <a:solidFill>
              <a:srgbClr val="B0C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302000" y="1714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3352800" y="17272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BCFF43"/>
          </a:solidFill>
          <a:ln w="3542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403600" y="1752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A9FF56"/>
          </a:solidFill>
          <a:ln w="3542">
            <a:solidFill>
              <a:srgbClr val="87C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3454400" y="1778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3FF6C"/>
          </a:solidFill>
          <a:ln w="3542">
            <a:solidFill>
              <a:srgbClr val="76C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3505200" y="1803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3568700" y="1828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DFF92"/>
          </a:solidFill>
          <a:ln w="3542">
            <a:solidFill>
              <a:srgbClr val="57C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3619500" y="1841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5CFFA3"/>
          </a:solidFill>
          <a:ln w="3542">
            <a:solidFill>
              <a:srgbClr val="4AC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36703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EFFB1"/>
          </a:solidFill>
          <a:ln w="3542">
            <a:solidFill>
              <a:srgbClr val="3EC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3721100" y="1879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3771900" y="1892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AFFC5"/>
          </a:solidFill>
          <a:ln w="3542">
            <a:solidFill>
              <a:srgbClr val="2EC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835400" y="1905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35FFCA"/>
          </a:solidFill>
          <a:ln w="3542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2311400" y="13081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9"/>
                </a:lnTo>
                <a:lnTo>
                  <a:pt x="4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E40000"/>
          </a:solidFill>
          <a:ln w="3542">
            <a:solidFill>
              <a:srgbClr val="B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2362200" y="1422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4" y="7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4B00"/>
          </a:solidFill>
          <a:ln w="3542">
            <a:solidFill>
              <a:srgbClr val="CC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2413000" y="1498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5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2476500" y="1562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C400"/>
          </a:solidFill>
          <a:ln w="3542">
            <a:solidFill>
              <a:srgbClr val="CC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527300" y="1600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3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E8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2578100" y="1638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EFF01"/>
          </a:solidFill>
          <a:ln w="3542">
            <a:solidFill>
              <a:srgbClr val="CC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628900" y="1651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ECFF13"/>
          </a:solidFill>
          <a:ln w="3542">
            <a:solidFill>
              <a:srgbClr val="BDC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692400" y="1676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EFF21"/>
          </a:solidFill>
          <a:ln w="3542">
            <a:solidFill>
              <a:srgbClr val="B1C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2743200" y="1676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794000" y="1676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8448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8956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2959100" y="1689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3009900" y="1701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3060700" y="1701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3111500" y="1714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D4FF2B"/>
          </a:solidFill>
          <a:ln w="3542">
            <a:solidFill>
              <a:srgbClr val="A9C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3175000" y="1714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CDFF32"/>
          </a:solidFill>
          <a:ln w="3542">
            <a:solidFill>
              <a:srgbClr val="A4C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3225800" y="1727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C2FF3D"/>
          </a:solidFill>
          <a:ln w="3542">
            <a:solidFill>
              <a:srgbClr val="9BC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3276600" y="1752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B5FF4A"/>
          </a:solidFill>
          <a:ln w="3542">
            <a:solidFill>
              <a:srgbClr val="90C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3327400" y="1765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A4FF5A"/>
          </a:solidFill>
          <a:ln w="3542">
            <a:solidFill>
              <a:srgbClr val="84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3378200" y="1790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3FF6C"/>
          </a:solidFill>
          <a:ln w="3542">
            <a:solidFill>
              <a:srgbClr val="75C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3441700" y="1803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3492500" y="1828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6BFF94"/>
          </a:solidFill>
          <a:ln w="3542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3543300" y="1854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58FFA7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3594100" y="1879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6FFB9"/>
          </a:solidFill>
          <a:ln w="3542">
            <a:solidFill>
              <a:srgbClr val="38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3657600" y="1892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36FFC9"/>
          </a:solidFill>
          <a:ln w="3542">
            <a:solidFill>
              <a:srgbClr val="2B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3708400" y="19177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2AFFD5"/>
          </a:solidFill>
          <a:ln w="3542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759200" y="1930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21FFDE"/>
          </a:solidFill>
          <a:ln w="3542">
            <a:solidFill>
              <a:srgbClr val="1A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3810000" y="1943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1BFFE4"/>
          </a:solidFill>
          <a:ln w="3542">
            <a:solidFill>
              <a:srgbClr val="16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286000" y="1320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8"/>
                </a:lnTo>
                <a:lnTo>
                  <a:pt x="5" y="8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DA0000"/>
          </a:solidFill>
          <a:ln w="3542">
            <a:solidFill>
              <a:srgbClr val="A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349500" y="14224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7"/>
                </a:lnTo>
                <a:lnTo>
                  <a:pt x="4" y="7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3F00"/>
          </a:solidFill>
          <a:ln w="3542">
            <a:solidFill>
              <a:srgbClr val="CC3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2400300" y="1511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4"/>
                </a:lnTo>
                <a:lnTo>
                  <a:pt x="4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8500"/>
          </a:solidFill>
          <a:ln w="3542">
            <a:solidFill>
              <a:srgbClr val="CC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4511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4"/>
                </a:lnTo>
                <a:lnTo>
                  <a:pt x="4" y="3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B600"/>
          </a:solidFill>
          <a:ln w="3542">
            <a:solidFill>
              <a:srgbClr val="CC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2501900" y="1600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5" y="3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FFDA00"/>
          </a:solidFill>
          <a:ln w="3542">
            <a:solidFill>
              <a:srgbClr val="CCA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565400" y="1638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2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F400"/>
          </a:solidFill>
          <a:ln w="3542">
            <a:solidFill>
              <a:srgbClr val="CC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2616200" y="1663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1FF0E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6670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2717800" y="1714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5FF3A"/>
          </a:solidFill>
          <a:ln w="3542">
            <a:solidFill>
              <a:srgbClr val="9EC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2768600" y="1714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2832100" y="17145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2882900" y="1727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933700" y="1727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984500" y="1739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3048000" y="1739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9C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3098800" y="1739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BDFF42"/>
          </a:solidFill>
          <a:ln w="3542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3149600" y="1752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6FF49"/>
          </a:solidFill>
          <a:ln w="3542">
            <a:solidFill>
              <a:srgbClr val="92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3200400" y="1765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ACFF53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3251200" y="1778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9FFF60"/>
          </a:solidFill>
          <a:ln w="3542">
            <a:solidFill>
              <a:srgbClr val="80C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3314700" y="1803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0FF6F"/>
          </a:solidFill>
          <a:ln w="3542">
            <a:solidFill>
              <a:srgbClr val="73C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3365500" y="1816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3416300" y="1841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CFF93"/>
          </a:solidFill>
          <a:ln w="3542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34671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6FFA9"/>
          </a:solidFill>
          <a:ln w="3542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3530600" y="1892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3FFFC0"/>
          </a:solidFill>
          <a:ln w="3542">
            <a:solidFill>
              <a:srgbClr val="33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3581400" y="1905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2BFFD4"/>
          </a:solidFill>
          <a:ln w="3542">
            <a:solidFill>
              <a:srgbClr val="23C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3632200" y="1930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1AFFE5"/>
          </a:solidFill>
          <a:ln w="3542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683000" y="1943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DFFF2"/>
          </a:solidFill>
          <a:ln w="3542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3733800" y="1968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3FFFC"/>
          </a:solidFill>
          <a:ln w="3542">
            <a:solidFill>
              <a:srgbClr val="02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3797300" y="1968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FCFF"/>
          </a:solidFill>
          <a:ln w="3542">
            <a:solidFill>
              <a:srgbClr val="00C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2273300" y="1320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8"/>
                </a:lnTo>
                <a:lnTo>
                  <a:pt x="4" y="9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D00000"/>
          </a:solidFill>
          <a:ln w="3542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2324100" y="1422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7"/>
                </a:lnTo>
                <a:lnTo>
                  <a:pt x="4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3000"/>
          </a:solidFill>
          <a:ln w="3542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2374900" y="1511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4"/>
                </a:lnTo>
                <a:lnTo>
                  <a:pt x="5" y="4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7500"/>
          </a:solidFill>
          <a:ln w="3542">
            <a:solidFill>
              <a:srgbClr val="CC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2438400" y="1562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3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A600"/>
          </a:solidFill>
          <a:ln w="3542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2489200" y="1600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3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CB00"/>
          </a:solidFill>
          <a:ln w="3542">
            <a:solidFill>
              <a:srgbClr val="CCA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2540000" y="1638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EC00"/>
          </a:solidFill>
          <a:ln w="3542">
            <a:solidFill>
              <a:srgbClr val="CC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2590800" y="1663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641600" y="1701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705100" y="1727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2755900" y="1752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1FF4E"/>
          </a:solidFill>
          <a:ln w="3542">
            <a:solidFill>
              <a:srgbClr val="8EC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2806700" y="1752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2857500" y="1752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921000" y="1765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9718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3022600" y="1778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CFF53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3073400" y="1778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AFF55"/>
          </a:solidFill>
          <a:ln w="3542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31242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3FF5C"/>
          </a:solidFill>
          <a:ln w="3542">
            <a:solidFill>
              <a:srgbClr val="83C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3187700" y="1803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AFF65"/>
          </a:solidFill>
          <a:ln w="3542">
            <a:solidFill>
              <a:srgbClr val="7BC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3238500" y="1816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EFF71"/>
          </a:solidFill>
          <a:ln w="3542">
            <a:solidFill>
              <a:srgbClr val="71C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3289300" y="1828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3340100" y="1854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3403600" y="1866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AFFA5"/>
          </a:solidFill>
          <a:ln w="3542">
            <a:solidFill>
              <a:srgbClr val="48C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3454400" y="1892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2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3505200" y="1917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3556000" y="1943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4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EFFF1"/>
          </a:solidFill>
          <a:ln w="3542">
            <a:solidFill>
              <a:srgbClr val="0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3606800" y="1968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F8FF"/>
          </a:solidFill>
          <a:ln w="3542">
            <a:solidFill>
              <a:srgbClr val="00C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3670300" y="19939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3721100" y="2006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DFFF"/>
          </a:solidFill>
          <a:ln w="3542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3771900" y="2019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D8FF"/>
          </a:solidFill>
          <a:ln w="3542">
            <a:solidFill>
              <a:srgbClr val="00A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2247900" y="1320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9"/>
                </a:lnTo>
                <a:lnTo>
                  <a:pt x="5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70000"/>
          </a:solidFill>
          <a:ln w="3542">
            <a:solidFill>
              <a:srgbClr val="9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311400" y="1435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6"/>
                </a:lnTo>
                <a:lnTo>
                  <a:pt x="4" y="6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2500"/>
          </a:solidFill>
          <a:ln w="3542">
            <a:solidFill>
              <a:srgbClr val="CC1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2362200" y="1511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4"/>
                </a:lnTo>
                <a:lnTo>
                  <a:pt x="4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6800"/>
          </a:solidFill>
          <a:ln w="3542">
            <a:solidFill>
              <a:srgbClr val="CC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24130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9A00"/>
          </a:solidFill>
          <a:ln w="3542">
            <a:solidFill>
              <a:srgbClr val="CC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463800" y="1600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C400"/>
          </a:solidFill>
          <a:ln w="3542">
            <a:solidFill>
              <a:srgbClr val="CC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2514600" y="1638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2578100" y="1676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2628900" y="1714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2679700" y="1739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27305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2794000" y="1778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0FF5F"/>
          </a:solidFill>
          <a:ln w="3542">
            <a:solidFill>
              <a:srgbClr val="80C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28448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28956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29464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2997200" y="1803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DC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3060700" y="1803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AFF65"/>
          </a:solidFill>
          <a:ln w="3542">
            <a:solidFill>
              <a:srgbClr val="7BC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3111500" y="1816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4FF6B"/>
          </a:solidFill>
          <a:ln w="3542">
            <a:solidFill>
              <a:srgbClr val="76C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3162300" y="1828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BFF74"/>
          </a:solidFill>
          <a:ln w="3542">
            <a:solidFill>
              <a:srgbClr val="6FC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32131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3276600" y="1854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1FF8E"/>
          </a:solidFill>
          <a:ln w="3542">
            <a:solidFill>
              <a:srgbClr val="5A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3327400" y="1879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FFFA0"/>
          </a:solidFill>
          <a:ln w="3542">
            <a:solidFill>
              <a:srgbClr val="4C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3378200" y="1892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AFFB5"/>
          </a:solidFill>
          <a:ln w="3542">
            <a:solidFill>
              <a:srgbClr val="3BC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3429000" y="1917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1FFCE"/>
          </a:solidFill>
          <a:ln w="3542">
            <a:solidFill>
              <a:srgbClr val="27C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3479800" y="1955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13FFEC"/>
          </a:solidFill>
          <a:ln w="3542">
            <a:solidFill>
              <a:srgbClr val="0FC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3543300" y="19812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3"/>
                </a:lnTo>
                <a:lnTo>
                  <a:pt x="4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F1FF"/>
          </a:solidFill>
          <a:ln w="3542">
            <a:solidFill>
              <a:srgbClr val="00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3594100" y="2019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D4FF"/>
          </a:solidFill>
          <a:ln w="3542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3644900" y="2032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4" y="6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C0FF"/>
          </a:solidFill>
          <a:ln w="3542">
            <a:solidFill>
              <a:srgbClr val="00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3695700" y="2057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B4FF"/>
          </a:solidFill>
          <a:ln w="3542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3759200" y="20701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AEFF"/>
          </a:solidFill>
          <a:ln w="3542">
            <a:solidFill>
              <a:srgbClr val="00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2235200" y="1333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8"/>
                </a:lnTo>
                <a:lnTo>
                  <a:pt x="4" y="8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F0000"/>
          </a:solidFill>
          <a:ln w="3542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2286000" y="1435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6"/>
                </a:lnTo>
                <a:lnTo>
                  <a:pt x="4" y="6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1B00"/>
          </a:solidFill>
          <a:ln w="3542">
            <a:solidFill>
              <a:srgbClr val="CC1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2336800" y="1511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5F00"/>
          </a:solidFill>
          <a:ln w="3542">
            <a:solidFill>
              <a:srgbClr val="CC4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2400300" y="15621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9500"/>
          </a:solidFill>
          <a:ln w="3542">
            <a:solidFill>
              <a:srgbClr val="CC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2451100" y="1612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2501900" y="1651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2552700" y="1689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2603500" y="1727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2667000" y="1752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2717800" y="1778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27686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28194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3FF6C"/>
          </a:solidFill>
          <a:ln w="3542">
            <a:solidFill>
              <a:srgbClr val="76C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2882900" y="1816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2933700" y="1816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29845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0FF6F"/>
          </a:solidFill>
          <a:ln w="3542">
            <a:solidFill>
              <a:srgbClr val="73C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3035300" y="1828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EFF71"/>
          </a:solidFill>
          <a:ln w="3542">
            <a:solidFill>
              <a:srgbClr val="71C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30861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3149600" y="1854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3200400" y="1866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3FF8C"/>
          </a:solidFill>
          <a:ln w="3542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3251200" y="1879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4FF9B"/>
          </a:solidFill>
          <a:ln w="3542">
            <a:solidFill>
              <a:srgbClr val="50C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3302000" y="1905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3352800" y="1917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3CFFC3"/>
          </a:solidFill>
          <a:ln w="3542">
            <a:solidFill>
              <a:srgbClr val="30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3416300" y="1955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2FFDD"/>
          </a:solidFill>
          <a:ln w="3542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3467100" y="1981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3FFFC"/>
          </a:solidFill>
          <a:ln w="3542">
            <a:solidFill>
              <a:srgbClr val="02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3517900" y="2019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DDFF"/>
          </a:solidFill>
          <a:ln w="3542">
            <a:solidFill>
              <a:srgbClr val="00B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3568700" y="2057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5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B5FF"/>
          </a:solidFill>
          <a:ln w="3542">
            <a:solidFill>
              <a:srgbClr val="009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3632200" y="20828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2"/>
                </a:lnTo>
                <a:lnTo>
                  <a:pt x="4" y="7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94FF"/>
          </a:solidFill>
          <a:ln w="3542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3683000" y="2108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81FF"/>
          </a:solidFill>
          <a:ln w="3542">
            <a:solidFill>
              <a:srgbClr val="006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3733800" y="212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7AFF"/>
          </a:solidFill>
          <a:ln w="3542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2209800" y="1346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7"/>
                </a:lnTo>
                <a:lnTo>
                  <a:pt x="5" y="8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B90000"/>
          </a:solidFill>
          <a:ln w="3542">
            <a:solidFill>
              <a:srgbClr val="9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2273300" y="14351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6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1500"/>
          </a:solidFill>
          <a:ln w="3542">
            <a:solidFill>
              <a:srgbClr val="CC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2324100" y="1511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2374900" y="1574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2425700" y="1625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2476500" y="1663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2540000" y="1701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2590800" y="1739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26416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26924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2755900" y="1803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28067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28575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9FF75"/>
          </a:solidFill>
          <a:ln w="3542">
            <a:solidFill>
              <a:srgbClr val="6EC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29083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2959100" y="1854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7FF78"/>
          </a:solidFill>
          <a:ln w="3542">
            <a:solidFill>
              <a:srgbClr val="6C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3022600" y="1854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5FF7A"/>
          </a:solidFill>
          <a:ln w="3542">
            <a:solidFill>
              <a:srgbClr val="6AC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30734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31242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6FF89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3175000" y="1892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AFF95"/>
          </a:solidFill>
          <a:ln w="3542">
            <a:solidFill>
              <a:srgbClr val="55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3238500" y="1905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BFFA4"/>
          </a:solidFill>
          <a:ln w="3542">
            <a:solidFill>
              <a:srgbClr val="49C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3289300" y="1930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48FFB7"/>
          </a:solidFill>
          <a:ln w="3542">
            <a:solidFill>
              <a:srgbClr val="3A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3340100" y="1943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32FFCD"/>
          </a:solidFill>
          <a:ln w="3542">
            <a:solidFill>
              <a:srgbClr val="28C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3390900" y="1968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17FFE8"/>
          </a:solidFill>
          <a:ln w="3542">
            <a:solidFill>
              <a:srgbClr val="12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3441700" y="2006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F6FF"/>
          </a:solidFill>
          <a:ln w="3542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3505200" y="2044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3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0FF"/>
          </a:solidFill>
          <a:ln w="3542">
            <a:solidFill>
              <a:srgbClr val="00A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3556000" y="2082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A2FF"/>
          </a:solidFill>
          <a:ln w="3542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3606800" y="2133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3"/>
                </a:lnTo>
                <a:lnTo>
                  <a:pt x="4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70FF"/>
          </a:solidFill>
          <a:ln w="3542">
            <a:solidFill>
              <a:srgbClr val="005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3657600" y="2171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1"/>
                </a:lnTo>
                <a:lnTo>
                  <a:pt x="5" y="7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4AFF"/>
          </a:solidFill>
          <a:ln w="3542">
            <a:solidFill>
              <a:srgbClr val="003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3721100" y="21844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1"/>
                </a:lnTo>
                <a:lnTo>
                  <a:pt x="4" y="7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3AFF"/>
          </a:solidFill>
          <a:ln w="3542">
            <a:solidFill>
              <a:srgbClr val="002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2197100" y="13462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60000"/>
          </a:solidFill>
          <a:ln w="3542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2247900" y="1447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1200"/>
          </a:solidFill>
          <a:ln w="3542">
            <a:solidFill>
              <a:srgbClr val="CC0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2298700" y="1524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2349500" y="1587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2413000" y="1638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2463800" y="1676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2514600" y="1714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2565400" y="1752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2628900" y="1778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2679700" y="1803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2730500" y="1816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27813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2832100" y="1854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2895600" y="1866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3FF7C"/>
          </a:solidFill>
          <a:ln w="3542">
            <a:solidFill>
              <a:srgbClr val="69C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29464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29972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30480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AFF85"/>
          </a:solidFill>
          <a:ln w="3542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3111500" y="1892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1FF8E"/>
          </a:solidFill>
          <a:ln w="3542">
            <a:solidFill>
              <a:srgbClr val="5A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3162300" y="1905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4FF9B"/>
          </a:solidFill>
          <a:ln w="3542">
            <a:solidFill>
              <a:srgbClr val="50C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3213100" y="1930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5FFAA"/>
          </a:solidFill>
          <a:ln w="3542">
            <a:solidFill>
              <a:srgbClr val="44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3263900" y="1943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3314700" y="1968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BFFD4"/>
          </a:solidFill>
          <a:ln w="3542">
            <a:solidFill>
              <a:srgbClr val="22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3378200" y="1993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FFFF0"/>
          </a:solidFill>
          <a:ln w="3542">
            <a:solidFill>
              <a:srgbClr val="0CC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3429000" y="2032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DFF"/>
          </a:solidFill>
          <a:ln w="3542">
            <a:solidFill>
              <a:srgbClr val="0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3479800" y="2057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C7FF"/>
          </a:solidFill>
          <a:ln w="3542">
            <a:solidFill>
              <a:srgbClr val="009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3530600" y="2108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8FF"/>
          </a:solidFill>
          <a:ln w="3542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3594100" y="2159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FFF"/>
          </a:solidFill>
          <a:ln w="3542">
            <a:solidFill>
              <a:srgbClr val="004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3644900" y="2222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3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21FF"/>
          </a:solidFill>
          <a:ln w="3542">
            <a:solidFill>
              <a:srgbClr val="001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3695700" y="22606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4" y="8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00F3"/>
          </a:solidFill>
          <a:ln w="3542">
            <a:solidFill>
              <a:srgbClr val="000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2171700" y="13589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4" y="9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C30000"/>
          </a:solidFill>
          <a:ln w="3542">
            <a:solidFill>
              <a:srgbClr val="9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2222500" y="1460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5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1300"/>
          </a:solidFill>
          <a:ln w="3542">
            <a:solidFill>
              <a:srgbClr val="CC0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2286000" y="15367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2336800" y="1600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94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2387600" y="1651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2438400" y="1689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EB00"/>
          </a:solidFill>
          <a:ln w="3542">
            <a:solidFill>
              <a:srgbClr val="CCB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2501900" y="1727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25527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26035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9C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26543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CFF53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2705100" y="1828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DC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2768600" y="1854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0FF6F"/>
          </a:solidFill>
          <a:ln w="3542">
            <a:solidFill>
              <a:srgbClr val="73C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28194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7FF78"/>
          </a:solidFill>
          <a:ln w="3542">
            <a:solidFill>
              <a:srgbClr val="6C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2870200" y="1879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29210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2984500" y="1892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DFF82"/>
          </a:solidFill>
          <a:ln w="3542">
            <a:solidFill>
              <a:srgbClr val="64C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3035300" y="19050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3086100" y="1905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3136900" y="1930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2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3187700" y="1943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3251200" y="19558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3FFFC0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3302000" y="1981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8FFD7"/>
          </a:solidFill>
          <a:ln w="3542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3352800" y="2019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CFFF3"/>
          </a:solidFill>
          <a:ln w="3542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3403600" y="2044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A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3467100" y="2082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C3FF"/>
          </a:solidFill>
          <a:ln w="3542">
            <a:solidFill>
              <a:srgbClr val="00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3517900" y="2120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3568700" y="2171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AFF"/>
          </a:solidFill>
          <a:ln w="3542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3619500" y="2235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12FF"/>
          </a:solidFill>
          <a:ln w="3542">
            <a:solidFill>
              <a:srgbClr val="000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3670300" y="2311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4"/>
                </a:lnTo>
                <a:lnTo>
                  <a:pt x="5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C3"/>
          </a:solidFill>
          <a:ln w="3542">
            <a:solidFill>
              <a:srgbClr val="000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2159000" y="14224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4"/>
                </a:lnTo>
                <a:lnTo>
                  <a:pt x="4" y="8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F40000"/>
          </a:solidFill>
          <a:ln w="3542">
            <a:solidFill>
              <a:srgbClr val="C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2209800" y="1473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6"/>
                </a:lnTo>
                <a:lnTo>
                  <a:pt x="4" y="8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2100"/>
          </a:solidFill>
          <a:ln w="3542">
            <a:solidFill>
              <a:srgbClr val="CC1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2260600" y="1549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5"/>
                </a:lnTo>
                <a:lnTo>
                  <a:pt x="4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5F00"/>
          </a:solidFill>
          <a:ln w="3542">
            <a:solidFill>
              <a:srgbClr val="CC4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2311400" y="1612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5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9800"/>
          </a:solidFill>
          <a:ln w="3542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2374900" y="1663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C700"/>
          </a:solidFill>
          <a:ln w="3542">
            <a:solidFill>
              <a:srgbClr val="CC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2425700" y="1701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EE00"/>
          </a:solidFill>
          <a:ln w="3542">
            <a:solidFill>
              <a:srgbClr val="CC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2476500" y="1739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FFF10"/>
          </a:solidFill>
          <a:ln w="3542">
            <a:solidFill>
              <a:srgbClr val="BFC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2527300" y="1778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4FF2B"/>
          </a:solidFill>
          <a:ln w="3542">
            <a:solidFill>
              <a:srgbClr val="A9C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2578100" y="1803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BDFF42"/>
          </a:solidFill>
          <a:ln w="3542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2641600" y="18288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AFF55"/>
          </a:solidFill>
          <a:ln w="3542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26924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AFF65"/>
          </a:solidFill>
          <a:ln w="3542">
            <a:solidFill>
              <a:srgbClr val="7BC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27432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EFF71"/>
          </a:solidFill>
          <a:ln w="3542">
            <a:solidFill>
              <a:srgbClr val="71C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27940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5FF7A"/>
          </a:solidFill>
          <a:ln w="3542">
            <a:solidFill>
              <a:srgbClr val="6AC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2857500" y="1892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2908300" y="1892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DFF82"/>
          </a:solidFill>
          <a:ln w="3542">
            <a:solidFill>
              <a:srgbClr val="64C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2959100" y="1905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BFF84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3009900" y="19177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3060700" y="1917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3124200" y="1943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3175000" y="1955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3225800" y="1981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3276600" y="1993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3340100" y="2032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3390900" y="2057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3441700" y="2095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3492500" y="2133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3543300" y="218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5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59FF"/>
          </a:solidFill>
          <a:ln w="3542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3606800" y="22479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6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12FF"/>
          </a:solidFill>
          <a:ln w="3542">
            <a:solidFill>
              <a:srgbClr val="000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3657600" y="23241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B5"/>
          </a:solidFill>
          <a:ln w="3542">
            <a:solidFill>
              <a:srgbClr val="000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2133600" y="1524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0"/>
                </a:lnTo>
                <a:lnTo>
                  <a:pt x="4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FF3A00"/>
          </a:solidFill>
          <a:ln w="3542">
            <a:solidFill>
              <a:srgbClr val="CC2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2184400" y="15240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4"/>
                </a:lnTo>
                <a:lnTo>
                  <a:pt x="5" y="8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FF4A00"/>
          </a:solidFill>
          <a:ln w="3542">
            <a:solidFill>
              <a:srgbClr val="CC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2247900" y="15748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5"/>
                </a:lnTo>
                <a:lnTo>
                  <a:pt x="4" y="7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7100"/>
          </a:solidFill>
          <a:ln w="3542">
            <a:solidFill>
              <a:srgbClr val="C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2298700" y="1638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A200"/>
          </a:solidFill>
          <a:ln w="3542">
            <a:solidFill>
              <a:srgbClr val="CC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2349500" y="1689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D000"/>
          </a:solidFill>
          <a:ln w="3542">
            <a:solidFill>
              <a:srgbClr val="CCA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2400300" y="1727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F600"/>
          </a:solidFill>
          <a:ln w="3542">
            <a:solidFill>
              <a:srgbClr val="CCC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2463800" y="1765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8FF17"/>
          </a:solidFill>
          <a:ln w="3542">
            <a:solidFill>
              <a:srgbClr val="B9C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2514600" y="17907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CDFF32"/>
          </a:solidFill>
          <a:ln w="3542">
            <a:solidFill>
              <a:srgbClr val="A4C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2565400" y="1816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6FF49"/>
          </a:solidFill>
          <a:ln w="3542">
            <a:solidFill>
              <a:srgbClr val="92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26162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3FF5C"/>
          </a:solidFill>
          <a:ln w="3542">
            <a:solidFill>
              <a:srgbClr val="83C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2667000" y="1866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4FF6B"/>
          </a:solidFill>
          <a:ln w="3542">
            <a:solidFill>
              <a:srgbClr val="76C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2730500" y="1879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2781300" y="1892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2832100" y="1905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AFF85"/>
          </a:solidFill>
          <a:ln w="3542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2882900" y="1917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2933700" y="1917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2997200" y="1930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5FF8A"/>
          </a:solidFill>
          <a:ln w="3542">
            <a:solidFill>
              <a:srgbClr val="5EC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3048000" y="1930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3098800" y="1955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3149600" y="1968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3213100" y="1993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3263900" y="2006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3314700" y="2044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3365500" y="2070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3416300" y="2108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3479800" y="21463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3530600" y="2209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AFF"/>
          </a:solidFill>
          <a:ln w="3542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3581400" y="2260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14FF"/>
          </a:solidFill>
          <a:ln w="3542">
            <a:solidFill>
              <a:srgbClr val="001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3632200" y="2336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5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B9"/>
          </a:solidFill>
          <a:ln w="3542">
            <a:solidFill>
              <a:srgbClr val="000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2120900" y="16002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7A00"/>
          </a:solidFill>
          <a:ln w="3542">
            <a:solidFill>
              <a:srgbClr val="CC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2171700" y="1600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2"/>
                </a:lnTo>
                <a:lnTo>
                  <a:pt x="4" y="7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FF8200"/>
          </a:solidFill>
          <a:ln w="3542">
            <a:solidFill>
              <a:srgbClr val="CC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2222500" y="1625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3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9400"/>
          </a:solidFill>
          <a:ln w="3542">
            <a:solidFill>
              <a:srgbClr val="CC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2273300" y="1663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3"/>
                </a:lnTo>
                <a:lnTo>
                  <a:pt x="5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B600"/>
          </a:solidFill>
          <a:ln w="3542">
            <a:solidFill>
              <a:srgbClr val="CC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2336800" y="17018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DE00"/>
          </a:solidFill>
          <a:ln w="3542">
            <a:solidFill>
              <a:srgbClr val="CCB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2387600" y="1752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BFF04"/>
          </a:solidFill>
          <a:ln w="3542">
            <a:solidFill>
              <a:srgbClr val="C9C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2438400" y="1778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DCFF23"/>
          </a:solidFill>
          <a:ln w="3542">
            <a:solidFill>
              <a:srgbClr val="B0C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2489200" y="1816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2FF3D"/>
          </a:solidFill>
          <a:ln w="3542">
            <a:solidFill>
              <a:srgbClr val="9BC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2540000" y="1841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CFF53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2603500" y="1866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AFF65"/>
          </a:solidFill>
          <a:ln w="3542">
            <a:solidFill>
              <a:srgbClr val="7BC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2654300" y="1879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BFF74"/>
          </a:solidFill>
          <a:ln w="3542">
            <a:solidFill>
              <a:srgbClr val="6FC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2705100" y="1905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2755900" y="1917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6FF89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2819400" y="1930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1FF8E"/>
          </a:solidFill>
          <a:ln w="3542">
            <a:solidFill>
              <a:srgbClr val="5A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2870200" y="1930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2921000" y="1943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2971800" y="1943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3022600" y="1955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BFF94"/>
          </a:solidFill>
          <a:ln w="3542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3086100" y="1968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3136900" y="1981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3187700" y="2006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3238500" y="2019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3289300" y="2057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3352800" y="2082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3403600" y="2120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3454400" y="2159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5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94FF"/>
          </a:solidFill>
          <a:ln w="3542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3505200" y="2222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5EFF"/>
          </a:solidFill>
          <a:ln w="3542">
            <a:solidFill>
              <a:srgbClr val="004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3568700" y="22733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6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1BFF"/>
          </a:solidFill>
          <a:ln w="3542">
            <a:solidFill>
              <a:srgbClr val="001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3619500" y="2349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8"/>
                </a:lnTo>
                <a:lnTo>
                  <a:pt x="4" y="8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BF"/>
          </a:solidFill>
          <a:ln w="3542">
            <a:solidFill>
              <a:srgbClr val="000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2095500" y="1663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AE00"/>
          </a:solidFill>
          <a:ln w="3542">
            <a:solidFill>
              <a:srgbClr val="CC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2146300" y="1663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5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B500"/>
          </a:solidFill>
          <a:ln w="3542">
            <a:solidFill>
              <a:srgbClr val="CC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2209800" y="16891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C100"/>
          </a:solidFill>
          <a:ln w="3542">
            <a:solidFill>
              <a:srgbClr val="CC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2260600" y="170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3"/>
                </a:lnTo>
                <a:lnTo>
                  <a:pt x="4" y="6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D500"/>
          </a:solidFill>
          <a:ln w="3542">
            <a:solidFill>
              <a:srgbClr val="CC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2311400" y="1739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F200"/>
          </a:solidFill>
          <a:ln w="3542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2362200" y="1778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BFF14"/>
          </a:solidFill>
          <a:ln w="3542">
            <a:solidFill>
              <a:srgbClr val="BCC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2413000" y="1803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2476500" y="1841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5FF4A"/>
          </a:solidFill>
          <a:ln w="3542">
            <a:solidFill>
              <a:srgbClr val="90C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25273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FFF60"/>
          </a:solidFill>
          <a:ln w="3542">
            <a:solidFill>
              <a:srgbClr val="80C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2578100" y="1892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EFF71"/>
          </a:solidFill>
          <a:ln w="3542">
            <a:solidFill>
              <a:srgbClr val="71C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2628900" y="1905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2692400" y="19177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3FF8C"/>
          </a:solidFill>
          <a:ln w="3542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2743200" y="1943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AFF95"/>
          </a:solidFill>
          <a:ln w="3542">
            <a:solidFill>
              <a:srgbClr val="55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2794000" y="1943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4FF9B"/>
          </a:solidFill>
          <a:ln w="3542">
            <a:solidFill>
              <a:srgbClr val="50C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2844800" y="1955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2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2895600" y="1968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2959100" y="1968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3009900" y="1968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3060700" y="1981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EFFA1"/>
          </a:solidFill>
          <a:ln w="3542">
            <a:solidFill>
              <a:srgbClr val="4BC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3111500" y="1993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3175000" y="2019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3225800" y="2044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3276600" y="2070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3327400" y="2095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3378200" y="2133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4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C4FF"/>
          </a:solidFill>
          <a:ln w="3542">
            <a:solidFill>
              <a:srgbClr val="009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3441700" y="2184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3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9AFF"/>
          </a:solidFill>
          <a:ln w="3542">
            <a:solidFill>
              <a:srgbClr val="007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3492500" y="2222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5"/>
                </a:lnTo>
                <a:lnTo>
                  <a:pt x="4" y="5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7FF"/>
          </a:solidFill>
          <a:ln w="3542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35433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24FF"/>
          </a:solidFill>
          <a:ln w="3542">
            <a:solidFill>
              <a:srgbClr val="001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3594100" y="2349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5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C6"/>
          </a:solidFill>
          <a:ln w="3542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2082800" y="1714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D900"/>
          </a:solidFill>
          <a:ln w="3542">
            <a:solidFill>
              <a:srgbClr val="CCA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2133600" y="1727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DF00"/>
          </a:solidFill>
          <a:ln w="3542">
            <a:solidFill>
              <a:srgbClr val="CCB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2184400" y="1739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2235200" y="1752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F900"/>
          </a:solidFill>
          <a:ln w="3542">
            <a:solidFill>
              <a:srgbClr val="CC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2286000" y="1778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1FF0E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2349500" y="1803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3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2400300" y="1841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CFF43"/>
          </a:solidFill>
          <a:ln w="3542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24511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4FF5A"/>
          </a:solidFill>
          <a:ln w="3542">
            <a:solidFill>
              <a:srgbClr val="84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2501900" y="1892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0FF6F"/>
          </a:solidFill>
          <a:ln w="3542">
            <a:solidFill>
              <a:srgbClr val="73C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2565400" y="1917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2616200" y="1930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1FF8E"/>
          </a:solidFill>
          <a:ln w="3542">
            <a:solidFill>
              <a:srgbClr val="5A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2667000" y="1943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64FF9B"/>
          </a:solidFill>
          <a:ln w="3542">
            <a:solidFill>
              <a:srgbClr val="50C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2717800" y="1968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BFFA4"/>
          </a:solidFill>
          <a:ln w="3542">
            <a:solidFill>
              <a:srgbClr val="49C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2768600" y="1968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55FFAA"/>
          </a:solidFill>
          <a:ln w="3542">
            <a:solidFill>
              <a:srgbClr val="44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2832100" y="1981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2882900" y="1993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2933700" y="1993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2984500" y="1993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3048000" y="2006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3098800" y="2006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DFFB2"/>
          </a:solidFill>
          <a:ln w="3542">
            <a:solidFill>
              <a:srgbClr val="3EC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3149600" y="2032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3200400" y="2057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3251200" y="2082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3314700" y="2108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BFF"/>
          </a:solidFill>
          <a:ln w="3542">
            <a:solidFill>
              <a:srgbClr val="00B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3365500" y="2146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3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CBFF"/>
          </a:solidFill>
          <a:ln w="3542">
            <a:solidFill>
              <a:srgbClr val="00A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3416300" y="2184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3"/>
                </a:lnTo>
                <a:lnTo>
                  <a:pt x="4" y="3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A6FF"/>
          </a:solidFill>
          <a:ln w="3542">
            <a:solidFill>
              <a:srgbClr val="008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3467100" y="2222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5"/>
                </a:lnTo>
                <a:lnTo>
                  <a:pt x="5" y="5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74FF"/>
          </a:solidFill>
          <a:ln w="3542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3530600" y="2286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6"/>
                </a:lnTo>
                <a:lnTo>
                  <a:pt x="4" y="6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30FF"/>
          </a:solidFill>
          <a:ln w="3542">
            <a:solidFill>
              <a:srgbClr val="002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3581400" y="2362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8"/>
                </a:lnTo>
                <a:lnTo>
                  <a:pt x="4" y="8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F"/>
          </a:solidFill>
          <a:ln w="3542">
            <a:solidFill>
              <a:srgbClr val="000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2057400" y="1765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FD00"/>
          </a:solidFill>
          <a:ln w="3542">
            <a:solidFill>
              <a:srgbClr val="CCC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2108200" y="1778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CFF03"/>
          </a:solidFill>
          <a:ln w="3542">
            <a:solidFill>
              <a:srgbClr val="C9C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2159000" y="1778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2FF0D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2222500" y="1803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E4FF1B"/>
          </a:solidFill>
          <a:ln w="3542">
            <a:solidFill>
              <a:srgbClr val="B6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2273300" y="1816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3FF2C"/>
          </a:solidFill>
          <a:ln w="3542">
            <a:solidFill>
              <a:srgbClr val="A9C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2324100" y="1841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FFF40"/>
          </a:solidFill>
          <a:ln w="3542">
            <a:solidFill>
              <a:srgbClr val="99C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2374900" y="1866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A9FF56"/>
          </a:solidFill>
          <a:ln w="3542">
            <a:solidFill>
              <a:srgbClr val="87C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2438400" y="1892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93FF6C"/>
          </a:solidFill>
          <a:ln w="3542">
            <a:solidFill>
              <a:srgbClr val="75C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2489200" y="1917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2540000" y="1943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2590800" y="1955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5FFFA0"/>
          </a:solidFill>
          <a:ln w="3542">
            <a:solidFill>
              <a:srgbClr val="4C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2641600" y="1981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2705100" y="1993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8FFB7"/>
          </a:solidFill>
          <a:ln w="3542">
            <a:solidFill>
              <a:srgbClr val="3A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2755900" y="2006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2806700" y="2006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FFFC0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2857500" y="2019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2921000" y="2019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2971800" y="2032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3022600" y="2032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3073400" y="2032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3124200" y="2044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39FFC6"/>
          </a:solidFill>
          <a:ln w="3542">
            <a:solidFill>
              <a:srgbClr val="2EC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3187700" y="2070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3238500" y="2095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EFFF1"/>
          </a:solidFill>
          <a:ln w="3542">
            <a:solidFill>
              <a:srgbClr val="0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3289300" y="2120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3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F4FF"/>
          </a:solidFill>
          <a:ln w="3542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3340100" y="2146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5" y="3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D9FF"/>
          </a:solidFill>
          <a:ln w="3542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3403600" y="2184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3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B6FF"/>
          </a:solidFill>
          <a:ln w="3542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3454400" y="2222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5"/>
                </a:lnTo>
                <a:lnTo>
                  <a:pt x="4" y="5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4FF"/>
          </a:solidFill>
          <a:ln w="3542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35052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6"/>
                </a:lnTo>
                <a:lnTo>
                  <a:pt x="4" y="6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3EFF"/>
          </a:solidFill>
          <a:ln w="3542">
            <a:solidFill>
              <a:srgbClr val="003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3556000" y="23622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4" y="9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00DA"/>
          </a:solidFill>
          <a:ln w="3542">
            <a:solidFill>
              <a:srgbClr val="000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2032000" y="1803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E3FF1C"/>
          </a:solidFill>
          <a:ln w="3542">
            <a:solidFill>
              <a:srgbClr val="B6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2095500" y="1816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EFF21"/>
          </a:solidFill>
          <a:ln w="3542">
            <a:solidFill>
              <a:srgbClr val="B2C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2146300" y="1828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5FF2A"/>
          </a:solidFill>
          <a:ln w="3542">
            <a:solidFill>
              <a:srgbClr val="AAC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2197100" y="1841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8FF37"/>
          </a:solidFill>
          <a:ln w="3542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2247900" y="1854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2311400" y="1879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A7FF58"/>
          </a:solidFill>
          <a:ln w="3542">
            <a:solidFill>
              <a:srgbClr val="85C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2362200" y="1905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3FF6C"/>
          </a:solidFill>
          <a:ln w="3542">
            <a:solidFill>
              <a:srgbClr val="76C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2413000" y="1930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2463800" y="1943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6CFF93"/>
          </a:solidFill>
          <a:ln w="3542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2514600" y="1968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5AFFA5"/>
          </a:solidFill>
          <a:ln w="3542">
            <a:solidFill>
              <a:srgbClr val="48C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2578100" y="1993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AFFB5"/>
          </a:solidFill>
          <a:ln w="3542">
            <a:solidFill>
              <a:srgbClr val="3BC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2628900" y="2006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3CFFC3"/>
          </a:solidFill>
          <a:ln w="3542">
            <a:solidFill>
              <a:srgbClr val="30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2679700" y="2019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2FFCD"/>
          </a:solidFill>
          <a:ln w="3542">
            <a:solidFill>
              <a:srgbClr val="28C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2730500" y="2032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BFFD4"/>
          </a:solidFill>
          <a:ln w="3542">
            <a:solidFill>
              <a:srgbClr val="22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2794000" y="2044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28FFD7"/>
          </a:solidFill>
          <a:ln w="3542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2844800" y="2044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2895600" y="2057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2946400" y="2057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2997200" y="2057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3060700" y="2070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3111500" y="2070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3162300" y="2082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21FFDE"/>
          </a:solidFill>
          <a:ln w="3542">
            <a:solidFill>
              <a:srgbClr val="1A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3213100" y="2108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2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12FFED"/>
          </a:solidFill>
          <a:ln w="3542">
            <a:solidFill>
              <a:srgbClr val="0FC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3276600" y="2133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FFF"/>
          </a:solidFill>
          <a:ln w="3542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3327400" y="2146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3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7FF"/>
          </a:solidFill>
          <a:ln w="3542">
            <a:solidFill>
              <a:srgbClr val="00B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3378200" y="2184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3"/>
                </a:lnTo>
                <a:lnTo>
                  <a:pt x="4" y="3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C4FF"/>
          </a:solidFill>
          <a:ln w="3542">
            <a:solidFill>
              <a:srgbClr val="009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3429000" y="2222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5"/>
                </a:lnTo>
                <a:lnTo>
                  <a:pt x="4" y="5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92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34798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6"/>
                </a:lnTo>
                <a:lnTo>
                  <a:pt x="5" y="6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4BFF"/>
          </a:solidFill>
          <a:ln w="3542">
            <a:solidFill>
              <a:srgbClr val="003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3543300" y="23622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9"/>
                </a:lnTo>
                <a:lnTo>
                  <a:pt x="4" y="1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E3"/>
          </a:solidFill>
          <a:ln w="3542">
            <a:solidFill>
              <a:srgbClr val="000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20193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CAFF35"/>
          </a:solidFill>
          <a:ln w="3542">
            <a:solidFill>
              <a:srgbClr val="A1C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2070100" y="1854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5FF3A"/>
          </a:solidFill>
          <a:ln w="3542">
            <a:solidFill>
              <a:srgbClr val="9EC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2120900" y="1866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BCFF43"/>
          </a:solidFill>
          <a:ln w="3542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2184400" y="1879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1FF4E"/>
          </a:solidFill>
          <a:ln w="3542">
            <a:solidFill>
              <a:srgbClr val="8DC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2235200" y="1892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A2FF5D"/>
          </a:solidFill>
          <a:ln w="3542">
            <a:solidFill>
              <a:srgbClr val="82C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2286000" y="1917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2336800" y="1930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2400300" y="1955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BFF94"/>
          </a:solidFill>
          <a:ln w="3542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2451100" y="1981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6FFA9"/>
          </a:solidFill>
          <a:ln w="3542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2501900" y="2006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2552700" y="2019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1FFCE"/>
          </a:solidFill>
          <a:ln w="3542">
            <a:solidFill>
              <a:srgbClr val="27C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2603500" y="2044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2FFDD"/>
          </a:solidFill>
          <a:ln w="3542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2667000" y="2057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17FFE8"/>
          </a:solidFill>
          <a:ln w="3542">
            <a:solidFill>
              <a:srgbClr val="12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2717800" y="2070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FFFF0"/>
          </a:solidFill>
          <a:ln w="3542">
            <a:solidFill>
              <a:srgbClr val="0CCC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2768600" y="2082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CFFF3"/>
          </a:solidFill>
          <a:ln w="3542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2819400" y="2082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2870200" y="2095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2933700" y="20955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2984500" y="2095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3035300" y="2108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3086100" y="2108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EFFF1"/>
          </a:solidFill>
          <a:ln w="3542">
            <a:solidFill>
              <a:srgbClr val="0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3149600" y="2108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12FFED"/>
          </a:solidFill>
          <a:ln w="3542">
            <a:solidFill>
              <a:srgbClr val="0FC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3200400" y="2120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DFFF2"/>
          </a:solidFill>
          <a:ln w="3542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3251200" y="2133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FBFF"/>
          </a:solidFill>
          <a:ln w="3542">
            <a:solidFill>
              <a:srgbClr val="00C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3302000" y="2159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E2FF"/>
          </a:solidFill>
          <a:ln w="3542">
            <a:solidFill>
              <a:srgbClr val="00B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3352800" y="218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3"/>
                </a:lnTo>
                <a:lnTo>
                  <a:pt x="5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BFFF"/>
          </a:solidFill>
          <a:ln w="3542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3416300" y="22225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5"/>
                </a:lnTo>
                <a:lnTo>
                  <a:pt x="4" y="7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542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3467100" y="22860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6"/>
                </a:lnTo>
                <a:lnTo>
                  <a:pt x="4" y="9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47FF"/>
          </a:solidFill>
          <a:ln w="3542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3517900" y="23622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10"/>
                </a:lnTo>
                <a:lnTo>
                  <a:pt x="4" y="11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00E0"/>
          </a:solidFill>
          <a:ln w="3542">
            <a:solidFill>
              <a:srgbClr val="000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993900" y="1879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B5FF4A"/>
          </a:solidFill>
          <a:ln w="3542">
            <a:solidFill>
              <a:srgbClr val="90C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2057400" y="1879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B0FF4F"/>
          </a:solidFill>
          <a:ln w="3542">
            <a:solidFill>
              <a:srgbClr val="8DC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2108200" y="1892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A8FF57"/>
          </a:solidFill>
          <a:ln w="3542">
            <a:solidFill>
              <a:srgbClr val="86C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2159000" y="1905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DC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2209800" y="1930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FFF70"/>
          </a:solidFill>
          <a:ln w="3542">
            <a:solidFill>
              <a:srgbClr val="72C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2273300" y="1943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2324100" y="1968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DFF92"/>
          </a:solidFill>
          <a:ln w="3542">
            <a:solidFill>
              <a:srgbClr val="57C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2374900" y="1981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58FFA7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2425700" y="2006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FFFC0"/>
          </a:solidFill>
          <a:ln w="3542">
            <a:solidFill>
              <a:srgbClr val="33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2476500" y="2032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2540000" y="2057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13FFEC"/>
          </a:solidFill>
          <a:ln w="3542">
            <a:solidFill>
              <a:srgbClr val="0FC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2590800" y="2082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3FFFC"/>
          </a:solidFill>
          <a:ln w="3542">
            <a:solidFill>
              <a:srgbClr val="02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2641600" y="209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F6FF"/>
          </a:solidFill>
          <a:ln w="3542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2692400" y="2108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EDFF"/>
          </a:solidFill>
          <a:ln w="3542">
            <a:solidFill>
              <a:srgbClr val="0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2755900" y="2120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EA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2806700" y="2120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2857500" y="2133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2908300" y="2133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2959100" y="2133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3022600" y="2146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EBFF"/>
          </a:solidFill>
          <a:ln w="3542">
            <a:solidFill>
              <a:srgbClr val="00B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3073400" y="2146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F4FF"/>
          </a:solidFill>
          <a:ln w="3542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3124200" y="2146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FFFF"/>
          </a:solidFill>
          <a:ln w="3542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3175000" y="2146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FBFF"/>
          </a:solidFill>
          <a:ln w="3542">
            <a:solidFill>
              <a:srgbClr val="00C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3225800" y="2159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E8FF"/>
          </a:solidFill>
          <a:ln w="3542">
            <a:solidFill>
              <a:srgbClr val="00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3289300" y="2184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D1FF"/>
          </a:solidFill>
          <a:ln w="3542">
            <a:solidFill>
              <a:srgbClr val="00A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3340100" y="2222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ADFF"/>
          </a:solidFill>
          <a:ln w="3542">
            <a:solidFill>
              <a:srgbClr val="00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3390900" y="2260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7CFF"/>
          </a:solidFill>
          <a:ln w="3542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3441700" y="23114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7"/>
                </a:lnTo>
                <a:lnTo>
                  <a:pt x="5" y="8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37FF"/>
          </a:solidFill>
          <a:ln w="3542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3505200" y="24003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8"/>
                </a:lnTo>
                <a:lnTo>
                  <a:pt x="4" y="1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D4"/>
          </a:solidFill>
          <a:ln w="3542">
            <a:solidFill>
              <a:srgbClr val="00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1981200" y="1905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A3FF5C"/>
          </a:solidFill>
          <a:ln w="3542">
            <a:solidFill>
              <a:srgbClr val="82C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2032000" y="1917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FFF60"/>
          </a:solidFill>
          <a:ln w="3542">
            <a:solidFill>
              <a:srgbClr val="7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2082800" y="1930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7FF68"/>
          </a:solidFill>
          <a:ln w="3542">
            <a:solidFill>
              <a:srgbClr val="79C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2146300" y="1943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2197100" y="1955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2247900" y="1968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FFF90"/>
          </a:solidFill>
          <a:ln w="3542">
            <a:solidFill>
              <a:srgbClr val="59C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2298700" y="1993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CFFA3"/>
          </a:solidFill>
          <a:ln w="3542">
            <a:solidFill>
              <a:srgbClr val="4AC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2349500" y="2019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6FFB9"/>
          </a:solidFill>
          <a:ln w="3542">
            <a:solidFill>
              <a:srgbClr val="38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2413000" y="2044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2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2BFFD4"/>
          </a:solidFill>
          <a:ln w="3542">
            <a:solidFill>
              <a:srgbClr val="23C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2463800" y="2070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EFFF1"/>
          </a:solidFill>
          <a:ln w="3542">
            <a:solidFill>
              <a:srgbClr val="0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2514600" y="2095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4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F1FF"/>
          </a:solidFill>
          <a:ln w="3542">
            <a:solidFill>
              <a:srgbClr val="00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2565400" y="2120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DDFF"/>
          </a:solidFill>
          <a:ln w="3542">
            <a:solidFill>
              <a:srgbClr val="00B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2628900" y="21336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2"/>
                </a:lnTo>
                <a:lnTo>
                  <a:pt x="4" y="6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D0FF"/>
          </a:solidFill>
          <a:ln w="3542">
            <a:solidFill>
              <a:srgbClr val="00A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2679700" y="2159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C7FF"/>
          </a:solidFill>
          <a:ln w="3542">
            <a:solidFill>
              <a:srgbClr val="009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2730500" y="2159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C3FF"/>
          </a:solidFill>
          <a:ln w="3542">
            <a:solidFill>
              <a:srgbClr val="00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2781300" y="2171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2832100" y="2171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2895600" y="21844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2946400" y="2184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C4FF"/>
          </a:solidFill>
          <a:ln w="3542">
            <a:solidFill>
              <a:srgbClr val="009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2997200" y="2184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CBFF"/>
          </a:solidFill>
          <a:ln w="3542">
            <a:solidFill>
              <a:srgbClr val="00A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3048000" y="2171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1"/>
                </a:moveTo>
                <a:lnTo>
                  <a:pt x="6" y="0"/>
                </a:lnTo>
                <a:lnTo>
                  <a:pt x="5" y="3"/>
                </a:lnTo>
                <a:lnTo>
                  <a:pt x="0" y="4"/>
                </a:lnTo>
                <a:lnTo>
                  <a:pt x="2" y="1"/>
                </a:lnTo>
                <a:close/>
              </a:path>
            </a:pathLst>
          </a:custGeom>
          <a:solidFill>
            <a:srgbClr val="00D9FF"/>
          </a:solidFill>
          <a:ln w="3542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3111500" y="2171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E7FF"/>
          </a:solidFill>
          <a:ln w="3542">
            <a:solidFill>
              <a:srgbClr val="00B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3162300" y="2171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E2FF"/>
          </a:solidFill>
          <a:ln w="3542">
            <a:solidFill>
              <a:srgbClr val="00B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3213100" y="2197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D1FF"/>
          </a:solidFill>
          <a:ln w="3542">
            <a:solidFill>
              <a:srgbClr val="00A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3263900" y="2209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BEFF"/>
          </a:solidFill>
          <a:ln w="3542">
            <a:solidFill>
              <a:srgbClr val="009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3314700" y="2247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5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9FFF"/>
          </a:solidFill>
          <a:ln w="3542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3378200" y="2286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6DFF"/>
          </a:solidFill>
          <a:ln w="3542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3429000" y="2336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6"/>
                </a:lnTo>
                <a:lnTo>
                  <a:pt x="4" y="8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2AFF"/>
          </a:solidFill>
          <a:ln w="3542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3479800" y="24130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9"/>
                </a:lnTo>
                <a:lnTo>
                  <a:pt x="4" y="10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CA"/>
          </a:solidFill>
          <a:ln w="3542">
            <a:solidFill>
              <a:srgbClr val="000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1955800" y="1930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5FF6A"/>
          </a:solidFill>
          <a:ln w="3542">
            <a:solidFill>
              <a:srgbClr val="77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2019300" y="1943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2070100" y="1955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AFF75"/>
          </a:solidFill>
          <a:ln w="3542">
            <a:solidFill>
              <a:srgbClr val="6EC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2120900" y="1968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2171700" y="1981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2FF8D"/>
          </a:solidFill>
          <a:ln w="3542">
            <a:solidFill>
              <a:srgbClr val="5B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2222500" y="1993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2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2286000" y="20193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EFFB1"/>
          </a:solidFill>
          <a:ln w="3542">
            <a:solidFill>
              <a:srgbClr val="3EC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2336800" y="2044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36FFC9"/>
          </a:solidFill>
          <a:ln w="3542">
            <a:solidFill>
              <a:srgbClr val="2B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2387600" y="2070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1AFFE5"/>
          </a:solidFill>
          <a:ln w="3542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2438400" y="2108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F8FF"/>
          </a:solidFill>
          <a:ln w="3542">
            <a:solidFill>
              <a:srgbClr val="00C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2501900" y="21336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3"/>
                </a:lnTo>
                <a:lnTo>
                  <a:pt x="4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D4FF"/>
          </a:solidFill>
          <a:ln w="3542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2552700" y="2171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B5FF"/>
          </a:solidFill>
          <a:ln w="3542">
            <a:solidFill>
              <a:srgbClr val="009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2603500" y="218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A2FF"/>
          </a:solidFill>
          <a:ln w="3542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2654300" y="2209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98FF"/>
          </a:solidFill>
          <a:ln w="3542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27051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5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2768600" y="2222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2819400" y="2222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2870200" y="2235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94FF"/>
          </a:solidFill>
          <a:ln w="3542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2921000" y="2235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9AFF"/>
          </a:solidFill>
          <a:ln w="3542">
            <a:solidFill>
              <a:srgbClr val="007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2984500" y="2222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1"/>
                </a:moveTo>
                <a:lnTo>
                  <a:pt x="5" y="0"/>
                </a:lnTo>
                <a:lnTo>
                  <a:pt x="4" y="4"/>
                </a:lnTo>
                <a:lnTo>
                  <a:pt x="0" y="5"/>
                </a:lnTo>
                <a:lnTo>
                  <a:pt x="1" y="1"/>
                </a:lnTo>
                <a:close/>
              </a:path>
            </a:pathLst>
          </a:custGeom>
          <a:solidFill>
            <a:srgbClr val="00A6FF"/>
          </a:solidFill>
          <a:ln w="3542">
            <a:solidFill>
              <a:srgbClr val="008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3035300" y="2209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1"/>
                </a:moveTo>
                <a:lnTo>
                  <a:pt x="6" y="0"/>
                </a:lnTo>
                <a:lnTo>
                  <a:pt x="4" y="4"/>
                </a:lnTo>
                <a:lnTo>
                  <a:pt x="0" y="5"/>
                </a:lnTo>
                <a:lnTo>
                  <a:pt x="1" y="1"/>
                </a:lnTo>
                <a:close/>
              </a:path>
            </a:pathLst>
          </a:custGeom>
          <a:solidFill>
            <a:srgbClr val="00B6FF"/>
          </a:solidFill>
          <a:ln w="3542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3086100" y="2209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C4FF"/>
          </a:solidFill>
          <a:ln w="3542">
            <a:solidFill>
              <a:srgbClr val="009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31369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4" y="6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BFFF"/>
          </a:solidFill>
          <a:ln w="3542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3187700" y="2235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ADFF"/>
          </a:solidFill>
          <a:ln w="3542">
            <a:solidFill>
              <a:srgbClr val="00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3251200" y="22479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2"/>
                </a:lnTo>
                <a:lnTo>
                  <a:pt x="4" y="6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9FFF"/>
          </a:solidFill>
          <a:ln w="3542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3302000" y="2273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8BFF"/>
          </a:solidFill>
          <a:ln w="3542">
            <a:solidFill>
              <a:srgbClr val="00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3352800" y="2311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62FF"/>
          </a:solidFill>
          <a:ln w="3542">
            <a:solidFill>
              <a:srgbClr val="004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3403600" y="2362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6"/>
                </a:lnTo>
                <a:lnTo>
                  <a:pt x="5" y="8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1FFF"/>
          </a:solidFill>
          <a:ln w="3542">
            <a:solidFill>
              <a:srgbClr val="001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3467100" y="24384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8"/>
                </a:lnTo>
                <a:lnTo>
                  <a:pt x="4" y="10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C2"/>
          </a:solidFill>
          <a:ln w="3542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1943100" y="1955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BFF74"/>
          </a:solidFill>
          <a:ln w="3542">
            <a:solidFill>
              <a:srgbClr val="6FC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993900" y="1968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6FF78"/>
          </a:solidFill>
          <a:ln w="3542">
            <a:solidFill>
              <a:srgbClr val="6C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2044700" y="1981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2095500" y="1993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5FF8A"/>
          </a:solidFill>
          <a:ln w="3542">
            <a:solidFill>
              <a:srgbClr val="5EC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2159000" y="2006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7FF98"/>
          </a:solidFill>
          <a:ln w="3542">
            <a:solidFill>
              <a:srgbClr val="53C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2209800" y="2019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57FFA8"/>
          </a:solidFill>
          <a:ln w="3542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2260600" y="2044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2311400" y="2070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2AFFD5"/>
          </a:solidFill>
          <a:ln w="3542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2374900" y="2095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DFFF2"/>
          </a:solidFill>
          <a:ln w="3542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2425700" y="2133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2476500" y="2171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C0FF"/>
          </a:solidFill>
          <a:ln w="3542">
            <a:solidFill>
              <a:srgbClr val="009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2527300" y="2209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3"/>
                </a:lnTo>
                <a:lnTo>
                  <a:pt x="4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94FF"/>
          </a:solidFill>
          <a:ln w="3542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2578100" y="2247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1"/>
                </a:lnTo>
                <a:lnTo>
                  <a:pt x="5" y="7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70FF"/>
          </a:solidFill>
          <a:ln w="3542">
            <a:solidFill>
              <a:srgbClr val="005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2641600" y="22606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1"/>
                </a:lnTo>
                <a:lnTo>
                  <a:pt x="4" y="7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5FFF"/>
          </a:solidFill>
          <a:ln w="3542">
            <a:solidFill>
              <a:srgbClr val="004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2692400" y="2273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5AFF"/>
          </a:solidFill>
          <a:ln w="3542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27432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0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59FF"/>
          </a:solidFill>
          <a:ln w="3542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27940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0"/>
                </a:lnTo>
                <a:lnTo>
                  <a:pt x="5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5AFF"/>
          </a:solidFill>
          <a:ln w="3542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2857500" y="2286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5EFF"/>
          </a:solidFill>
          <a:ln w="3542">
            <a:solidFill>
              <a:srgbClr val="004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2908300" y="2286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67FF"/>
          </a:solidFill>
          <a:ln w="3542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2959100" y="2273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1"/>
                </a:moveTo>
                <a:lnTo>
                  <a:pt x="6" y="0"/>
                </a:lnTo>
                <a:lnTo>
                  <a:pt x="4" y="5"/>
                </a:lnTo>
                <a:lnTo>
                  <a:pt x="0" y="6"/>
                </a:lnTo>
                <a:lnTo>
                  <a:pt x="2" y="1"/>
                </a:lnTo>
                <a:close/>
              </a:path>
            </a:pathLst>
          </a:custGeom>
          <a:solidFill>
            <a:srgbClr val="0074FF"/>
          </a:solidFill>
          <a:ln w="3542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3009900" y="2260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1"/>
                </a:moveTo>
                <a:lnTo>
                  <a:pt x="6" y="0"/>
                </a:lnTo>
                <a:lnTo>
                  <a:pt x="4" y="6"/>
                </a:lnTo>
                <a:lnTo>
                  <a:pt x="0" y="6"/>
                </a:lnTo>
                <a:lnTo>
                  <a:pt x="2" y="1"/>
                </a:lnTo>
                <a:close/>
              </a:path>
            </a:pathLst>
          </a:custGeom>
          <a:solidFill>
            <a:srgbClr val="0084FF"/>
          </a:solidFill>
          <a:ln w="3542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3060700" y="2260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92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3124200" y="22606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2"/>
                </a:lnTo>
                <a:lnTo>
                  <a:pt x="4" y="7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8DFF"/>
          </a:solidFill>
          <a:ln w="3542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31750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7CFF"/>
          </a:solidFill>
          <a:ln w="3542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3225800" y="2298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2"/>
                </a:lnTo>
                <a:lnTo>
                  <a:pt x="4" y="7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6DFF"/>
          </a:solidFill>
          <a:ln w="3542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3276600" y="2324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5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62FF"/>
          </a:solidFill>
          <a:ln w="3542">
            <a:solidFill>
              <a:srgbClr val="004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3340100" y="23368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4DFF"/>
          </a:solidFill>
          <a:ln w="3542">
            <a:solidFill>
              <a:srgbClr val="003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3390900" y="2387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6"/>
                </a:lnTo>
                <a:lnTo>
                  <a:pt x="4" y="7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17FF"/>
          </a:solidFill>
          <a:ln w="3542">
            <a:solidFill>
              <a:srgbClr val="001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3441700" y="2463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BB"/>
          </a:solidFill>
          <a:ln w="3542">
            <a:solidFill>
              <a:srgbClr val="000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1917700" y="1981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3FF7C"/>
          </a:solidFill>
          <a:ln w="3542">
            <a:solidFill>
              <a:srgbClr val="69C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1968500" y="1993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2032000" y="1993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8FF87"/>
          </a:solidFill>
          <a:ln w="3542">
            <a:solidFill>
              <a:srgbClr val="60C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2082800" y="2006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DFF92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2133600" y="2032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0FF9F"/>
          </a:solidFill>
          <a:ln w="3542">
            <a:solidFill>
              <a:srgbClr val="4DC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2184400" y="2044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4EFFB1"/>
          </a:solidFill>
          <a:ln w="3542">
            <a:solidFill>
              <a:srgbClr val="3FC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2247900" y="2070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AFFC5"/>
          </a:solidFill>
          <a:ln w="3542">
            <a:solidFill>
              <a:srgbClr val="2EC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2298700" y="2095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1FFDE"/>
          </a:solidFill>
          <a:ln w="3542">
            <a:solidFill>
              <a:srgbClr val="1A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2349500" y="2120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3FFFC"/>
          </a:solidFill>
          <a:ln w="3542">
            <a:solidFill>
              <a:srgbClr val="02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2400300" y="2159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DFFF"/>
          </a:solidFill>
          <a:ln w="3542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2451100" y="2197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4FF"/>
          </a:solidFill>
          <a:ln w="3542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2514600" y="22352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81FF"/>
          </a:solidFill>
          <a:ln w="3542">
            <a:solidFill>
              <a:srgbClr val="006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2565400" y="2298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3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4AFF"/>
          </a:solidFill>
          <a:ln w="3542">
            <a:solidFill>
              <a:srgbClr val="003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2616200" y="2336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1"/>
                </a:lnTo>
                <a:lnTo>
                  <a:pt x="4" y="7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21FF"/>
          </a:solidFill>
          <a:ln w="3542">
            <a:solidFill>
              <a:srgbClr val="001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2667000" y="2349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5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12FF"/>
          </a:solidFill>
          <a:ln w="3542">
            <a:solidFill>
              <a:srgbClr val="000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2730500" y="23495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1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12FF"/>
          </a:solidFill>
          <a:ln w="3542">
            <a:solidFill>
              <a:srgbClr val="000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2781300" y="2362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0"/>
                </a:lnTo>
                <a:lnTo>
                  <a:pt x="4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14FF"/>
          </a:solidFill>
          <a:ln w="3542">
            <a:solidFill>
              <a:srgbClr val="001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2832100" y="2349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1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2" y="1"/>
                </a:lnTo>
                <a:close/>
              </a:path>
            </a:pathLst>
          </a:custGeom>
          <a:solidFill>
            <a:srgbClr val="001BFF"/>
          </a:solidFill>
          <a:ln w="3542">
            <a:solidFill>
              <a:srgbClr val="001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2882900" y="2349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24FF"/>
          </a:solidFill>
          <a:ln w="3542">
            <a:solidFill>
              <a:srgbClr val="001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2933700" y="2336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1"/>
                </a:moveTo>
                <a:lnTo>
                  <a:pt x="6" y="0"/>
                </a:lnTo>
                <a:lnTo>
                  <a:pt x="5" y="7"/>
                </a:lnTo>
                <a:lnTo>
                  <a:pt x="0" y="8"/>
                </a:lnTo>
                <a:lnTo>
                  <a:pt x="2" y="1"/>
                </a:lnTo>
                <a:close/>
              </a:path>
            </a:pathLst>
          </a:custGeom>
          <a:solidFill>
            <a:srgbClr val="0030FF"/>
          </a:solidFill>
          <a:ln w="3542">
            <a:solidFill>
              <a:srgbClr val="002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2997200" y="23368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0"/>
                </a:lnTo>
                <a:lnTo>
                  <a:pt x="4" y="6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3EFF"/>
          </a:solidFill>
          <a:ln w="3542">
            <a:solidFill>
              <a:srgbClr val="003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3048000" y="2324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1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1" y="1"/>
                </a:lnTo>
                <a:close/>
              </a:path>
            </a:pathLst>
          </a:custGeom>
          <a:solidFill>
            <a:srgbClr val="004BFF"/>
          </a:solidFill>
          <a:ln w="3542">
            <a:solidFill>
              <a:srgbClr val="003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3098800" y="23241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2"/>
                </a:lnTo>
                <a:lnTo>
                  <a:pt x="4" y="9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47FF"/>
          </a:solidFill>
          <a:ln w="3542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3149600" y="2349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5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37FF"/>
          </a:solidFill>
          <a:ln w="3542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3213100" y="23622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2"/>
                </a:lnTo>
                <a:lnTo>
                  <a:pt x="4" y="8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2AFF"/>
          </a:solidFill>
          <a:ln w="3542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3263900" y="2387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1"/>
                </a:lnTo>
                <a:lnTo>
                  <a:pt x="4" y="7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1FFF"/>
          </a:solidFill>
          <a:ln w="3542">
            <a:solidFill>
              <a:srgbClr val="001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3314700" y="24003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1"/>
                </a:lnTo>
                <a:lnTo>
                  <a:pt x="4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17FF"/>
          </a:solidFill>
          <a:ln w="3542">
            <a:solidFill>
              <a:srgbClr val="001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3365500" y="24130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5"/>
                </a:lnTo>
                <a:lnTo>
                  <a:pt x="4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00FE"/>
          </a:solidFill>
          <a:ln w="3542">
            <a:solidFill>
              <a:srgbClr val="000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3416300" y="2476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5" y="9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B7"/>
          </a:solidFill>
          <a:ln w="3542">
            <a:solidFill>
              <a:srgbClr val="000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905000" y="1993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1955800" y="2006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BFF84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2006600" y="2019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4FF8B"/>
          </a:solidFill>
          <a:ln w="3542">
            <a:solidFill>
              <a:srgbClr val="5DC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2057400" y="2032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9FF96"/>
          </a:solidFill>
          <a:ln w="3542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2120900" y="2044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BFFA4"/>
          </a:solidFill>
          <a:ln w="3542">
            <a:solidFill>
              <a:srgbClr val="49C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2171700" y="2057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AFFB5"/>
          </a:solidFill>
          <a:ln w="3542">
            <a:solidFill>
              <a:srgbClr val="3BC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2222500" y="2082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5FFCA"/>
          </a:solidFill>
          <a:ln w="3542">
            <a:solidFill>
              <a:srgbClr val="2AC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2273300" y="2108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1BFFE4"/>
          </a:solidFill>
          <a:ln w="3542">
            <a:solidFill>
              <a:srgbClr val="16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2336800" y="2146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FCFF"/>
          </a:solidFill>
          <a:ln w="3542">
            <a:solidFill>
              <a:srgbClr val="00C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2387600" y="2171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3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8FF"/>
          </a:solidFill>
          <a:ln w="3542">
            <a:solidFill>
              <a:srgbClr val="00A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2438400" y="2209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AEFF"/>
          </a:solidFill>
          <a:ln w="3542">
            <a:solidFill>
              <a:srgbClr val="008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2489200" y="2260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AFF"/>
          </a:solidFill>
          <a:ln w="3542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2540000" y="2311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5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3AFF"/>
          </a:solidFill>
          <a:ln w="3542">
            <a:solidFill>
              <a:srgbClr val="002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2603500" y="23876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3"/>
                </a:lnTo>
                <a:lnTo>
                  <a:pt x="4" y="8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F3"/>
          </a:solidFill>
          <a:ln w="3542">
            <a:solidFill>
              <a:srgbClr val="000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2654300" y="24257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1"/>
                </a:lnTo>
                <a:lnTo>
                  <a:pt x="4" y="9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00C3"/>
          </a:solidFill>
          <a:ln w="3542">
            <a:solidFill>
              <a:srgbClr val="000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2705100" y="2438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0"/>
                </a:lnTo>
                <a:lnTo>
                  <a:pt x="4" y="9"/>
                </a:lnTo>
                <a:lnTo>
                  <a:pt x="0" y="8"/>
                </a:lnTo>
                <a:lnTo>
                  <a:pt x="2" y="0"/>
                </a:lnTo>
                <a:close/>
              </a:path>
            </a:pathLst>
          </a:custGeom>
          <a:solidFill>
            <a:srgbClr val="0000B5"/>
          </a:solidFill>
          <a:ln w="3542">
            <a:solidFill>
              <a:srgbClr val="000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2755900" y="2438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0"/>
                </a:lnTo>
                <a:lnTo>
                  <a:pt x="4" y="9"/>
                </a:lnTo>
                <a:lnTo>
                  <a:pt x="0" y="9"/>
                </a:lnTo>
                <a:lnTo>
                  <a:pt x="2" y="0"/>
                </a:lnTo>
                <a:close/>
              </a:path>
            </a:pathLst>
          </a:custGeom>
          <a:solidFill>
            <a:srgbClr val="0000B9"/>
          </a:solidFill>
          <a:ln w="3542">
            <a:solidFill>
              <a:srgbClr val="000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2806700" y="2438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0"/>
                </a:lnTo>
                <a:lnTo>
                  <a:pt x="5" y="9"/>
                </a:lnTo>
                <a:lnTo>
                  <a:pt x="0" y="9"/>
                </a:lnTo>
                <a:lnTo>
                  <a:pt x="2" y="0"/>
                </a:lnTo>
                <a:close/>
              </a:path>
            </a:pathLst>
          </a:custGeom>
          <a:solidFill>
            <a:srgbClr val="0000BF"/>
          </a:solidFill>
          <a:ln w="3542">
            <a:solidFill>
              <a:srgbClr val="000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2870200" y="24384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0"/>
                </a:lnTo>
                <a:lnTo>
                  <a:pt x="4" y="8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0000C6"/>
          </a:solidFill>
          <a:ln w="3542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2921000" y="24257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1"/>
                </a:moveTo>
                <a:lnTo>
                  <a:pt x="6" y="0"/>
                </a:lnTo>
                <a:lnTo>
                  <a:pt x="4" y="9"/>
                </a:lnTo>
                <a:lnTo>
                  <a:pt x="0" y="9"/>
                </a:lnTo>
                <a:lnTo>
                  <a:pt x="1" y="1"/>
                </a:lnTo>
                <a:close/>
              </a:path>
            </a:pathLst>
          </a:custGeom>
          <a:solidFill>
            <a:srgbClr val="0000CF"/>
          </a:solidFill>
          <a:ln w="3542">
            <a:solidFill>
              <a:srgbClr val="000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2971800" y="24130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1"/>
                </a:moveTo>
                <a:lnTo>
                  <a:pt x="6" y="0"/>
                </a:lnTo>
                <a:lnTo>
                  <a:pt x="4" y="10"/>
                </a:lnTo>
                <a:lnTo>
                  <a:pt x="0" y="10"/>
                </a:lnTo>
                <a:lnTo>
                  <a:pt x="2" y="1"/>
                </a:lnTo>
                <a:close/>
              </a:path>
            </a:pathLst>
          </a:custGeom>
          <a:solidFill>
            <a:srgbClr val="0000DA"/>
          </a:solidFill>
          <a:ln w="3542">
            <a:solidFill>
              <a:srgbClr val="000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3022600" y="24130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0"/>
                </a:lnTo>
                <a:lnTo>
                  <a:pt x="5" y="10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0000E3"/>
          </a:solidFill>
          <a:ln w="3542">
            <a:solidFill>
              <a:srgbClr val="000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3086100" y="2413000"/>
            <a:ext cx="63500" cy="139700"/>
          </a:xfrm>
          <a:custGeom>
            <a:avLst/>
            <a:gdLst/>
            <a:ahLst/>
            <a:cxnLst/>
            <a:rect l="l" t="t" r="r" b="b"/>
            <a:pathLst>
              <a:path w="5" h="11">
                <a:moveTo>
                  <a:pt x="1" y="0"/>
                </a:moveTo>
                <a:lnTo>
                  <a:pt x="5" y="2"/>
                </a:lnTo>
                <a:lnTo>
                  <a:pt x="4" y="11"/>
                </a:lnTo>
                <a:lnTo>
                  <a:pt x="0" y="10"/>
                </a:lnTo>
                <a:lnTo>
                  <a:pt x="1" y="0"/>
                </a:lnTo>
                <a:close/>
              </a:path>
            </a:pathLst>
          </a:custGeom>
          <a:solidFill>
            <a:srgbClr val="0000E0"/>
          </a:solidFill>
          <a:ln w="3542">
            <a:solidFill>
              <a:srgbClr val="000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3136900" y="24384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1" y="0"/>
                </a:moveTo>
                <a:lnTo>
                  <a:pt x="6" y="1"/>
                </a:lnTo>
                <a:lnTo>
                  <a:pt x="4" y="10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0000D4"/>
          </a:solidFill>
          <a:ln w="3542">
            <a:solidFill>
              <a:srgbClr val="00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3187700" y="24511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1"/>
                </a:lnTo>
                <a:lnTo>
                  <a:pt x="4" y="10"/>
                </a:lnTo>
                <a:lnTo>
                  <a:pt x="0" y="9"/>
                </a:lnTo>
                <a:lnTo>
                  <a:pt x="2" y="0"/>
                </a:lnTo>
                <a:close/>
              </a:path>
            </a:pathLst>
          </a:custGeom>
          <a:solidFill>
            <a:srgbClr val="0000CA"/>
          </a:solidFill>
          <a:ln w="3542">
            <a:solidFill>
              <a:srgbClr val="000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3238500" y="24638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1"/>
                </a:lnTo>
                <a:lnTo>
                  <a:pt x="4" y="10"/>
                </a:lnTo>
                <a:lnTo>
                  <a:pt x="0" y="9"/>
                </a:lnTo>
                <a:lnTo>
                  <a:pt x="2" y="0"/>
                </a:lnTo>
                <a:close/>
              </a:path>
            </a:pathLst>
          </a:custGeom>
          <a:solidFill>
            <a:srgbClr val="0000C2"/>
          </a:solidFill>
          <a:ln w="3542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3289300" y="2476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1"/>
                </a:lnTo>
                <a:lnTo>
                  <a:pt x="5" y="9"/>
                </a:lnTo>
                <a:lnTo>
                  <a:pt x="0" y="9"/>
                </a:lnTo>
                <a:lnTo>
                  <a:pt x="2" y="0"/>
                </a:lnTo>
                <a:close/>
              </a:path>
            </a:pathLst>
          </a:custGeom>
          <a:solidFill>
            <a:srgbClr val="0000BB"/>
          </a:solidFill>
          <a:ln w="3542">
            <a:solidFill>
              <a:srgbClr val="000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3352800" y="24892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1"/>
                </a:lnTo>
                <a:lnTo>
                  <a:pt x="4" y="9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0000B7"/>
          </a:solidFill>
          <a:ln w="3542">
            <a:solidFill>
              <a:srgbClr val="000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3403600" y="25019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7"/>
                </a:lnTo>
                <a:lnTo>
                  <a:pt x="4" y="9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00009B"/>
          </a:solidFill>
          <a:ln w="3542">
            <a:solidFill>
              <a:srgbClr val="00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6" name="Picture 97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77" name="Picture 97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78" name="TextBox 97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359993" y="62376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tune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359993" y="861249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plotted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against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(0-10).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3488326" y="2720934"/>
            <a:ext cx="229706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3771215" y="2532422"/>
            <a:ext cx="201418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4040351" y="2353084"/>
            <a:ext cx="174504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3401071" y="2723290"/>
            <a:ext cx="238432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3090178" y="2695847"/>
            <a:ext cx="2695217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2779277" y="2668403"/>
            <a:ext cx="300611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2468385" y="2640960"/>
            <a:ext cx="331701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2157493" y="2613525"/>
            <a:ext cx="362790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1823460" y="2587949"/>
            <a:ext cx="396193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1781873" y="2220196"/>
            <a:ext cx="400352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1781873" y="1765820"/>
            <a:ext cx="400352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20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3829746" y="2718881"/>
            <a:ext cx="195564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2472199" y="2807479"/>
            <a:ext cx="331319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1624199" y="1942618"/>
            <a:ext cx="416119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Josefin Sans"/>
              </a:rPr>
              <a:t>Tips,</a:t>
            </a:r>
            <a:r>
              <a:rPr sz="697" b="0">
                <a:solidFill>
                  <a:srgbClr val="000000"/>
                </a:solidFill>
                <a:latin typeface="Josefin Sans"/>
              </a:rPr>
              <a:t> </a:t>
            </a:r>
            <a:r>
              <a:rPr sz="69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5626467" y="3150693"/>
            <a:ext cx="1589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92941" y="2250392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92941" y="22215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580944" y="22215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68948" y="22215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56952" y="22215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444955" y="22215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32959" y="2221590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292941" y="1530383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92941" y="225039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92941" y="210639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92941" y="196238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92941" y="181838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92941" y="167438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92941" y="153038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92941" y="1530383"/>
            <a:ext cx="720009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292941" y="1530383"/>
            <a:ext cx="720009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012950" y="1530383"/>
            <a:ext cx="720009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012950" y="1530383"/>
            <a:ext cx="720009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36956" y="2250381"/>
            <a:ext cx="1440017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236956" y="222157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524959" y="222157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12963" y="222157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100966" y="222157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388970" y="222157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676973" y="2221579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36956" y="1530373"/>
            <a:ext cx="0" cy="7200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236956" y="225038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236956" y="210638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36956" y="196237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236956" y="181837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236956" y="167437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236956" y="153037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236956" y="1530373"/>
            <a:ext cx="432005" cy="720008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24959" y="1530373"/>
            <a:ext cx="432005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956964" y="1530373"/>
            <a:ext cx="432006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100966" y="1530373"/>
            <a:ext cx="576007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-2" y="3146727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880002" y="3146727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9993" y="88074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9991" y="1118614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I’m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happy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result,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modify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membership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9991" y="1270442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36136" y="2267436"/>
            <a:ext cx="45492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8673" y="2267436"/>
            <a:ext cx="425672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16232" y="2267436"/>
            <a:ext cx="39691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03780" y="2267436"/>
            <a:ext cx="368161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92395" y="2267436"/>
            <a:ext cx="33930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63383" y="2267436"/>
            <a:ext cx="31220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18960" y="2421075"/>
            <a:ext cx="406643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Service,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50325" y="2211901"/>
            <a:ext cx="463507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59388" y="2067903"/>
            <a:ext cx="46260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61501" y="1923906"/>
            <a:ext cx="46238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57610" y="1779705"/>
            <a:ext cx="462778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58829" y="1635697"/>
            <a:ext cx="462656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74943" y="1491903"/>
            <a:ext cx="46104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1139" y="1499150"/>
            <a:ext cx="477425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78214" y="1863500"/>
            <a:ext cx="440718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04776" y="1858867"/>
            <a:ext cx="388061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17861" y="1864334"/>
            <a:ext cx="326753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80151" y="2267425"/>
            <a:ext cx="260524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72688" y="2267425"/>
            <a:ext cx="23127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2.0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760236" y="2267425"/>
            <a:ext cx="20251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4.0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47795" y="2267425"/>
            <a:ext cx="17376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6.0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36400" y="2267425"/>
            <a:ext cx="14489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8.0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07397" y="2267425"/>
            <a:ext cx="117799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10.0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62974" y="2421065"/>
            <a:ext cx="212242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Service,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94330" y="2211890"/>
            <a:ext cx="26910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03402" y="2067892"/>
            <a:ext cx="26819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05505" y="1923895"/>
            <a:ext cx="26798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01614" y="1779694"/>
            <a:ext cx="26837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02833" y="1635686"/>
            <a:ext cx="268256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18947" y="1491892"/>
            <a:ext cx="266644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955153" y="1499141"/>
            <a:ext cx="283024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64632" y="1863490"/>
            <a:ext cx="252076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48791" y="1858857"/>
            <a:ext cx="193660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19462" y="1864323"/>
            <a:ext cx="126593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Good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89662" y="3150915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27444" y="3150691"/>
            <a:ext cx="1579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901712" y="2423394"/>
            <a:ext cx="1554485" cy="13721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184606" y="2234886"/>
            <a:ext cx="1554485" cy="13721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467499" y="2046378"/>
            <a:ext cx="1554485" cy="13721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456197" y="2183592"/>
            <a:ext cx="565787" cy="377015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145301" y="2156149"/>
            <a:ext cx="565786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34404" y="2128707"/>
            <a:ext cx="565786" cy="377015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523506" y="2101264"/>
            <a:ext cx="565787" cy="377015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212609" y="2073821"/>
            <a:ext cx="565787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01712" y="2046378"/>
            <a:ext cx="565787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418541" y="2557283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3701434" y="2368776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3984328" y="2180268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901712" y="2423394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84606" y="2234886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67499" y="2046378"/>
            <a:ext cx="37657" cy="332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456197" y="2539647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145301" y="2512205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4404" y="2484762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523506" y="2457320"/>
            <a:ext cx="31455" cy="2095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212609" y="2429877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901712" y="2402434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3990530" y="2183592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3679633" y="2156149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368736" y="2128707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3057839" y="2101264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2746942" y="2073821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436045" y="2046378"/>
            <a:ext cx="31454" cy="2096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456197" y="2183592"/>
            <a:ext cx="565787" cy="377015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901712" y="2046378"/>
            <a:ext cx="565787" cy="377016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1901712" y="2423394"/>
            <a:ext cx="1554485" cy="137213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467499" y="2046378"/>
            <a:ext cx="1554485" cy="137214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01712" y="1321950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184606" y="1133443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467499" y="944935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3990530" y="1082148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3679633" y="1054705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3368736" y="1027263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3057839" y="999820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2746942" y="972377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2436045" y="944935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901712" y="944935"/>
            <a:ext cx="565787" cy="377015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2467499" y="944935"/>
            <a:ext cx="1554485" cy="137213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456197" y="2522804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145301" y="2495362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834404" y="2467919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523506" y="2440477"/>
            <a:ext cx="0" cy="37802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212609" y="2413034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901712" y="2385591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901712" y="2099866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901712" y="1645479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901712" y="1321950"/>
            <a:ext cx="0" cy="1101444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021984" y="1082148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711087" y="1054705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400190" y="1027263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089293" y="999820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778396" y="972377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467499" y="944935"/>
            <a:ext cx="0" cy="110144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021984" y="2145789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711087" y="2118346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400190" y="2090903"/>
            <a:ext cx="0" cy="3780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089293" y="2063461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78396" y="2036018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467499" y="2008576"/>
            <a:ext cx="0" cy="37802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021984" y="1082148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711087" y="1054705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400190" y="1027263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089293" y="999820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778396" y="972377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467499" y="944935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2467499" y="1722850"/>
            <a:ext cx="1554485" cy="13721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2467499" y="1268463"/>
            <a:ext cx="1554485" cy="13721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3984328" y="1856739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3984328" y="1402353"/>
            <a:ext cx="37656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467499" y="1722850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467499" y="1268463"/>
            <a:ext cx="37657" cy="332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021984" y="1082148"/>
            <a:ext cx="0" cy="1101444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467499" y="944935"/>
            <a:ext cx="0" cy="1101443"/>
          </a:xfrm>
          <a:prstGeom prst="line">
            <a:avLst/>
          </a:prstGeom>
          <a:ln w="3542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456197" y="2522804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739091" y="2334297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4021984" y="2145789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3990530" y="1860063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3990530" y="1405677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901712" y="1321950"/>
            <a:ext cx="0" cy="1101444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184606" y="1133443"/>
            <a:ext cx="0" cy="110144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467499" y="944935"/>
            <a:ext cx="0" cy="1101443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901712" y="2385591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184606" y="2197083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467499" y="2008576"/>
            <a:ext cx="0" cy="37802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01712" y="1321950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184606" y="1133443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467499" y="944935"/>
            <a:ext cx="0" cy="378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901712" y="1722850"/>
            <a:ext cx="565787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901712" y="1268463"/>
            <a:ext cx="565787" cy="377016"/>
          </a:xfrm>
          <a:prstGeom prst="line">
            <a:avLst/>
          </a:prstGeom>
          <a:ln w="3542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901712" y="2078906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901712" y="1624519"/>
            <a:ext cx="31455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2436045" y="1722850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2436045" y="1268463"/>
            <a:ext cx="31454" cy="2096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2451100" y="10414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20000"/>
          </a:solidFill>
          <a:ln w="3542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2501900" y="1041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40000"/>
          </a:solidFill>
          <a:ln w="3542">
            <a:solidFill>
              <a:srgbClr val="6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2552700" y="10541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80000"/>
          </a:solidFill>
          <a:ln w="3542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603500" y="1054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D0000"/>
          </a:solidFill>
          <a:ln w="3542">
            <a:solidFill>
              <a:srgbClr val="7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667000" y="1066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4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717800" y="1079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C0000"/>
          </a:solidFill>
          <a:ln w="3542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768600" y="1092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50000"/>
          </a:solidFill>
          <a:ln w="3542">
            <a:solidFill>
              <a:srgbClr val="8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819400" y="110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70000"/>
          </a:solidFill>
          <a:ln w="3542"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882900" y="1104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00000"/>
          </a:solidFill>
          <a:ln w="3542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933700" y="1104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80000"/>
          </a:solidFill>
          <a:ln w="3542">
            <a:solidFill>
              <a:srgbClr val="7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984500" y="110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10000"/>
          </a:solidFill>
          <a:ln w="3542">
            <a:solidFill>
              <a:srgbClr val="7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3035300" y="110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A0000"/>
          </a:solidFill>
          <a:ln w="3542">
            <a:solidFill>
              <a:srgbClr val="6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086100" y="110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50000"/>
          </a:solidFill>
          <a:ln w="3542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3149600" y="1104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30000"/>
          </a:solidFill>
          <a:ln w="3542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3200400" y="110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3251200" y="11557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7"/>
                </a:lnTo>
                <a:lnTo>
                  <a:pt x="4" y="8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E60000"/>
          </a:solidFill>
          <a:ln w="3542">
            <a:solidFill>
              <a:srgbClr val="B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302000" y="124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5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3800"/>
          </a:solidFill>
          <a:ln w="3542">
            <a:solidFill>
              <a:srgbClr val="CC2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3365500" y="1308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7800"/>
          </a:solidFill>
          <a:ln w="3542">
            <a:solidFill>
              <a:srgbClr val="CC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3416300" y="13716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AC00"/>
          </a:solidFill>
          <a:ln w="3542">
            <a:solidFill>
              <a:srgbClr val="CC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3467100" y="1422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D700"/>
          </a:solidFill>
          <a:ln w="3542">
            <a:solidFill>
              <a:srgbClr val="CC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3517900" y="1460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FB00"/>
          </a:solidFill>
          <a:ln w="3542">
            <a:solidFill>
              <a:srgbClr val="CC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3568700" y="1485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E5FF1A"/>
          </a:solidFill>
          <a:ln w="3542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632200" y="1524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BFF34"/>
          </a:solidFill>
          <a:ln w="3542">
            <a:solidFill>
              <a:srgbClr val="A2C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3683000" y="1549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6FF49"/>
          </a:solidFill>
          <a:ln w="3542">
            <a:solidFill>
              <a:srgbClr val="91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3733800" y="1574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4FF5B"/>
          </a:solidFill>
          <a:ln w="3542">
            <a:solidFill>
              <a:srgbClr val="84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3784600" y="1587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6FF69"/>
          </a:solidFill>
          <a:ln w="3542">
            <a:solidFill>
              <a:srgbClr val="78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835400" y="1600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3898900" y="1612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4FF7B"/>
          </a:solidFill>
          <a:ln w="3542">
            <a:solidFill>
              <a:srgbClr val="6AC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3949700" y="1625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0FF7F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2425700" y="1054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50000"/>
          </a:solidFill>
          <a:ln w="3542">
            <a:solidFill>
              <a:srgbClr val="6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476500" y="1054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60000"/>
          </a:solidFill>
          <a:ln w="3542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540000" y="10668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80000"/>
          </a:solidFill>
          <a:ln w="3542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590800" y="1066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D0000"/>
          </a:solidFill>
          <a:ln w="3542">
            <a:solidFill>
              <a:srgbClr val="7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641600" y="1079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4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692400" y="1092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C0000"/>
          </a:solidFill>
          <a:ln w="3542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755900" y="1104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50000"/>
          </a:solidFill>
          <a:ln w="3542">
            <a:solidFill>
              <a:srgbClr val="8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806700" y="111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70000"/>
          </a:solidFill>
          <a:ln w="3542"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2857500" y="111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00000"/>
          </a:solidFill>
          <a:ln w="3542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2908300" y="111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80000"/>
          </a:solidFill>
          <a:ln w="3542">
            <a:solidFill>
              <a:srgbClr val="7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959100" y="111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10000"/>
          </a:solidFill>
          <a:ln w="3542">
            <a:solidFill>
              <a:srgbClr val="7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3022600" y="1117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A0000"/>
          </a:solidFill>
          <a:ln w="3542">
            <a:solidFill>
              <a:srgbClr val="6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3073400" y="111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60000"/>
          </a:solidFill>
          <a:ln w="3542">
            <a:solidFill>
              <a:srgbClr val="6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3124200" y="111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50000"/>
          </a:solidFill>
          <a:ln w="3542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3175000" y="1117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5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10000"/>
          </a:solidFill>
          <a:ln w="3542">
            <a:solidFill>
              <a:srgbClr val="8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3238500" y="11684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7"/>
                </a:lnTo>
                <a:lnTo>
                  <a:pt x="4" y="8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E90000"/>
          </a:solidFill>
          <a:ln w="3542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3289300" y="125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3900"/>
          </a:solidFill>
          <a:ln w="3542">
            <a:solidFill>
              <a:srgbClr val="CC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3340100" y="1320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7800"/>
          </a:solidFill>
          <a:ln w="3542">
            <a:solidFill>
              <a:srgbClr val="CC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3390900" y="1384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AC00"/>
          </a:solidFill>
          <a:ln w="3542">
            <a:solidFill>
              <a:srgbClr val="CC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3441700" y="1435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D700"/>
          </a:solidFill>
          <a:ln w="3542">
            <a:solidFill>
              <a:srgbClr val="CC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3505200" y="1473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FB00"/>
          </a:solidFill>
          <a:ln w="3542">
            <a:solidFill>
              <a:srgbClr val="CC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556000" y="1498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5FF1A"/>
          </a:solidFill>
          <a:ln w="3542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3606800" y="1536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BFF34"/>
          </a:solidFill>
          <a:ln w="3542">
            <a:solidFill>
              <a:srgbClr val="A2C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3657600" y="1562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B6FF49"/>
          </a:solidFill>
          <a:ln w="3542">
            <a:solidFill>
              <a:srgbClr val="91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3721100" y="1587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4FF5B"/>
          </a:solidFill>
          <a:ln w="3542">
            <a:solidFill>
              <a:srgbClr val="84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3771900" y="1600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6FF69"/>
          </a:solidFill>
          <a:ln w="3542">
            <a:solidFill>
              <a:srgbClr val="78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3822700" y="1612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3873500" y="1625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4FF7B"/>
          </a:solidFill>
          <a:ln w="3542">
            <a:solidFill>
              <a:srgbClr val="6AC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3924300" y="1638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0FF7F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2413000" y="1066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B0000"/>
          </a:solidFill>
          <a:ln w="3542">
            <a:solidFill>
              <a:srgbClr val="6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2463800" y="10795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B0000"/>
          </a:solidFill>
          <a:ln w="3542">
            <a:solidFill>
              <a:srgbClr val="6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2514600" y="1079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C0000"/>
          </a:solidFill>
          <a:ln w="3542">
            <a:solidFill>
              <a:srgbClr val="7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2565400" y="1079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E0000"/>
          </a:solidFill>
          <a:ln w="3542">
            <a:solidFill>
              <a:srgbClr val="7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628900" y="1092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4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679700" y="1104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C0000"/>
          </a:solidFill>
          <a:ln w="3542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730500" y="1117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50000"/>
          </a:solidFill>
          <a:ln w="3542">
            <a:solidFill>
              <a:srgbClr val="8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781300" y="11303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70000"/>
          </a:solidFill>
          <a:ln w="3542"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32100" y="11303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00000"/>
          </a:solidFill>
          <a:ln w="3542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95600" y="11303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80000"/>
          </a:solidFill>
          <a:ln w="3542">
            <a:solidFill>
              <a:srgbClr val="7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6400" y="11303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10000"/>
          </a:solidFill>
          <a:ln w="3542">
            <a:solidFill>
              <a:srgbClr val="7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997200" y="11303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D0000"/>
          </a:solidFill>
          <a:ln w="3542">
            <a:solidFill>
              <a:srgbClr val="7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048000" y="1130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B0000"/>
          </a:solidFill>
          <a:ln w="3542">
            <a:solidFill>
              <a:srgbClr val="6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111500" y="1130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B0000"/>
          </a:solidFill>
          <a:ln w="3542">
            <a:solidFill>
              <a:srgbClr val="6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3162300" y="113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5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A80000"/>
          </a:solidFill>
          <a:ln w="3542">
            <a:solidFill>
              <a:srgbClr val="8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3213100" y="1193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6"/>
                </a:lnTo>
                <a:lnTo>
                  <a:pt x="4" y="8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10000"/>
          </a:solidFill>
          <a:ln w="3542">
            <a:solidFill>
              <a:srgbClr val="C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3263900" y="12700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5"/>
                </a:lnTo>
                <a:lnTo>
                  <a:pt x="4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4000"/>
          </a:solidFill>
          <a:ln w="3542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3314700" y="1333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5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7C00"/>
          </a:solidFill>
          <a:ln w="3542">
            <a:solidFill>
              <a:srgbClr val="CC6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3378200" y="13970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AD00"/>
          </a:solidFill>
          <a:ln w="3542">
            <a:solidFill>
              <a:srgbClr val="CC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3429000" y="1447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D700"/>
          </a:solidFill>
          <a:ln w="3542">
            <a:solidFill>
              <a:srgbClr val="CC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3479800" y="1485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FB00"/>
          </a:solidFill>
          <a:ln w="3542">
            <a:solidFill>
              <a:srgbClr val="CC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3530600" y="1511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5FF1A"/>
          </a:solidFill>
          <a:ln w="3542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3594100" y="1549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BFF34"/>
          </a:solidFill>
          <a:ln w="3542">
            <a:solidFill>
              <a:srgbClr val="A2C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3644900" y="1574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6FF49"/>
          </a:solidFill>
          <a:ln w="3542">
            <a:solidFill>
              <a:srgbClr val="91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3695700" y="1600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4FF5B"/>
          </a:solidFill>
          <a:ln w="3542">
            <a:solidFill>
              <a:srgbClr val="84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3746500" y="1612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6FF68"/>
          </a:solidFill>
          <a:ln w="3542">
            <a:solidFill>
              <a:srgbClr val="78C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3797300" y="1625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3860800" y="1638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5FF7A"/>
          </a:solidFill>
          <a:ln w="3542">
            <a:solidFill>
              <a:srgbClr val="6AC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3911600" y="1651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0FF7F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2387600" y="1092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3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2438400" y="1092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3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2501900" y="1092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3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552700" y="1104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4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2603500" y="1104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60000"/>
          </a:solidFill>
          <a:ln w="3542">
            <a:solidFill>
              <a:srgbClr val="7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2654300" y="1117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C0000"/>
          </a:solidFill>
          <a:ln w="3542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2705100" y="1130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50000"/>
          </a:solidFill>
          <a:ln w="3542">
            <a:solidFill>
              <a:srgbClr val="8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2768600" y="1143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70000"/>
          </a:solidFill>
          <a:ln w="3542"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2819400" y="11430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00000"/>
          </a:solidFill>
          <a:ln w="3542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2870200" y="11430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90000"/>
          </a:solidFill>
          <a:ln w="3542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2921000" y="11430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40000"/>
          </a:solidFill>
          <a:ln w="3542">
            <a:solidFill>
              <a:srgbClr val="7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2984500" y="1143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3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3035300" y="1143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3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3086100" y="1155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30000"/>
          </a:solidFill>
          <a:ln w="3542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3136900" y="1155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B10000"/>
          </a:solidFill>
          <a:ln w="3542">
            <a:solidFill>
              <a:srgbClr val="8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3187700" y="1206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7"/>
                </a:lnTo>
                <a:lnTo>
                  <a:pt x="5" y="9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D0000"/>
          </a:solidFill>
          <a:ln w="3542">
            <a:solidFill>
              <a:srgbClr val="C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3251200" y="12954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5"/>
                </a:lnTo>
                <a:lnTo>
                  <a:pt x="4" y="7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4D00"/>
          </a:solidFill>
          <a:ln w="3542">
            <a:solidFill>
              <a:srgbClr val="CC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3302000" y="1358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8700"/>
          </a:solidFill>
          <a:ln w="3542">
            <a:solidFill>
              <a:srgbClr val="CC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3352800" y="1409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B300"/>
          </a:solidFill>
          <a:ln w="3542">
            <a:solidFill>
              <a:srgbClr val="CC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3403600" y="1460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D900"/>
          </a:solidFill>
          <a:ln w="3542">
            <a:solidFill>
              <a:srgbClr val="CCA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3467100" y="1498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FB00"/>
          </a:solidFill>
          <a:ln w="3542">
            <a:solidFill>
              <a:srgbClr val="CC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3517900" y="1536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5FF1A"/>
          </a:solidFill>
          <a:ln w="3542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3568700" y="1562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BFF34"/>
          </a:solidFill>
          <a:ln w="3542">
            <a:solidFill>
              <a:srgbClr val="A2C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3619500" y="1587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B6FF49"/>
          </a:solidFill>
          <a:ln w="3542">
            <a:solidFill>
              <a:srgbClr val="91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3670300" y="1612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5FF5A"/>
          </a:solidFill>
          <a:ln w="3542">
            <a:solidFill>
              <a:srgbClr val="84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3733800" y="1625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7FF68"/>
          </a:solidFill>
          <a:ln w="3542">
            <a:solidFill>
              <a:srgbClr val="79C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3784600" y="1638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DFF72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3835400" y="1651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5FF7A"/>
          </a:solidFill>
          <a:ln w="3542">
            <a:solidFill>
              <a:srgbClr val="6AC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3886200" y="1663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0FF7E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2374900" y="1104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2425700" y="1117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2476500" y="1117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2527300" y="1117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2578100" y="1130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2641600" y="1130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F0000"/>
          </a:solidFill>
          <a:ln w="3542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692400" y="1143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50000"/>
          </a:solidFill>
          <a:ln w="3542">
            <a:solidFill>
              <a:srgbClr val="8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743200" y="11557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70000"/>
          </a:solidFill>
          <a:ln w="3542">
            <a:solidFill>
              <a:srgbClr val="8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2794000" y="11557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20000"/>
          </a:solidFill>
          <a:ln w="3542">
            <a:solidFill>
              <a:srgbClr val="8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857500" y="1155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E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908300" y="1155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959100" y="1155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3009900" y="1168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3060700" y="1168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D0000"/>
          </a:solidFill>
          <a:ln w="3542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3124200" y="1181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C0000"/>
          </a:solidFill>
          <a:ln w="3542">
            <a:solidFill>
              <a:srgbClr val="9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3175000" y="12319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1" y="0"/>
                </a:moveTo>
                <a:lnTo>
                  <a:pt x="6" y="7"/>
                </a:lnTo>
                <a:lnTo>
                  <a:pt x="4" y="10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0D00"/>
          </a:solidFill>
          <a:ln w="3542">
            <a:solidFill>
              <a:srgbClr val="CC0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3225800" y="1320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5"/>
                </a:lnTo>
                <a:lnTo>
                  <a:pt x="4" y="8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5F00"/>
          </a:solidFill>
          <a:ln w="3542">
            <a:solidFill>
              <a:srgbClr val="CC4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3276600" y="13843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4"/>
                </a:lnTo>
                <a:lnTo>
                  <a:pt x="5" y="7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9A00"/>
          </a:solidFill>
          <a:ln w="3542">
            <a:solidFill>
              <a:srgbClr val="CC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3340100" y="1435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3"/>
                </a:lnTo>
                <a:lnTo>
                  <a:pt x="4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3390900" y="1473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E300"/>
          </a:solidFill>
          <a:ln w="3542">
            <a:solidFill>
              <a:srgbClr val="CCB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3441700" y="1511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FE00"/>
          </a:solidFill>
          <a:ln w="3542">
            <a:solidFill>
              <a:srgbClr val="CC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3492500" y="1549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E5FF1A"/>
          </a:solidFill>
          <a:ln w="3542">
            <a:solidFill>
              <a:srgbClr val="B7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3543300" y="1574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BFF34"/>
          </a:solidFill>
          <a:ln w="3542">
            <a:solidFill>
              <a:srgbClr val="A3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3606800" y="1600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2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7FF48"/>
          </a:solidFill>
          <a:ln w="3542">
            <a:solidFill>
              <a:srgbClr val="92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3657600" y="1625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7FF58"/>
          </a:solidFill>
          <a:ln w="3542">
            <a:solidFill>
              <a:srgbClr val="85C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3708400" y="1638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9FF66"/>
          </a:solidFill>
          <a:ln w="3542">
            <a:solidFill>
              <a:srgbClr val="7AC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3759200" y="1651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DFF72"/>
          </a:solidFill>
          <a:ln w="3542">
            <a:solidFill>
              <a:srgbClr val="71C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3822700" y="16637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5FF7A"/>
          </a:solidFill>
          <a:ln w="3542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3873500" y="1676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1FF7E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2349500" y="113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B40000"/>
          </a:solidFill>
          <a:ln w="3542">
            <a:solidFill>
              <a:srgbClr val="9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2400300" y="1143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2463800" y="1143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0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2514600" y="1143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1"/>
                </a:lnTo>
                <a:lnTo>
                  <a:pt x="4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2565400" y="1155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2616200" y="1155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0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667000" y="1155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5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C20000"/>
          </a:solidFill>
          <a:ln w="3542">
            <a:solidFill>
              <a:srgbClr val="9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2730500" y="1168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C30000"/>
          </a:solidFill>
          <a:ln w="3542">
            <a:solidFill>
              <a:srgbClr val="9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781300" y="1168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0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C1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832100" y="1168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2882900" y="1181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0"/>
                </a:lnTo>
                <a:lnTo>
                  <a:pt x="5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946400" y="1181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1"/>
                </a:lnTo>
                <a:lnTo>
                  <a:pt x="4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2997200" y="11938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3048000" y="119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0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C00000"/>
          </a:solidFill>
          <a:ln w="3542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3098800" y="1193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5"/>
                </a:lnTo>
                <a:lnTo>
                  <a:pt x="4" y="8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D60000"/>
          </a:solidFill>
          <a:ln w="3542">
            <a:solidFill>
              <a:srgbClr val="A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3149600" y="12573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8"/>
                </a:lnTo>
                <a:lnTo>
                  <a:pt x="5" y="10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2000"/>
          </a:solidFill>
          <a:ln w="3542">
            <a:solidFill>
              <a:srgbClr val="CC1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3213100" y="13589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5"/>
                </a:lnTo>
                <a:lnTo>
                  <a:pt x="4" y="8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7600"/>
          </a:solidFill>
          <a:ln w="3542">
            <a:solidFill>
              <a:srgbClr val="CC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3263900" y="14224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4"/>
                </a:lnTo>
                <a:lnTo>
                  <a:pt x="4" y="7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B100"/>
          </a:solidFill>
          <a:ln w="3542">
            <a:solidFill>
              <a:srgbClr val="CC8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3314700" y="147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3"/>
                </a:lnTo>
                <a:lnTo>
                  <a:pt x="4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DB00"/>
          </a:solidFill>
          <a:ln w="3542">
            <a:solidFill>
              <a:srgbClr val="CCA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3365500" y="1511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F800"/>
          </a:solidFill>
          <a:ln w="3542">
            <a:solidFill>
              <a:srgbClr val="CC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3416300" y="1536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1FF0E"/>
          </a:solidFill>
          <a:ln w="3542">
            <a:solidFill>
              <a:srgbClr val="C1CC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3479800" y="1562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E0FF1F"/>
          </a:solidFill>
          <a:ln w="3542">
            <a:solidFill>
              <a:srgbClr val="B3C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3530600" y="1587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2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3581400" y="1612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BBFF44"/>
          </a:solidFill>
          <a:ln w="3542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3632200" y="1625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AFF55"/>
          </a:solidFill>
          <a:ln w="3542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3695700" y="1651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BFF64"/>
          </a:solidFill>
          <a:ln w="3542">
            <a:solidFill>
              <a:srgbClr val="7CC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3746500" y="1663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FFF70"/>
          </a:solidFill>
          <a:ln w="3542">
            <a:solidFill>
              <a:srgbClr val="72C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3797300" y="1676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6FF79"/>
          </a:solidFill>
          <a:ln w="3542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3848100" y="1689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0FF7F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2336800" y="1155700"/>
            <a:ext cx="63500" cy="152400"/>
          </a:xfrm>
          <a:custGeom>
            <a:avLst/>
            <a:gdLst/>
            <a:ahLst/>
            <a:cxnLst/>
            <a:rect l="l" t="t" r="r" b="b"/>
            <a:pathLst>
              <a:path w="5" h="12">
                <a:moveTo>
                  <a:pt x="1" y="0"/>
                </a:moveTo>
                <a:lnTo>
                  <a:pt x="5" y="4"/>
                </a:lnTo>
                <a:lnTo>
                  <a:pt x="4" y="1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E40000"/>
          </a:solidFill>
          <a:ln w="3542">
            <a:solidFill>
              <a:srgbClr val="B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2387600" y="120650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1" y="0"/>
                </a:moveTo>
                <a:lnTo>
                  <a:pt x="6" y="0"/>
                </a:lnTo>
                <a:lnTo>
                  <a:pt x="4" y="15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FF2B00"/>
          </a:solidFill>
          <a:ln w="3542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2438400" y="1206500"/>
            <a:ext cx="76200" cy="203200"/>
          </a:xfrm>
          <a:custGeom>
            <a:avLst/>
            <a:gdLst/>
            <a:ahLst/>
            <a:cxnLst/>
            <a:rect l="l" t="t" r="r" b="b"/>
            <a:pathLst>
              <a:path w="6" h="16">
                <a:moveTo>
                  <a:pt x="2" y="0"/>
                </a:moveTo>
                <a:lnTo>
                  <a:pt x="6" y="1"/>
                </a:lnTo>
                <a:lnTo>
                  <a:pt x="4" y="16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2489200" y="121920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2" y="0"/>
                </a:moveTo>
                <a:lnTo>
                  <a:pt x="6" y="0"/>
                </a:lnTo>
                <a:lnTo>
                  <a:pt x="4" y="15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2540000" y="121920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2" y="0"/>
                </a:moveTo>
                <a:lnTo>
                  <a:pt x="6" y="0"/>
                </a:lnTo>
                <a:lnTo>
                  <a:pt x="5" y="15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2603500" y="1219200"/>
            <a:ext cx="63500" cy="203200"/>
          </a:xfrm>
          <a:custGeom>
            <a:avLst/>
            <a:gdLst/>
            <a:ahLst/>
            <a:cxnLst/>
            <a:rect l="l" t="t" r="r" b="b"/>
            <a:pathLst>
              <a:path w="5" h="16">
                <a:moveTo>
                  <a:pt x="1" y="0"/>
                </a:moveTo>
                <a:lnTo>
                  <a:pt x="5" y="1"/>
                </a:lnTo>
                <a:lnTo>
                  <a:pt x="4" y="16"/>
                </a:ln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2654300" y="123190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1" y="0"/>
                </a:moveTo>
                <a:lnTo>
                  <a:pt x="6" y="0"/>
                </a:lnTo>
                <a:lnTo>
                  <a:pt x="4" y="15"/>
                </a:ln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2705100" y="123190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2" y="0"/>
                </a:moveTo>
                <a:lnTo>
                  <a:pt x="6" y="0"/>
                </a:lnTo>
                <a:lnTo>
                  <a:pt x="4" y="15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755900" y="1231900"/>
            <a:ext cx="76200" cy="203200"/>
          </a:xfrm>
          <a:custGeom>
            <a:avLst/>
            <a:gdLst/>
            <a:ahLst/>
            <a:cxnLst/>
            <a:rect l="l" t="t" r="r" b="b"/>
            <a:pathLst>
              <a:path w="6" h="16">
                <a:moveTo>
                  <a:pt x="2" y="0"/>
                </a:moveTo>
                <a:lnTo>
                  <a:pt x="6" y="1"/>
                </a:lnTo>
                <a:lnTo>
                  <a:pt x="5" y="16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2819400" y="1244600"/>
            <a:ext cx="63500" cy="190500"/>
          </a:xfrm>
          <a:custGeom>
            <a:avLst/>
            <a:gdLst/>
            <a:ahLst/>
            <a:cxnLst/>
            <a:rect l="l" t="t" r="r" b="b"/>
            <a:pathLst>
              <a:path w="5" h="15">
                <a:moveTo>
                  <a:pt x="1" y="0"/>
                </a:moveTo>
                <a:lnTo>
                  <a:pt x="5" y="0"/>
                </a:lnTo>
                <a:lnTo>
                  <a:pt x="4" y="15"/>
                </a:ln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870200" y="1244600"/>
            <a:ext cx="76200" cy="203200"/>
          </a:xfrm>
          <a:custGeom>
            <a:avLst/>
            <a:gdLst/>
            <a:ahLst/>
            <a:cxnLst/>
            <a:rect l="l" t="t" r="r" b="b"/>
            <a:pathLst>
              <a:path w="6" h="16">
                <a:moveTo>
                  <a:pt x="1" y="0"/>
                </a:moveTo>
                <a:lnTo>
                  <a:pt x="6" y="1"/>
                </a:lnTo>
                <a:lnTo>
                  <a:pt x="4" y="16"/>
                </a:ln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921000" y="125730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2" y="0"/>
                </a:moveTo>
                <a:lnTo>
                  <a:pt x="6" y="0"/>
                </a:lnTo>
                <a:lnTo>
                  <a:pt x="4" y="15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971800" y="1257300"/>
            <a:ext cx="76200" cy="1905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2" y="0"/>
                </a:moveTo>
                <a:lnTo>
                  <a:pt x="6" y="0"/>
                </a:lnTo>
                <a:lnTo>
                  <a:pt x="4" y="15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3022600" y="1257300"/>
            <a:ext cx="76200" cy="203200"/>
          </a:xfrm>
          <a:custGeom>
            <a:avLst/>
            <a:gdLst/>
            <a:ahLst/>
            <a:cxnLst/>
            <a:rect l="l" t="t" r="r" b="b"/>
            <a:pathLst>
              <a:path w="6" h="16">
                <a:moveTo>
                  <a:pt x="2" y="0"/>
                </a:moveTo>
                <a:lnTo>
                  <a:pt x="6" y="1"/>
                </a:lnTo>
                <a:lnTo>
                  <a:pt x="5" y="16"/>
                </a:lnTo>
                <a:lnTo>
                  <a:pt x="0" y="15"/>
                </a:lnTo>
                <a:lnTo>
                  <a:pt x="2" y="0"/>
                </a:lnTo>
                <a:close/>
              </a:path>
            </a:pathLst>
          </a:custGeom>
          <a:solidFill>
            <a:srgbClr val="FF4200"/>
          </a:solidFill>
          <a:ln w="3542">
            <a:solidFill>
              <a:srgbClr val="CC3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3086100" y="1270000"/>
            <a:ext cx="63500" cy="190500"/>
          </a:xfrm>
          <a:custGeom>
            <a:avLst/>
            <a:gdLst/>
            <a:ahLst/>
            <a:cxnLst/>
            <a:rect l="l" t="t" r="r" b="b"/>
            <a:pathLst>
              <a:path w="5" h="15">
                <a:moveTo>
                  <a:pt x="1" y="0"/>
                </a:moveTo>
                <a:lnTo>
                  <a:pt x="5" y="2"/>
                </a:lnTo>
                <a:lnTo>
                  <a:pt x="4" y="15"/>
                </a:ln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FF4800"/>
          </a:solidFill>
          <a:ln w="3542">
            <a:solidFill>
              <a:srgbClr val="CC3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3136900" y="1295400"/>
            <a:ext cx="76200" cy="177800"/>
          </a:xfrm>
          <a:custGeom>
            <a:avLst/>
            <a:gdLst/>
            <a:ahLst/>
            <a:cxnLst/>
            <a:rect l="l" t="t" r="r" b="b"/>
            <a:pathLst>
              <a:path w="6" h="14">
                <a:moveTo>
                  <a:pt x="1" y="0"/>
                </a:moveTo>
                <a:lnTo>
                  <a:pt x="6" y="7"/>
                </a:lnTo>
                <a:lnTo>
                  <a:pt x="4" y="14"/>
                </a:lnTo>
                <a:lnTo>
                  <a:pt x="0" y="13"/>
                </a:lnTo>
                <a:lnTo>
                  <a:pt x="1" y="0"/>
                </a:lnTo>
                <a:close/>
              </a:path>
            </a:pathLst>
          </a:custGeom>
          <a:solidFill>
            <a:srgbClr val="FF6C00"/>
          </a:solidFill>
          <a:ln w="3542">
            <a:solidFill>
              <a:srgbClr val="CC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3187700" y="13843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6"/>
                </a:lnTo>
                <a:lnTo>
                  <a:pt x="4" y="11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FFA400"/>
          </a:solidFill>
          <a:ln w="3542">
            <a:solidFill>
              <a:srgbClr val="CC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3238500" y="1460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4"/>
                </a:lnTo>
                <a:lnTo>
                  <a:pt x="5" y="8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FFD800"/>
          </a:solidFill>
          <a:ln w="3542">
            <a:solidFill>
              <a:srgbClr val="CCA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302000" y="15113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3"/>
                </a:lnTo>
                <a:lnTo>
                  <a:pt x="4" y="7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EFF01"/>
          </a:solidFill>
          <a:ln w="3542">
            <a:solidFill>
              <a:srgbClr val="CBC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3352800" y="15494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2"/>
                </a:lnTo>
                <a:lnTo>
                  <a:pt x="4" y="6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E3FF1C"/>
          </a:solidFill>
          <a:ln w="3542">
            <a:solidFill>
              <a:srgbClr val="B6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403600" y="1574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D4FF2B"/>
          </a:solidFill>
          <a:ln w="3542">
            <a:solidFill>
              <a:srgbClr val="A9C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3454400" y="1587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3505200" y="1600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8FF37"/>
          </a:solidFill>
          <a:ln w="3542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3568700" y="1612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AFF45"/>
          </a:solidFill>
          <a:ln w="3542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3619500" y="1638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9FF56"/>
          </a:solidFill>
          <a:ln w="3542">
            <a:solidFill>
              <a:srgbClr val="87C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3670300" y="1663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8FF67"/>
          </a:solidFill>
          <a:ln w="3542">
            <a:solidFill>
              <a:srgbClr val="7AC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3721100" y="1676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AFF75"/>
          </a:solidFill>
          <a:ln w="3542">
            <a:solidFill>
              <a:srgbClr val="6FC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37719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0FF7F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835400" y="17018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BFF84"/>
          </a:solidFill>
          <a:ln w="3542">
            <a:solidFill>
              <a:srgbClr val="62C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2311400" y="1181100"/>
            <a:ext cx="76200" cy="177800"/>
          </a:xfrm>
          <a:custGeom>
            <a:avLst/>
            <a:gdLst/>
            <a:ahLst/>
            <a:cxnLst/>
            <a:rect l="l" t="t" r="r" b="b"/>
            <a:pathLst>
              <a:path w="6" h="14">
                <a:moveTo>
                  <a:pt x="2" y="0"/>
                </a:moveTo>
                <a:lnTo>
                  <a:pt x="6" y="10"/>
                </a:lnTo>
                <a:lnTo>
                  <a:pt x="4" y="1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0F00"/>
          </a:solidFill>
          <a:ln w="3542">
            <a:solidFill>
              <a:srgbClr val="CC0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2362200" y="13081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7"/>
                </a:lnTo>
                <a:lnTo>
                  <a:pt x="4" y="11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8A00"/>
          </a:solidFill>
          <a:ln w="3542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2413000" y="13970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1"/>
                </a:lnTo>
                <a:lnTo>
                  <a:pt x="5" y="9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C900"/>
          </a:solidFill>
          <a:ln w="3542">
            <a:solidFill>
              <a:srgbClr val="CCA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2476500" y="14097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0"/>
                </a:lnTo>
                <a:lnTo>
                  <a:pt x="4" y="10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FFE000"/>
          </a:solidFill>
          <a:ln w="3542">
            <a:solidFill>
              <a:srgbClr val="CC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2527300" y="14097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0"/>
                </a:moveTo>
                <a:lnTo>
                  <a:pt x="6" y="0"/>
                </a:lnTo>
                <a:lnTo>
                  <a:pt x="4" y="11"/>
                </a:lnTo>
                <a:lnTo>
                  <a:pt x="0" y="10"/>
                </a:lnTo>
                <a:lnTo>
                  <a:pt x="1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2578100" y="14097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1"/>
                </a:lnTo>
                <a:lnTo>
                  <a:pt x="4" y="11"/>
                </a:lnTo>
                <a:lnTo>
                  <a:pt x="0" y="11"/>
                </a:lnTo>
                <a:lnTo>
                  <a:pt x="2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628900" y="14224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0"/>
                </a:lnTo>
                <a:lnTo>
                  <a:pt x="5" y="10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692400" y="1422400"/>
            <a:ext cx="63500" cy="139700"/>
          </a:xfrm>
          <a:custGeom>
            <a:avLst/>
            <a:gdLst/>
            <a:ahLst/>
            <a:cxnLst/>
            <a:rect l="l" t="t" r="r" b="b"/>
            <a:pathLst>
              <a:path w="5" h="11">
                <a:moveTo>
                  <a:pt x="1" y="0"/>
                </a:moveTo>
                <a:lnTo>
                  <a:pt x="5" y="0"/>
                </a:lnTo>
                <a:lnTo>
                  <a:pt x="4" y="11"/>
                </a:lnTo>
                <a:lnTo>
                  <a:pt x="0" y="10"/>
                </a:lnTo>
                <a:lnTo>
                  <a:pt x="1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2743200" y="14224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0"/>
                </a:moveTo>
                <a:lnTo>
                  <a:pt x="6" y="1"/>
                </a:lnTo>
                <a:lnTo>
                  <a:pt x="4" y="11"/>
                </a:lnTo>
                <a:lnTo>
                  <a:pt x="0" y="11"/>
                </a:lnTo>
                <a:lnTo>
                  <a:pt x="1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794000" y="14351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0"/>
                </a:lnTo>
                <a:lnTo>
                  <a:pt x="4" y="11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844800" y="14351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1"/>
                </a:lnTo>
                <a:lnTo>
                  <a:pt x="4" y="11"/>
                </a:lnTo>
                <a:lnTo>
                  <a:pt x="0" y="11"/>
                </a:lnTo>
                <a:lnTo>
                  <a:pt x="2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895600" y="14478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0"/>
                </a:lnTo>
                <a:lnTo>
                  <a:pt x="5" y="10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2959100" y="1447800"/>
            <a:ext cx="63500" cy="139700"/>
          </a:xfrm>
          <a:custGeom>
            <a:avLst/>
            <a:gdLst/>
            <a:ahLst/>
            <a:cxnLst/>
            <a:rect l="l" t="t" r="r" b="b"/>
            <a:pathLst>
              <a:path w="5" h="11">
                <a:moveTo>
                  <a:pt x="1" y="0"/>
                </a:moveTo>
                <a:lnTo>
                  <a:pt x="5" y="0"/>
                </a:lnTo>
                <a:lnTo>
                  <a:pt x="4" y="11"/>
                </a:lnTo>
                <a:lnTo>
                  <a:pt x="0" y="10"/>
                </a:lnTo>
                <a:lnTo>
                  <a:pt x="1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3009900" y="14478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0"/>
                </a:moveTo>
                <a:lnTo>
                  <a:pt x="6" y="1"/>
                </a:lnTo>
                <a:lnTo>
                  <a:pt x="4" y="11"/>
                </a:lnTo>
                <a:lnTo>
                  <a:pt x="0" y="11"/>
                </a:lnTo>
                <a:lnTo>
                  <a:pt x="1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3060700" y="14605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0"/>
                </a:lnTo>
                <a:lnTo>
                  <a:pt x="4" y="11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FFE8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3111500" y="1460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2" y="0"/>
                </a:moveTo>
                <a:lnTo>
                  <a:pt x="6" y="1"/>
                </a:lnTo>
                <a:lnTo>
                  <a:pt x="5" y="12"/>
                </a:lnTo>
                <a:lnTo>
                  <a:pt x="0" y="11"/>
                </a:lnTo>
                <a:lnTo>
                  <a:pt x="2" y="0"/>
                </a:lnTo>
                <a:close/>
              </a:path>
            </a:pathLst>
          </a:custGeom>
          <a:solidFill>
            <a:srgbClr val="FFED00"/>
          </a:solidFill>
          <a:ln w="3542">
            <a:solidFill>
              <a:srgbClr val="CC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3175000" y="1473200"/>
            <a:ext cx="63500" cy="152400"/>
          </a:xfrm>
          <a:custGeom>
            <a:avLst/>
            <a:gdLst/>
            <a:ahLst/>
            <a:cxnLst/>
            <a:rect l="l" t="t" r="r" b="b"/>
            <a:pathLst>
              <a:path w="5" h="12">
                <a:moveTo>
                  <a:pt x="1" y="0"/>
                </a:moveTo>
                <a:lnTo>
                  <a:pt x="5" y="4"/>
                </a:lnTo>
                <a:lnTo>
                  <a:pt x="4" y="12"/>
                </a:lnTo>
                <a:lnTo>
                  <a:pt x="0" y="11"/>
                </a:lnTo>
                <a:lnTo>
                  <a:pt x="1" y="0"/>
                </a:lnTo>
                <a:close/>
              </a:path>
            </a:pathLst>
          </a:custGeom>
          <a:solidFill>
            <a:srgbClr val="FEFF01"/>
          </a:solidFill>
          <a:ln w="3542">
            <a:solidFill>
              <a:srgbClr val="CBC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3225800" y="15240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1" y="0"/>
                </a:moveTo>
                <a:lnTo>
                  <a:pt x="6" y="3"/>
                </a:lnTo>
                <a:lnTo>
                  <a:pt x="4" y="10"/>
                </a:lnTo>
                <a:lnTo>
                  <a:pt x="0" y="8"/>
                </a:lnTo>
                <a:lnTo>
                  <a:pt x="1" y="0"/>
                </a:lnTo>
                <a:close/>
              </a:path>
            </a:pathLst>
          </a:custGeom>
          <a:solidFill>
            <a:srgbClr val="E0FF1F"/>
          </a:solidFill>
          <a:ln w="3542">
            <a:solidFill>
              <a:srgbClr val="B3C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3276600" y="15621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3"/>
                </a:lnTo>
                <a:lnTo>
                  <a:pt x="4" y="9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C1FF3E"/>
          </a:solidFill>
          <a:ln w="3542">
            <a:solidFill>
              <a:srgbClr val="9BC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3327400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4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AFFF50"/>
          </a:solidFill>
          <a:ln w="3542">
            <a:solidFill>
              <a:srgbClr val="8CC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3378200" y="1625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A9FF56"/>
          </a:solidFill>
          <a:ln w="3542">
            <a:solidFill>
              <a:srgbClr val="87C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3441700" y="16256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A8FF57"/>
          </a:solidFill>
          <a:ln w="3542">
            <a:solidFill>
              <a:srgbClr val="87C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3492500" y="1638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A8FF57"/>
          </a:solidFill>
          <a:ln w="3542">
            <a:solidFill>
              <a:srgbClr val="87C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3543300" y="1638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A4FF5B"/>
          </a:solidFill>
          <a:ln w="3542">
            <a:solidFill>
              <a:srgbClr val="84C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3594100" y="1651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99FF66"/>
          </a:solidFill>
          <a:ln w="3542">
            <a:solidFill>
              <a:srgbClr val="7AC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3657600" y="1676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2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3708400" y="1701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78FF87"/>
          </a:solidFill>
          <a:ln w="3542">
            <a:solidFill>
              <a:srgbClr val="60C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3759200" y="1714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6CFF93"/>
          </a:solidFill>
          <a:ln w="3542">
            <a:solidFill>
              <a:srgbClr val="57C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3810000" y="1727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66FF99"/>
          </a:solidFill>
          <a:ln w="3542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2286000" y="12065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2" y="0"/>
                </a:moveTo>
                <a:lnTo>
                  <a:pt x="6" y="12"/>
                </a:lnTo>
                <a:lnTo>
                  <a:pt x="5" y="1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1200"/>
          </a:solidFill>
          <a:ln w="3542">
            <a:solidFill>
              <a:srgbClr val="CC0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2349500" y="13462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1"/>
                </a:moveTo>
                <a:lnTo>
                  <a:pt x="5" y="8"/>
                </a:lnTo>
                <a:lnTo>
                  <a:pt x="4" y="7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F9000"/>
          </a:solidFill>
          <a:ln w="3542">
            <a:solidFill>
              <a:srgbClr val="C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2400300" y="1435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1"/>
                </a:moveTo>
                <a:lnTo>
                  <a:pt x="6" y="6"/>
                </a:lnTo>
                <a:lnTo>
                  <a:pt x="4" y="5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FDF00"/>
          </a:solidFill>
          <a:ln w="3542">
            <a:solidFill>
              <a:srgbClr val="CCB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451100" y="1498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4" y="3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EFFF10"/>
          </a:solidFill>
          <a:ln w="3542">
            <a:solidFill>
              <a:srgbClr val="BFC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2501900" y="1536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D8FF27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565400" y="1549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FFF30"/>
          </a:solidFill>
          <a:ln w="3542">
            <a:solidFill>
              <a:srgbClr val="A6C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2616200" y="1549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667000" y="1549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2717800" y="1562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27686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9FF36"/>
          </a:solidFill>
          <a:ln w="3542">
            <a:solidFill>
              <a:srgbClr val="A1CC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2832100" y="15748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2882900" y="1574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BBFF44"/>
          </a:solidFill>
          <a:ln w="3542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933700" y="1574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BAFF45"/>
          </a:solidFill>
          <a:ln w="3542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984500" y="1587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BAFF45"/>
          </a:solidFill>
          <a:ln w="3542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3048000" y="15875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3098800" y="1600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B4FF4B"/>
          </a:solidFill>
          <a:ln w="3542">
            <a:solidFill>
              <a:srgbClr val="90C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3149600" y="1612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AAFF55"/>
          </a:solidFill>
          <a:ln w="3542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3200400" y="1625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9AFF65"/>
          </a:solidFill>
          <a:ln w="3542">
            <a:solidFill>
              <a:srgbClr val="7CC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3251200" y="1651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5" y="6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87FF78"/>
          </a:solidFill>
          <a:ln w="3542">
            <a:solidFill>
              <a:srgbClr val="6C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3314700" y="1676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0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78FF87"/>
          </a:solidFill>
          <a:ln w="3542">
            <a:solidFill>
              <a:srgbClr val="60C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3365500" y="1676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74FF8B"/>
          </a:solidFill>
          <a:ln w="3542">
            <a:solidFill>
              <a:srgbClr val="5DC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3416300" y="1689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4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74FF8B"/>
          </a:solidFill>
          <a:ln w="3542">
            <a:solidFill>
              <a:srgbClr val="5DC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3467100" y="1689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74FF8B"/>
          </a:solidFill>
          <a:ln w="3542">
            <a:solidFill>
              <a:srgbClr val="5DC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3530600" y="1689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73FF8C"/>
          </a:solidFill>
          <a:ln w="3542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3581400" y="1701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1"/>
                </a:lnTo>
                <a:lnTo>
                  <a:pt x="4" y="7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69FF96"/>
          </a:solidFill>
          <a:ln w="3542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3632200" y="1714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2"/>
                </a:lnTo>
                <a:lnTo>
                  <a:pt x="4" y="9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55FFAA"/>
          </a:solidFill>
          <a:ln w="3542">
            <a:solidFill>
              <a:srgbClr val="44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683000" y="1739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4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40FFBF"/>
          </a:solidFill>
          <a:ln w="3542">
            <a:solidFill>
              <a:srgbClr val="33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3733800" y="17526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5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32FFCD"/>
          </a:solidFill>
          <a:ln w="3542">
            <a:solidFill>
              <a:srgbClr val="28C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3797300" y="17653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1"/>
                </a:lnTo>
                <a:lnTo>
                  <a:pt x="4" y="8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2AFFD5"/>
          </a:solidFill>
          <a:ln w="3542">
            <a:solidFill>
              <a:srgbClr val="21C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2273300" y="12065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0"/>
                </a:moveTo>
                <a:lnTo>
                  <a:pt x="6" y="11"/>
                </a:lnTo>
                <a:lnTo>
                  <a:pt x="4" y="1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B0000"/>
          </a:solidFill>
          <a:ln w="3542"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2324100" y="1333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1"/>
                </a:moveTo>
                <a:lnTo>
                  <a:pt x="6" y="8"/>
                </a:lnTo>
                <a:lnTo>
                  <a:pt x="4" y="6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FF6E00"/>
          </a:solidFill>
          <a:ln w="3542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2374900" y="1409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2"/>
                </a:moveTo>
                <a:lnTo>
                  <a:pt x="6" y="7"/>
                </a:lnTo>
                <a:lnTo>
                  <a:pt x="5" y="5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FB900"/>
          </a:solidFill>
          <a:ln w="3542">
            <a:solidFill>
              <a:srgbClr val="CC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2438400" y="14732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2"/>
                </a:moveTo>
                <a:lnTo>
                  <a:pt x="5" y="5"/>
                </a:lnTo>
                <a:lnTo>
                  <a:pt x="4" y="3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FFEC00"/>
          </a:solidFill>
          <a:ln w="3542">
            <a:solidFill>
              <a:srgbClr val="CC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2489200" y="1511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2"/>
                </a:moveTo>
                <a:lnTo>
                  <a:pt x="6" y="4"/>
                </a:lnTo>
                <a:lnTo>
                  <a:pt x="4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F0FF0F"/>
          </a:solidFill>
          <a:ln w="3542">
            <a:solidFill>
              <a:srgbClr val="C0C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2540000" y="1536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2"/>
                </a:moveTo>
                <a:lnTo>
                  <a:pt x="6" y="3"/>
                </a:lnTo>
                <a:lnTo>
                  <a:pt x="4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DCFF23"/>
          </a:solidFill>
          <a:ln w="3542">
            <a:solidFill>
              <a:srgbClr val="B0C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2590800" y="1562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1"/>
                </a:moveTo>
                <a:lnTo>
                  <a:pt x="6" y="2"/>
                </a:lnTo>
                <a:lnTo>
                  <a:pt x="4" y="1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D3FF2C"/>
          </a:solidFill>
          <a:ln w="3542">
            <a:solidFill>
              <a:srgbClr val="A9C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641600" y="15748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1"/>
                </a:moveTo>
                <a:lnTo>
                  <a:pt x="6" y="1"/>
                </a:lnTo>
                <a:lnTo>
                  <a:pt x="5" y="1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705100" y="1587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7FF38"/>
          </a:solidFill>
          <a:ln w="3542">
            <a:solidFill>
              <a:srgbClr val="9FC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2755900" y="1587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2806700" y="1612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8FF57"/>
          </a:solidFill>
          <a:ln w="3542">
            <a:solidFill>
              <a:srgbClr val="86C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2857500" y="1638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BFF64"/>
          </a:solidFill>
          <a:ln w="3542">
            <a:solidFill>
              <a:srgbClr val="7CC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921000" y="1638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5FF6A"/>
          </a:solidFill>
          <a:ln w="3542">
            <a:solidFill>
              <a:srgbClr val="77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971800" y="1651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4FF6B"/>
          </a:solidFill>
          <a:ln w="3542">
            <a:solidFill>
              <a:srgbClr val="76C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3022600" y="1651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93FF6C"/>
          </a:solidFill>
          <a:ln w="3542">
            <a:solidFill>
              <a:srgbClr val="76C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3073400" y="1651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90FF6F"/>
          </a:solidFill>
          <a:ln w="3542">
            <a:solidFill>
              <a:srgbClr val="73C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3124200" y="1663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C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3187700" y="1689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7BFF84"/>
          </a:solidFill>
          <a:ln w="3542">
            <a:solidFill>
              <a:srgbClr val="62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3238500" y="1701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BFF94"/>
          </a:solidFill>
          <a:ln w="3542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3289300" y="1727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AFFA5"/>
          </a:solidFill>
          <a:ln w="3542">
            <a:solidFill>
              <a:srgbClr val="48C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3340100" y="1739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CFFB3"/>
          </a:solidFill>
          <a:ln w="3542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3403600" y="1752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45FFBA"/>
          </a:solidFill>
          <a:ln w="3542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3454400" y="1752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0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40FFBF"/>
          </a:solidFill>
          <a:ln w="3542">
            <a:solidFill>
              <a:srgbClr val="33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3505200" y="1752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1"/>
                </a:lnTo>
                <a:lnTo>
                  <a:pt x="4" y="7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38FFC7"/>
          </a:solidFill>
          <a:ln w="3542">
            <a:solidFill>
              <a:srgbClr val="2DC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3556000" y="17653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2"/>
                </a:lnTo>
                <a:lnTo>
                  <a:pt x="4" y="8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26FFD9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3606800" y="17907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3"/>
                </a:lnTo>
                <a:lnTo>
                  <a:pt x="5" y="9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9FFF6"/>
          </a:solidFill>
          <a:ln w="3542">
            <a:solidFill>
              <a:srgbClr val="07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3670300" y="18288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1"/>
                </a:lnTo>
                <a:lnTo>
                  <a:pt x="4" y="10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00E5FF"/>
          </a:solidFill>
          <a:ln w="3542">
            <a:solidFill>
              <a:srgbClr val="00B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3721100" y="18415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0"/>
                </a:moveTo>
                <a:lnTo>
                  <a:pt x="6" y="1"/>
                </a:lnTo>
                <a:lnTo>
                  <a:pt x="4" y="11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00CBFF"/>
          </a:solidFill>
          <a:ln w="3542">
            <a:solidFill>
              <a:srgbClr val="00A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3771900" y="18542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1"/>
                </a:lnTo>
                <a:lnTo>
                  <a:pt x="4" y="11"/>
                </a:lnTo>
                <a:lnTo>
                  <a:pt x="0" y="10"/>
                </a:lnTo>
                <a:lnTo>
                  <a:pt x="2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2247900" y="12065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10"/>
                </a:lnTo>
                <a:lnTo>
                  <a:pt x="5" y="9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30000"/>
          </a:solidFill>
          <a:ln w="3542">
            <a:solidFill>
              <a:srgbClr val="B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2311400" y="13208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1"/>
                </a:moveTo>
                <a:lnTo>
                  <a:pt x="5" y="7"/>
                </a:lnTo>
                <a:lnTo>
                  <a:pt x="4" y="6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F4B00"/>
          </a:solidFill>
          <a:ln w="3542">
            <a:solidFill>
              <a:srgbClr val="CC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2362200" y="139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1"/>
                </a:moveTo>
                <a:lnTo>
                  <a:pt x="6" y="6"/>
                </a:lnTo>
                <a:lnTo>
                  <a:pt x="4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F9200"/>
          </a:solidFill>
          <a:ln w="3542">
            <a:solidFill>
              <a:srgbClr val="CC7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2413000" y="1447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2"/>
                </a:moveTo>
                <a:lnTo>
                  <a:pt x="6" y="5"/>
                </a:lnTo>
                <a:lnTo>
                  <a:pt x="4" y="4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FC400"/>
          </a:solidFill>
          <a:ln w="3542">
            <a:solidFill>
              <a:srgbClr val="CC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2463800" y="1498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4" y="2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2514600" y="1524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5" y="2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FEFF01"/>
          </a:solidFill>
          <a:ln w="3542">
            <a:solidFill>
              <a:srgbClr val="CBC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2578100" y="1549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1"/>
                </a:moveTo>
                <a:lnTo>
                  <a:pt x="5" y="2"/>
                </a:lnTo>
                <a:lnTo>
                  <a:pt x="4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9FF16"/>
          </a:solidFill>
          <a:ln w="3542">
            <a:solidFill>
              <a:srgbClr val="BBCC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2628900" y="1574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D6FF29"/>
          </a:solidFill>
          <a:ln w="3542">
            <a:solidFill>
              <a:srgbClr val="ABC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2679700" y="1587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4FF3B"/>
          </a:solidFill>
          <a:ln w="3542">
            <a:solidFill>
              <a:srgbClr val="9DC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2730500" y="1612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B2FF4D"/>
          </a:solidFill>
          <a:ln w="3542">
            <a:solidFill>
              <a:srgbClr val="8EC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2794000" y="1638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2FF5D"/>
          </a:solidFill>
          <a:ln w="3542">
            <a:solidFill>
              <a:srgbClr val="81C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2844800" y="1651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4FF6B"/>
          </a:solidFill>
          <a:ln w="3542">
            <a:solidFill>
              <a:srgbClr val="77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2895600" y="1663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BFF74"/>
          </a:solidFill>
          <a:ln w="3542">
            <a:solidFill>
              <a:srgbClr val="6FC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2946400" y="1676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6FF79"/>
          </a:solidFill>
          <a:ln w="3542">
            <a:solidFill>
              <a:srgbClr val="6C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2997200" y="1676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85FF7A"/>
          </a:solidFill>
          <a:ln w="3542">
            <a:solidFill>
              <a:srgbClr val="6AC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3060700" y="1689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3111500" y="1701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BFF84"/>
          </a:solidFill>
          <a:ln w="3542">
            <a:solidFill>
              <a:srgbClr val="62C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3162300" y="1714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0FF8F"/>
          </a:solidFill>
          <a:ln w="3542">
            <a:solidFill>
              <a:srgbClr val="5A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3213100" y="1727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3FF9C"/>
          </a:solidFill>
          <a:ln w="3542">
            <a:solidFill>
              <a:srgbClr val="4FC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3276600" y="1752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3FFAC"/>
          </a:solidFill>
          <a:ln w="3542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33274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41FFBE"/>
          </a:solidFill>
          <a:ln w="3542">
            <a:solidFill>
              <a:srgbClr val="34C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33782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EFFD1"/>
          </a:solidFill>
          <a:ln w="3542">
            <a:solidFill>
              <a:srgbClr val="25C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3429000" y="1803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1BFFE4"/>
          </a:solidFill>
          <a:ln w="3542">
            <a:solidFill>
              <a:srgbClr val="16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3479800" y="1816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2"/>
                </a:lnTo>
                <a:lnTo>
                  <a:pt x="5" y="6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7FFF8"/>
          </a:solidFill>
          <a:ln w="3542">
            <a:solidFill>
              <a:srgbClr val="06C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3543300" y="18415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2"/>
                </a:lnTo>
                <a:lnTo>
                  <a:pt x="4" y="6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EEFF"/>
          </a:solidFill>
          <a:ln w="3542">
            <a:solidFill>
              <a:srgbClr val="00B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3594100" y="1866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3"/>
                </a:lnTo>
                <a:lnTo>
                  <a:pt x="4" y="7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CDFF"/>
          </a:solidFill>
          <a:ln w="3542">
            <a:solidFill>
              <a:srgbClr val="00A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3644900" y="19050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4"/>
                </a:lnTo>
                <a:lnTo>
                  <a:pt x="4" y="9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9CFF"/>
          </a:solidFill>
          <a:ln w="3542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3695700" y="19558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2"/>
                </a:lnTo>
                <a:lnTo>
                  <a:pt x="5" y="11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68FF"/>
          </a:solidFill>
          <a:ln w="3542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3759200" y="1981200"/>
            <a:ext cx="63500" cy="139700"/>
          </a:xfrm>
          <a:custGeom>
            <a:avLst/>
            <a:gdLst/>
            <a:ahLst/>
            <a:cxnLst/>
            <a:rect l="l" t="t" r="r" b="b"/>
            <a:pathLst>
              <a:path w="5" h="11">
                <a:moveTo>
                  <a:pt x="1" y="0"/>
                </a:moveTo>
                <a:lnTo>
                  <a:pt x="5" y="1"/>
                </a:lnTo>
                <a:lnTo>
                  <a:pt x="4" y="11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0048FF"/>
          </a:solidFill>
          <a:ln w="3542">
            <a:solidFill>
              <a:srgbClr val="003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2235200" y="1206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9"/>
                </a:lnTo>
                <a:lnTo>
                  <a:pt x="4" y="8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D00000"/>
          </a:solidFill>
          <a:ln w="3542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2286000" y="1308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1"/>
                </a:moveTo>
                <a:lnTo>
                  <a:pt x="6" y="7"/>
                </a:lnTo>
                <a:lnTo>
                  <a:pt x="4" y="6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FF3100"/>
          </a:solidFill>
          <a:ln w="3542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2336800" y="1384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1"/>
                </a:moveTo>
                <a:lnTo>
                  <a:pt x="6" y="5"/>
                </a:lnTo>
                <a:lnTo>
                  <a:pt x="5" y="5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FF7600"/>
          </a:solidFill>
          <a:ln w="3542">
            <a:solidFill>
              <a:srgbClr val="CC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2400300" y="1447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4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A700"/>
          </a:solidFill>
          <a:ln w="3542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2451100" y="1485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1"/>
                </a:moveTo>
                <a:lnTo>
                  <a:pt x="5" y="3"/>
                </a:lnTo>
                <a:lnTo>
                  <a:pt x="4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FCD00"/>
          </a:solidFill>
          <a:ln w="3542">
            <a:solidFill>
              <a:srgbClr val="CC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2501900" y="1524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ED00"/>
          </a:solidFill>
          <a:ln w="3542">
            <a:solidFill>
              <a:srgbClr val="CC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2552700" y="1549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2603500" y="1574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2667000" y="1612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2717800" y="1625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AEFF51"/>
          </a:solidFill>
          <a:ln w="3542">
            <a:solidFill>
              <a:srgbClr val="8BC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2768600" y="1651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EFF61"/>
          </a:solidFill>
          <a:ln w="3542">
            <a:solidFill>
              <a:srgbClr val="7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2819400" y="1663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2FF6D"/>
          </a:solidFill>
          <a:ln w="3542">
            <a:solidFill>
              <a:srgbClr val="75C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2882900" y="1689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9FF76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2933700" y="1689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3FF7C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2984500" y="1701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0FF7F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3035300" y="17145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DFF82"/>
          </a:solidFill>
          <a:ln w="3542">
            <a:solidFill>
              <a:srgbClr val="64C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3086100" y="1714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3149600" y="1727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DFF92"/>
          </a:solidFill>
          <a:ln w="3542">
            <a:solidFill>
              <a:srgbClr val="57C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3200400" y="1739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1FF9E"/>
          </a:solidFill>
          <a:ln w="3542">
            <a:solidFill>
              <a:srgbClr val="4DC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32512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3302000" y="1778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FFFC0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3352800" y="1803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8FFD7"/>
          </a:solidFill>
          <a:ln w="3542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3416300" y="18288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CFFF3"/>
          </a:solidFill>
          <a:ln w="3542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34671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EFF"/>
          </a:solidFill>
          <a:ln w="3542">
            <a:solidFill>
              <a:srgbClr val="0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3517900" y="1892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CEFF"/>
          </a:solidFill>
          <a:ln w="3542">
            <a:solidFill>
              <a:srgbClr val="00A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3568700" y="191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3"/>
                </a:lnTo>
                <a:lnTo>
                  <a:pt x="5" y="6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A8FF"/>
          </a:solidFill>
          <a:ln w="3542">
            <a:solidFill>
              <a:srgbClr val="008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3632200" y="19558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5"/>
                </a:lnTo>
                <a:lnTo>
                  <a:pt x="4" y="8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77FF"/>
          </a:solidFill>
          <a:ln w="3542">
            <a:solidFill>
              <a:srgbClr val="00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3683000" y="20193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6"/>
                </a:lnTo>
                <a:lnTo>
                  <a:pt x="4" y="9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32FF"/>
          </a:solidFill>
          <a:ln w="3542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3733800" y="20955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2"/>
                </a:lnTo>
                <a:lnTo>
                  <a:pt x="4" y="11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00E7"/>
          </a:solidFill>
          <a:ln w="3542">
            <a:solidFill>
              <a:srgbClr val="000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2209800" y="1206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8"/>
                </a:lnTo>
                <a:lnTo>
                  <a:pt x="5" y="8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C20000"/>
          </a:solidFill>
          <a:ln w="3542">
            <a:solidFill>
              <a:srgbClr val="9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2273300" y="13081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6"/>
                </a:lnTo>
                <a:lnTo>
                  <a:pt x="4" y="6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1F00"/>
          </a:solidFill>
          <a:ln w="3542">
            <a:solidFill>
              <a:srgbClr val="CC1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2324100" y="1384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5"/>
                </a:lnTo>
                <a:lnTo>
                  <a:pt x="4" y="5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6200"/>
          </a:solidFill>
          <a:ln w="3542">
            <a:solidFill>
              <a:srgbClr val="CC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2374900" y="1447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9700"/>
          </a:solidFill>
          <a:ln w="3542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2425700" y="1485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2476500" y="1524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2540000" y="1562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2590800" y="1600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2641600" y="1625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2692400" y="1651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2755900" y="1663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2806700" y="1676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2857500" y="1701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2908300" y="17145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2959100" y="1714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3022600" y="1727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CFF83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3073400" y="1727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3124200" y="1739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DFF92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3175000" y="1752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1FF9E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3238500" y="1778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3289300" y="1790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3340100" y="1816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3390900" y="1841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3441700" y="1879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3505200" y="19177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C3FF"/>
          </a:solidFill>
          <a:ln w="3542">
            <a:solidFill>
              <a:srgbClr val="00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3556000" y="1955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3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6FF"/>
          </a:solidFill>
          <a:ln w="3542">
            <a:solidFill>
              <a:srgbClr val="00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3606800" y="1993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5"/>
                </a:lnTo>
                <a:lnTo>
                  <a:pt x="4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62FF"/>
          </a:solidFill>
          <a:ln w="3542">
            <a:solidFill>
              <a:srgbClr val="004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3657600" y="20574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6"/>
                </a:lnTo>
                <a:lnTo>
                  <a:pt x="5" y="8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1EFF"/>
          </a:solidFill>
          <a:ln w="3542">
            <a:solidFill>
              <a:srgbClr val="001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3721100" y="21336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5" h="10">
                <a:moveTo>
                  <a:pt x="1" y="0"/>
                </a:moveTo>
                <a:lnTo>
                  <a:pt x="5" y="8"/>
                </a:lnTo>
                <a:lnTo>
                  <a:pt x="4" y="10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542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2197100" y="1206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80000"/>
          </a:solidFill>
          <a:ln w="3542">
            <a:solidFill>
              <a:srgbClr val="9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2247900" y="13081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1400"/>
          </a:solidFill>
          <a:ln w="3542">
            <a:solidFill>
              <a:srgbClr val="CC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2298700" y="138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2349500" y="1447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2413000" y="1498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2463800" y="1536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2514600" y="1574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2565400" y="1612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2628900" y="1638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2679700" y="1663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2730500" y="1676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2781300" y="1701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2832100" y="1714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2895600" y="17272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2946400" y="1727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2997200" y="1739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CFF83"/>
          </a:solidFill>
          <a:ln w="3542">
            <a:solidFill>
              <a:srgbClr val="64C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3048000" y="1739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3111500" y="1752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31623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32131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3263900" y="1803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3314700" y="1828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3378200" y="18542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3429000" y="1892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3479800" y="1930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3530600" y="1968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3594100" y="20193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5AFF"/>
          </a:solidFill>
          <a:ln w="3542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3644900" y="2082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14FF"/>
          </a:solidFill>
          <a:ln w="3542">
            <a:solidFill>
              <a:srgbClr val="001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3695700" y="21590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B8"/>
          </a:solidFill>
          <a:ln w="3542">
            <a:solidFill>
              <a:srgbClr val="000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2171700" y="12192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B50000"/>
          </a:solidFill>
          <a:ln w="3542">
            <a:solidFill>
              <a:srgbClr val="9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2222500" y="1320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5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1200"/>
          </a:solidFill>
          <a:ln w="3542">
            <a:solidFill>
              <a:srgbClr val="CC0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2286000" y="1397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5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2336800" y="1460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2387600" y="1511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2438400" y="1549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2501900" y="1587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2552700" y="1625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2603500" y="1651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2654300" y="1676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27051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2768600" y="1714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2819400" y="1727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2870200" y="1739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2921000" y="1739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2984500" y="1752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CFF82"/>
          </a:solidFill>
          <a:ln w="3542">
            <a:solidFill>
              <a:srgbClr val="64C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3035300" y="1752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30861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3136900" y="1778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3187700" y="1803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3251200" y="1816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33020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33528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3403600" y="19050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3467100" y="19431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3517900" y="1981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3568700" y="2032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9FF"/>
          </a:solidFill>
          <a:ln w="3542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3619500" y="2095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11FF"/>
          </a:solidFill>
          <a:ln w="3542">
            <a:solidFill>
              <a:srgbClr val="000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3670300" y="21717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8"/>
                </a:lnTo>
                <a:lnTo>
                  <a:pt x="5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B5"/>
          </a:solidFill>
          <a:ln w="3542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2159000" y="12319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8"/>
                </a:lnTo>
                <a:lnTo>
                  <a:pt x="4" y="9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B80000"/>
          </a:solidFill>
          <a:ln w="3542">
            <a:solidFill>
              <a:srgbClr val="9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2209800" y="1333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6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1400"/>
          </a:solidFill>
          <a:ln w="3542">
            <a:solidFill>
              <a:srgbClr val="CC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2260600" y="1409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5A00"/>
          </a:solidFill>
          <a:ln w="3542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2311400" y="1473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9300"/>
          </a:solidFill>
          <a:ln w="3542">
            <a:solidFill>
              <a:srgbClr val="CC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2374900" y="1524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2425700" y="1562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2476500" y="1600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2527300" y="1638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2578100" y="1663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2641600" y="1689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2692400" y="1701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2743200" y="1727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2794000" y="1739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2857500" y="1752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2908300" y="1752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2959100" y="17653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CFF83"/>
          </a:solidFill>
          <a:ln w="3542">
            <a:solidFill>
              <a:srgbClr val="64C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30099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3060700" y="1778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EFF91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3124200" y="1790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1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31750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3225800" y="1828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3276600" y="1854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3340100" y="1879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3390900" y="1917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3441700" y="1955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C2FF"/>
          </a:solidFill>
          <a:ln w="3542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3492500" y="1993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93FF"/>
          </a:solidFill>
          <a:ln w="3542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3543300" y="2044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5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5AFF"/>
          </a:solidFill>
          <a:ln w="3542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3606800" y="21082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6"/>
                </a:lnTo>
                <a:lnTo>
                  <a:pt x="4" y="7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14FF"/>
          </a:solidFill>
          <a:ln w="3542">
            <a:solidFill>
              <a:srgbClr val="001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3657600" y="2184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8"/>
                </a:lnTo>
                <a:lnTo>
                  <a:pt x="4" y="9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B8"/>
          </a:solidFill>
          <a:ln w="3542">
            <a:solidFill>
              <a:srgbClr val="000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2133600" y="12573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7"/>
                </a:lnTo>
                <a:lnTo>
                  <a:pt x="4" y="9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20000"/>
          </a:solidFill>
          <a:ln w="3542">
            <a:solidFill>
              <a:srgbClr val="9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2184400" y="1346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6"/>
                </a:lnTo>
                <a:lnTo>
                  <a:pt x="5" y="8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1F00"/>
          </a:solidFill>
          <a:ln w="3542">
            <a:solidFill>
              <a:srgbClr val="CC1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2247900" y="14224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5"/>
                </a:lnTo>
                <a:lnTo>
                  <a:pt x="4" y="7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6200"/>
          </a:solidFill>
          <a:ln w="3542">
            <a:solidFill>
              <a:srgbClr val="CC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2298700" y="1485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9700"/>
          </a:solidFill>
          <a:ln w="3542">
            <a:solidFill>
              <a:srgbClr val="CC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2349500" y="1536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C300"/>
          </a:solidFill>
          <a:ln w="3542">
            <a:solidFill>
              <a:srgbClr val="CC9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2400300" y="1574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FEA00"/>
          </a:solidFill>
          <a:ln w="3542">
            <a:solidFill>
              <a:srgbClr val="CCB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2463800" y="16129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2514600" y="1651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2565400" y="1676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2616200" y="1701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2667000" y="1714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DFF62"/>
          </a:solidFill>
          <a:ln w="3542">
            <a:solidFill>
              <a:srgbClr val="7EC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2730500" y="1739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1FF6E"/>
          </a:solidFill>
          <a:ln w="3542">
            <a:solidFill>
              <a:srgbClr val="74C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2781300" y="1752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2832100" y="17653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28829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2933700" y="17780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CFF83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2997200" y="1778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30480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DFF92"/>
          </a:solidFill>
          <a:ln w="3542">
            <a:solidFill>
              <a:srgbClr val="58C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3098800" y="1803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1FF9E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31496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3213100" y="18415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32639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3314700" y="1892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3365500" y="1930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3416300" y="1968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C3FF"/>
          </a:solidFill>
          <a:ln w="3542">
            <a:solidFill>
              <a:srgbClr val="00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3479800" y="20066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4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96FF"/>
          </a:solidFill>
          <a:ln w="3542">
            <a:solidFill>
              <a:srgbClr val="007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3530600" y="2057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5"/>
                </a:lnTo>
                <a:lnTo>
                  <a:pt x="4" y="5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2FF"/>
          </a:solidFill>
          <a:ln w="3542">
            <a:solidFill>
              <a:srgbClr val="004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3581400" y="212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6"/>
                </a:lnTo>
                <a:lnTo>
                  <a:pt x="4" y="6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1EFF"/>
          </a:solidFill>
          <a:ln w="3542">
            <a:solidFill>
              <a:srgbClr val="001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3632200" y="21971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8"/>
                </a:lnTo>
                <a:lnTo>
                  <a:pt x="5" y="8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00C1"/>
          </a:solidFill>
          <a:ln w="3542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2120900" y="1270000"/>
            <a:ext cx="63500" cy="139700"/>
          </a:xfrm>
          <a:custGeom>
            <a:avLst/>
            <a:gdLst/>
            <a:ahLst/>
            <a:cxnLst/>
            <a:rect l="l" t="t" r="r" b="b"/>
            <a:pathLst>
              <a:path w="5" h="11">
                <a:moveTo>
                  <a:pt x="1" y="0"/>
                </a:moveTo>
                <a:lnTo>
                  <a:pt x="5" y="8"/>
                </a:lnTo>
                <a:lnTo>
                  <a:pt x="4" y="11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D00000"/>
          </a:solidFill>
          <a:ln w="3542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2171700" y="13716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6"/>
                </a:lnTo>
                <a:lnTo>
                  <a:pt x="4" y="9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3100"/>
          </a:solidFill>
          <a:ln w="3542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2222500" y="1447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5"/>
                </a:lnTo>
                <a:lnTo>
                  <a:pt x="4" y="7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7600"/>
          </a:solidFill>
          <a:ln w="3542">
            <a:solidFill>
              <a:srgbClr val="CC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2273300" y="1511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3"/>
                </a:lnTo>
                <a:lnTo>
                  <a:pt x="5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FA700"/>
          </a:solidFill>
          <a:ln w="3542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2336800" y="15494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3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CD00"/>
          </a:solidFill>
          <a:ln w="3542">
            <a:solidFill>
              <a:srgbClr val="CC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2387600" y="1587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FED00"/>
          </a:solidFill>
          <a:ln w="3542">
            <a:solidFill>
              <a:srgbClr val="CC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2438400" y="1625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F3FF0C"/>
          </a:solidFill>
          <a:ln w="3542">
            <a:solidFill>
              <a:srgbClr val="C2C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2489200" y="1663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D7FF28"/>
          </a:solidFill>
          <a:ln w="3542">
            <a:solidFill>
              <a:srgbClr val="ACC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25400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0FF3F"/>
          </a:solidFill>
          <a:ln w="3542">
            <a:solidFill>
              <a:srgbClr val="9A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2603500" y="1714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AEFF51"/>
          </a:solidFill>
          <a:ln w="3542">
            <a:solidFill>
              <a:srgbClr val="8BC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2654300" y="1727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2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EFF61"/>
          </a:solidFill>
          <a:ln w="3542">
            <a:solidFill>
              <a:srgbClr val="7FC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2705100" y="1752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92FF6D"/>
          </a:solidFill>
          <a:ln w="3542">
            <a:solidFill>
              <a:srgbClr val="75C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27559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9FF76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2819400" y="17780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2FF7D"/>
          </a:solidFill>
          <a:ln w="3542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2870200" y="17780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29210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CFF83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2971800" y="1790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6FF89"/>
          </a:solidFill>
          <a:ln w="3542">
            <a:solidFill>
              <a:srgbClr val="5EC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3022600" y="1803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6CFF93"/>
          </a:solidFill>
          <a:ln w="3542">
            <a:solidFill>
              <a:srgbClr val="57C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3086100" y="1828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0FF9F"/>
          </a:solidFill>
          <a:ln w="3542">
            <a:solidFill>
              <a:srgbClr val="4DC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3136900" y="1841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1FFAE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3187700" y="1854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3238500" y="1879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7FFD8"/>
          </a:solidFill>
          <a:ln w="3542">
            <a:solidFill>
              <a:srgbClr val="1FC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3289300" y="1917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BFFF4"/>
          </a:solidFill>
          <a:ln w="3542">
            <a:solidFill>
              <a:srgbClr val="09C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3352800" y="1943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3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EDFF"/>
          </a:solidFill>
          <a:ln w="3542">
            <a:solidFill>
              <a:srgbClr val="00B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3403600" y="1981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3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CCFF"/>
          </a:solidFill>
          <a:ln w="3542">
            <a:solidFill>
              <a:srgbClr val="00A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3454400" y="2006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1"/>
                </a:moveTo>
                <a:lnTo>
                  <a:pt x="6" y="4"/>
                </a:lnTo>
                <a:lnTo>
                  <a:pt x="4" y="4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A6FF"/>
          </a:solidFill>
          <a:ln w="3542">
            <a:solidFill>
              <a:srgbClr val="008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3505200" y="2057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5"/>
                </a:lnTo>
                <a:lnTo>
                  <a:pt x="5" y="4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0075FF"/>
          </a:solidFill>
          <a:ln w="3542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3568700" y="21082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1"/>
                </a:moveTo>
                <a:lnTo>
                  <a:pt x="5" y="7"/>
                </a:lnTo>
                <a:lnTo>
                  <a:pt x="4" y="6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0FF"/>
          </a:solidFill>
          <a:ln w="3542">
            <a:solidFill>
              <a:srgbClr val="002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3619500" y="2184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1"/>
                </a:moveTo>
                <a:lnTo>
                  <a:pt x="6" y="9"/>
                </a:lnTo>
                <a:lnTo>
                  <a:pt x="4" y="9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D0"/>
          </a:solidFill>
          <a:ln w="3542">
            <a:solidFill>
              <a:srgbClr val="000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2095500" y="1295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2" y="0"/>
                </a:moveTo>
                <a:lnTo>
                  <a:pt x="6" y="9"/>
                </a:lnTo>
                <a:lnTo>
                  <a:pt x="4" y="1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30000"/>
          </a:solidFill>
          <a:ln w="3542">
            <a:solidFill>
              <a:srgbClr val="B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2146300" y="14097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6"/>
                </a:lnTo>
                <a:lnTo>
                  <a:pt x="5" y="9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4B00"/>
          </a:solidFill>
          <a:ln w="3542">
            <a:solidFill>
              <a:srgbClr val="CC3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2209800" y="14859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4"/>
                </a:lnTo>
                <a:lnTo>
                  <a:pt x="4" y="8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9200"/>
          </a:solidFill>
          <a:ln w="3542">
            <a:solidFill>
              <a:srgbClr val="CC7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2260600" y="1536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4"/>
                </a:lnTo>
                <a:lnTo>
                  <a:pt x="4" y="7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FFC400"/>
          </a:solidFill>
          <a:ln w="3542">
            <a:solidFill>
              <a:srgbClr val="CC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2311400" y="1587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FE700"/>
          </a:solidFill>
          <a:ln w="3542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2362200" y="1612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FEFF01"/>
          </a:solidFill>
          <a:ln w="3542">
            <a:solidFill>
              <a:srgbClr val="CBC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2413000" y="1638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E9FF16"/>
          </a:solidFill>
          <a:ln w="3542">
            <a:solidFill>
              <a:srgbClr val="BBCC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2476500" y="1676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2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D6FF29"/>
          </a:solidFill>
          <a:ln w="3542">
            <a:solidFill>
              <a:srgbClr val="ABC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2527300" y="1701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2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4FF3B"/>
          </a:solidFill>
          <a:ln w="3542">
            <a:solidFill>
              <a:srgbClr val="9DC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2578100" y="1727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B2FF4D"/>
          </a:solidFill>
          <a:ln w="3542">
            <a:solidFill>
              <a:srgbClr val="8EC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2628900" y="1739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A2FF5D"/>
          </a:solidFill>
          <a:ln w="3542">
            <a:solidFill>
              <a:srgbClr val="81C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2692400" y="1752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94FF6B"/>
          </a:solidFill>
          <a:ln w="3542">
            <a:solidFill>
              <a:srgbClr val="77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2743200" y="1778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AFF75"/>
          </a:solidFill>
          <a:ln w="3542">
            <a:solidFill>
              <a:srgbClr val="6EC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2794000" y="17907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3FF7C"/>
          </a:solidFill>
          <a:ln w="3542">
            <a:solidFill>
              <a:srgbClr val="69C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28448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2895600" y="1803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CFF83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2959100" y="1816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5FF8A"/>
          </a:solidFill>
          <a:ln w="3542">
            <a:solidFill>
              <a:srgbClr val="5DCC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30099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AFF95"/>
          </a:solidFill>
          <a:ln w="3542">
            <a:solidFill>
              <a:srgbClr val="55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30607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DFFA2"/>
          </a:solidFill>
          <a:ln w="3542">
            <a:solidFill>
              <a:srgbClr val="4AC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3111500" y="1854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4DFFB2"/>
          </a:solidFill>
          <a:ln w="3542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3175000" y="1879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BFFC4"/>
          </a:solidFill>
          <a:ln w="3542">
            <a:solidFill>
              <a:srgbClr val="2FC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3225800" y="18923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3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28FFD7"/>
          </a:solidFill>
          <a:ln w="3542">
            <a:solidFill>
              <a:srgbClr val="20C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3276600" y="1930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2"/>
                </a:lnTo>
                <a:lnTo>
                  <a:pt x="4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15FFEA"/>
          </a:solidFill>
          <a:ln w="3542">
            <a:solidFill>
              <a:srgbClr val="11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3327400" y="1943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4" y="2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FFFF"/>
          </a:solidFill>
          <a:ln w="3542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3378200" y="1968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5" y="2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E6FF"/>
          </a:solidFill>
          <a:ln w="3542">
            <a:solidFill>
              <a:srgbClr val="00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3441700" y="19939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1"/>
                </a:moveTo>
                <a:lnTo>
                  <a:pt x="5" y="5"/>
                </a:lnTo>
                <a:lnTo>
                  <a:pt x="4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C3FF"/>
          </a:solidFill>
          <a:ln w="3542">
            <a:solidFill>
              <a:srgbClr val="009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3492500" y="2032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2"/>
                </a:moveTo>
                <a:lnTo>
                  <a:pt x="6" y="6"/>
                </a:lnTo>
                <a:lnTo>
                  <a:pt x="4" y="5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1FF"/>
          </a:solidFill>
          <a:ln w="3542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3543300" y="2095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1"/>
                </a:moveTo>
                <a:lnTo>
                  <a:pt x="6" y="7"/>
                </a:lnTo>
                <a:lnTo>
                  <a:pt x="4" y="6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4AFF"/>
          </a:solidFill>
          <a:ln w="3542">
            <a:solidFill>
              <a:srgbClr val="003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3594100" y="21717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1"/>
                </a:moveTo>
                <a:lnTo>
                  <a:pt x="6" y="10"/>
                </a:lnTo>
                <a:lnTo>
                  <a:pt x="5" y="1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0000E2"/>
          </a:solidFill>
          <a:ln w="3542">
            <a:solidFill>
              <a:srgbClr val="000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2082800" y="1320800"/>
            <a:ext cx="63500" cy="165100"/>
          </a:xfrm>
          <a:custGeom>
            <a:avLst/>
            <a:gdLst/>
            <a:ahLst/>
            <a:cxnLst/>
            <a:rect l="l" t="t" r="r" b="b"/>
            <a:pathLst>
              <a:path w="5" h="13">
                <a:moveTo>
                  <a:pt x="1" y="0"/>
                </a:moveTo>
                <a:lnTo>
                  <a:pt x="5" y="10"/>
                </a:lnTo>
                <a:lnTo>
                  <a:pt x="4" y="1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B0000"/>
          </a:solidFill>
          <a:ln w="3542">
            <a:solidFill>
              <a:srgbClr val="C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2133600" y="14478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1" y="0"/>
                </a:moveTo>
                <a:lnTo>
                  <a:pt x="6" y="6"/>
                </a:lnTo>
                <a:lnTo>
                  <a:pt x="4" y="10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6E00"/>
          </a:solidFill>
          <a:ln w="3542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2184400" y="15240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5"/>
                </a:lnTo>
                <a:lnTo>
                  <a:pt x="4" y="9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B900"/>
          </a:solidFill>
          <a:ln w="3542">
            <a:solidFill>
              <a:srgbClr val="CC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2235200" y="1587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3"/>
                </a:lnTo>
                <a:lnTo>
                  <a:pt x="4" y="7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FEC00"/>
          </a:solidFill>
          <a:ln w="3542">
            <a:solidFill>
              <a:srgbClr val="CCB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2286000" y="1625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2"/>
                </a:lnTo>
                <a:lnTo>
                  <a:pt x="5" y="7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F0FF0F"/>
          </a:solidFill>
          <a:ln w="3542">
            <a:solidFill>
              <a:srgbClr val="C0C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2349500" y="16510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2"/>
                </a:lnTo>
                <a:lnTo>
                  <a:pt x="4" y="5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DCFF23"/>
          </a:solidFill>
          <a:ln w="3542">
            <a:solidFill>
              <a:srgbClr val="B0C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2400300" y="1676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D3FF2C"/>
          </a:solidFill>
          <a:ln w="3542">
            <a:solidFill>
              <a:srgbClr val="A9C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2451100" y="1689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EFF31"/>
          </a:solidFill>
          <a:ln w="3542">
            <a:solidFill>
              <a:srgbClr val="A5C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2501900" y="1701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C7FF38"/>
          </a:solidFill>
          <a:ln w="3542">
            <a:solidFill>
              <a:srgbClr val="9FC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2565400" y="1727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2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2616200" y="1752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A8FF57"/>
          </a:solidFill>
          <a:ln w="3542">
            <a:solidFill>
              <a:srgbClr val="86C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2667000" y="1765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2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8FF67"/>
          </a:solidFill>
          <a:ln w="3542">
            <a:solidFill>
              <a:srgbClr val="7AC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27178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2768600" y="18034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83FF7C"/>
          </a:solidFill>
          <a:ln w="3542">
            <a:solidFill>
              <a:srgbClr val="69C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2832100" y="1803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28829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BFF84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29337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3FF8C"/>
          </a:solidFill>
          <a:ln w="3542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29845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6FF99"/>
          </a:solidFill>
          <a:ln w="3542">
            <a:solidFill>
              <a:srgbClr val="52C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3048000" y="1854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7FFA8"/>
          </a:solidFill>
          <a:ln w="3542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3098800" y="18669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5FFBA"/>
          </a:solidFill>
          <a:ln w="3542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3149600" y="1892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2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38FFC7"/>
          </a:solidFill>
          <a:ln w="3542">
            <a:solidFill>
              <a:srgbClr val="2DC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3200400" y="19177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1"/>
                </a:lnTo>
                <a:lnTo>
                  <a:pt x="4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1FFCE"/>
          </a:solidFill>
          <a:ln w="3542">
            <a:solidFill>
              <a:srgbClr val="27C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3251200" y="1917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1"/>
                </a:moveTo>
                <a:lnTo>
                  <a:pt x="6" y="2"/>
                </a:lnTo>
                <a:lnTo>
                  <a:pt x="5" y="1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2BFFD4"/>
          </a:solidFill>
          <a:ln w="3542">
            <a:solidFill>
              <a:srgbClr val="23C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3314700" y="1930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1"/>
                </a:moveTo>
                <a:lnTo>
                  <a:pt x="5" y="3"/>
                </a:lnTo>
                <a:lnTo>
                  <a:pt x="4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22FFDD"/>
          </a:solidFill>
          <a:ln w="3542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3365500" y="1943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2"/>
                </a:moveTo>
                <a:lnTo>
                  <a:pt x="6" y="4"/>
                </a:lnTo>
                <a:lnTo>
                  <a:pt x="4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EFFF1"/>
          </a:solidFill>
          <a:ln w="3542">
            <a:solidFill>
              <a:srgbClr val="0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3416300" y="1968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2"/>
                </a:moveTo>
                <a:lnTo>
                  <a:pt x="6" y="5"/>
                </a:lnTo>
                <a:lnTo>
                  <a:pt x="4" y="3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00EBFF"/>
          </a:solidFill>
          <a:ln w="3542">
            <a:solidFill>
              <a:srgbClr val="00B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3467100" y="2006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2"/>
                </a:moveTo>
                <a:lnTo>
                  <a:pt x="6" y="7"/>
                </a:lnTo>
                <a:lnTo>
                  <a:pt x="5" y="5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00B9FF"/>
          </a:solidFill>
          <a:ln w="3542">
            <a:solidFill>
              <a:srgbClr val="009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3530600" y="20701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2"/>
                </a:moveTo>
                <a:lnTo>
                  <a:pt x="5" y="8"/>
                </a:lnTo>
                <a:lnTo>
                  <a:pt x="4" y="7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542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3581400" y="21590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1"/>
                </a:moveTo>
                <a:lnTo>
                  <a:pt x="6" y="11"/>
                </a:lnTo>
                <a:lnTo>
                  <a:pt x="4" y="1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FB"/>
          </a:solidFill>
          <a:ln w="3542">
            <a:solidFill>
              <a:srgbClr val="000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2057400" y="1358900"/>
            <a:ext cx="76200" cy="228600"/>
          </a:xfrm>
          <a:custGeom>
            <a:avLst/>
            <a:gdLst/>
            <a:ahLst/>
            <a:cxnLst/>
            <a:rect l="l" t="t" r="r" b="b"/>
            <a:pathLst>
              <a:path w="6" h="18">
                <a:moveTo>
                  <a:pt x="2" y="0"/>
                </a:moveTo>
                <a:lnTo>
                  <a:pt x="6" y="10"/>
                </a:lnTo>
                <a:lnTo>
                  <a:pt x="4" y="18"/>
                </a:lnTo>
                <a:lnTo>
                  <a:pt x="0" y="16"/>
                </a:lnTo>
                <a:lnTo>
                  <a:pt x="2" y="0"/>
                </a:lnTo>
                <a:close/>
              </a:path>
            </a:pathLst>
          </a:custGeom>
          <a:solidFill>
            <a:srgbClr val="FF5800"/>
          </a:solidFill>
          <a:ln w="3542">
            <a:solidFill>
              <a:srgbClr val="CC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2108200" y="1485900"/>
            <a:ext cx="76200" cy="177800"/>
          </a:xfrm>
          <a:custGeom>
            <a:avLst/>
            <a:gdLst/>
            <a:ahLst/>
            <a:cxnLst/>
            <a:rect l="l" t="t" r="r" b="b"/>
            <a:pathLst>
              <a:path w="6" h="14">
                <a:moveTo>
                  <a:pt x="2" y="0"/>
                </a:moveTo>
                <a:lnTo>
                  <a:pt x="6" y="7"/>
                </a:lnTo>
                <a:lnTo>
                  <a:pt x="4" y="14"/>
                </a:lnTo>
                <a:lnTo>
                  <a:pt x="0" y="8"/>
                </a:lnTo>
                <a:lnTo>
                  <a:pt x="2" y="0"/>
                </a:lnTo>
                <a:close/>
              </a:path>
            </a:pathLst>
          </a:custGeom>
          <a:solidFill>
            <a:srgbClr val="FFAB00"/>
          </a:solidFill>
          <a:ln w="3542">
            <a:solidFill>
              <a:srgbClr val="CC8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2159000" y="15748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0"/>
                </a:moveTo>
                <a:lnTo>
                  <a:pt x="6" y="5"/>
                </a:lnTo>
                <a:lnTo>
                  <a:pt x="5" y="11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FFF500"/>
          </a:solidFill>
          <a:ln w="3542">
            <a:solidFill>
              <a:srgbClr val="CC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2222500" y="16383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3"/>
                </a:lnTo>
                <a:lnTo>
                  <a:pt x="4" y="9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DAFF25"/>
          </a:solidFill>
          <a:ln w="3542">
            <a:solidFill>
              <a:srgbClr val="AEC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2273300" y="1676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3"/>
                </a:lnTo>
                <a:lnTo>
                  <a:pt x="4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C3FF3C"/>
          </a:solidFill>
          <a:ln w="3542">
            <a:solidFill>
              <a:srgbClr val="9C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2324100" y="1714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AFF45"/>
          </a:solidFill>
          <a:ln w="3542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2374900" y="1714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1"/>
                </a:lnTo>
                <a:lnTo>
                  <a:pt x="5" y="4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2438400" y="1727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2489200" y="17272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1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B9FF46"/>
          </a:solidFill>
          <a:ln w="3542">
            <a:solidFill>
              <a:srgbClr val="94C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2540000" y="1739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B4FF4B"/>
          </a:solidFill>
          <a:ln w="3542">
            <a:solidFill>
              <a:srgbClr val="90C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2590800" y="1752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AAFF55"/>
          </a:solidFill>
          <a:ln w="3542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2641600" y="1778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9CFF63"/>
          </a:solidFill>
          <a:ln w="3542">
            <a:solidFill>
              <a:srgbClr val="7DC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2705100" y="1790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27559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81FF7E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28067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CFF83"/>
          </a:solidFill>
          <a:ln w="3542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28575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9FF86"/>
          </a:solidFill>
          <a:ln w="3542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2921000" y="1841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FFF90"/>
          </a:solidFill>
          <a:ln w="3542">
            <a:solidFill>
              <a:srgbClr val="59C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2971800" y="1854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FFFA0"/>
          </a:solidFill>
          <a:ln w="3542">
            <a:solidFill>
              <a:srgbClr val="4C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3022600" y="1866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51FFAE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3073400" y="1892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2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47FFB8"/>
          </a:solidFill>
          <a:ln w="3542">
            <a:solidFill>
              <a:srgbClr val="39C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3124200" y="19050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1"/>
                </a:moveTo>
                <a:lnTo>
                  <a:pt x="6" y="1"/>
                </a:lnTo>
                <a:lnTo>
                  <a:pt x="5" y="1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3187700" y="1917700"/>
            <a:ext cx="63500" cy="0"/>
          </a:xfrm>
          <a:custGeom>
            <a:avLst/>
            <a:gdLst/>
            <a:ahLst/>
            <a:cxnLst/>
            <a:rect l="l" t="t" r="r" b="b"/>
            <a:pathLst>
              <a:path w="5" h="0">
                <a:moveTo>
                  <a:pt x="1" y="0"/>
                </a:moveTo>
                <a:lnTo>
                  <a:pt x="5" y="0"/>
                </a:lnTo>
                <a:lnTo>
                  <a:pt x="4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3238500" y="19177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1"/>
                </a:lnTo>
                <a:lnTo>
                  <a:pt x="4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2FFBD"/>
          </a:solidFill>
          <a:ln w="3542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3289300" y="1917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1"/>
                </a:moveTo>
                <a:lnTo>
                  <a:pt x="6" y="2"/>
                </a:lnTo>
                <a:lnTo>
                  <a:pt x="4" y="1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41FFBE"/>
          </a:solidFill>
          <a:ln w="3542">
            <a:solidFill>
              <a:srgbClr val="34C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3340100" y="1930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1"/>
                </a:moveTo>
                <a:lnTo>
                  <a:pt x="6" y="3"/>
                </a:lnTo>
                <a:lnTo>
                  <a:pt x="5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39FFC6"/>
          </a:solidFill>
          <a:ln w="3542">
            <a:solidFill>
              <a:srgbClr val="2DC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3403600" y="19304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3"/>
                </a:moveTo>
                <a:lnTo>
                  <a:pt x="5" y="6"/>
                </a:lnTo>
                <a:lnTo>
                  <a:pt x="4" y="2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21FFDE"/>
          </a:solidFill>
          <a:ln w="3542">
            <a:solidFill>
              <a:srgbClr val="1A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3454400" y="19558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4"/>
                </a:moveTo>
                <a:lnTo>
                  <a:pt x="6" y="9"/>
                </a:lnTo>
                <a:lnTo>
                  <a:pt x="4" y="5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F0FF"/>
          </a:solidFill>
          <a:ln w="3542">
            <a:solidFill>
              <a:srgbClr val="00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3505200" y="20193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2" y="4"/>
                </a:moveTo>
                <a:lnTo>
                  <a:pt x="6" y="11"/>
                </a:lnTo>
                <a:lnTo>
                  <a:pt x="4" y="8"/>
                </a:lnTo>
                <a:lnTo>
                  <a:pt x="0" y="0"/>
                </a:lnTo>
                <a:lnTo>
                  <a:pt x="2" y="4"/>
                </a:lnTo>
                <a:close/>
              </a:path>
            </a:pathLst>
          </a:custGeom>
          <a:solidFill>
            <a:srgbClr val="00A0FF"/>
          </a:solidFill>
          <a:ln w="3542">
            <a:solidFill>
              <a:srgbClr val="008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3556000" y="2120900"/>
            <a:ext cx="76200" cy="177800"/>
          </a:xfrm>
          <a:custGeom>
            <a:avLst/>
            <a:gdLst/>
            <a:ahLst/>
            <a:cxnLst/>
            <a:rect l="l" t="t" r="r" b="b"/>
            <a:pathLst>
              <a:path w="6" h="14">
                <a:moveTo>
                  <a:pt x="2" y="3"/>
                </a:moveTo>
                <a:lnTo>
                  <a:pt x="6" y="14"/>
                </a:lnTo>
                <a:lnTo>
                  <a:pt x="4" y="13"/>
                </a:lnTo>
                <a:lnTo>
                  <a:pt x="0" y="0"/>
                </a:lnTo>
                <a:lnTo>
                  <a:pt x="2" y="3"/>
                </a:lnTo>
                <a:close/>
              </a:path>
            </a:pathLst>
          </a:custGeom>
          <a:solidFill>
            <a:srgbClr val="001CFF"/>
          </a:solidFill>
          <a:ln w="3542">
            <a:solidFill>
              <a:srgbClr val="001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2032000" y="1562100"/>
            <a:ext cx="76200" cy="215900"/>
          </a:xfrm>
          <a:custGeom>
            <a:avLst/>
            <a:gdLst/>
            <a:ahLst/>
            <a:cxnLst/>
            <a:rect l="l" t="t" r="r" b="b"/>
            <a:pathLst>
              <a:path w="6" h="17">
                <a:moveTo>
                  <a:pt x="2" y="0"/>
                </a:moveTo>
                <a:lnTo>
                  <a:pt x="6" y="2"/>
                </a:lnTo>
                <a:lnTo>
                  <a:pt x="5" y="17"/>
                </a:lnTo>
                <a:lnTo>
                  <a:pt x="0" y="16"/>
                </a:lnTo>
                <a:lnTo>
                  <a:pt x="2" y="0"/>
                </a:lnTo>
                <a:close/>
              </a:path>
            </a:pathLst>
          </a:custGeom>
          <a:solidFill>
            <a:srgbClr val="F5FF0A"/>
          </a:solidFill>
          <a:ln w="3542">
            <a:solidFill>
              <a:srgbClr val="C4CC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2095500" y="1587500"/>
            <a:ext cx="63500" cy="203200"/>
          </a:xfrm>
          <a:custGeom>
            <a:avLst/>
            <a:gdLst/>
            <a:ahLst/>
            <a:cxnLst/>
            <a:rect l="l" t="t" r="r" b="b"/>
            <a:pathLst>
              <a:path w="5" h="16">
                <a:moveTo>
                  <a:pt x="1" y="0"/>
                </a:moveTo>
                <a:lnTo>
                  <a:pt x="5" y="6"/>
                </a:lnTo>
                <a:lnTo>
                  <a:pt x="4" y="16"/>
                </a:lnTo>
                <a:lnTo>
                  <a:pt x="0" y="15"/>
                </a:lnTo>
                <a:lnTo>
                  <a:pt x="1" y="0"/>
                </a:lnTo>
                <a:close/>
              </a:path>
            </a:pathLst>
          </a:custGeom>
          <a:solidFill>
            <a:srgbClr val="D9FF26"/>
          </a:solidFill>
          <a:ln w="3542">
            <a:solidFill>
              <a:srgbClr val="ADC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2146300" y="16637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1" y="0"/>
                </a:moveTo>
                <a:lnTo>
                  <a:pt x="6" y="4"/>
                </a:lnTo>
                <a:lnTo>
                  <a:pt x="4" y="12"/>
                </a:lnTo>
                <a:lnTo>
                  <a:pt x="0" y="10"/>
                </a:lnTo>
                <a:lnTo>
                  <a:pt x="1" y="0"/>
                </a:lnTo>
                <a:close/>
              </a:path>
            </a:pathLst>
          </a:custGeom>
          <a:solidFill>
            <a:srgbClr val="ADFF52"/>
          </a:solidFill>
          <a:ln w="3542">
            <a:solidFill>
              <a:srgbClr val="8AC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2197100" y="1714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3"/>
                </a:lnTo>
                <a:lnTo>
                  <a:pt x="4" y="8"/>
                </a:lnTo>
                <a:lnTo>
                  <a:pt x="0" y="8"/>
                </a:lnTo>
                <a:lnTo>
                  <a:pt x="2" y="0"/>
                </a:lnTo>
                <a:close/>
              </a:path>
            </a:pathLst>
          </a:custGeom>
          <a:solidFill>
            <a:srgbClr val="93FF6C"/>
          </a:solidFill>
          <a:ln w="3542">
            <a:solidFill>
              <a:srgbClr val="75C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2247900" y="1752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2311400" y="17526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0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2362200" y="1752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6"/>
                </a:lnTo>
                <a:lnTo>
                  <a:pt x="1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2413000" y="1765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0"/>
                </a:lnTo>
                <a:lnTo>
                  <a:pt x="4" y="6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2463800" y="1765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1"/>
                </a:lnTo>
                <a:lnTo>
                  <a:pt x="4" y="6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2514600" y="1778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8CFF73"/>
          </a:solidFill>
          <a:ln w="3542">
            <a:solidFill>
              <a:srgbClr val="70C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2578100" y="17780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8BFF74"/>
          </a:solidFill>
          <a:ln w="3542">
            <a:solidFill>
              <a:srgbClr val="6FC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2628900" y="1790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1"/>
                </a:lnTo>
                <a:lnTo>
                  <a:pt x="4" y="6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81FF7E"/>
          </a:solidFill>
          <a:ln w="3542">
            <a:solidFill>
              <a:srgbClr val="67C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2679700" y="1803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2"/>
                </a:lnTo>
                <a:lnTo>
                  <a:pt x="4" y="9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69FF96"/>
          </a:solidFill>
          <a:ln w="3542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2730500" y="1828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5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55FFAA"/>
          </a:solidFill>
          <a:ln w="3542">
            <a:solidFill>
              <a:srgbClr val="44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2794000" y="18415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4EFFB1"/>
          </a:solidFill>
          <a:ln w="3542">
            <a:solidFill>
              <a:srgbClr val="3FC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2844800" y="1841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1" y="0"/>
                </a:moveTo>
                <a:lnTo>
                  <a:pt x="6" y="1"/>
                </a:lnTo>
                <a:lnTo>
                  <a:pt x="4" y="8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4CFFB3"/>
          </a:solidFill>
          <a:ln w="3542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2895600" y="1854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1"/>
                </a:lnTo>
                <a:lnTo>
                  <a:pt x="4" y="7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47FFB8"/>
          </a:solidFill>
          <a:ln w="3542">
            <a:solidFill>
              <a:srgbClr val="39C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2946400" y="1866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2"/>
                </a:lnTo>
                <a:lnTo>
                  <a:pt x="4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3EFFC1"/>
          </a:solidFill>
          <a:ln w="3542">
            <a:solidFill>
              <a:srgbClr val="32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2997200" y="1892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5" y="5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38FFC7"/>
          </a:solidFill>
          <a:ln w="3542">
            <a:solidFill>
              <a:srgbClr val="2DC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3060700" y="1905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37FFC8"/>
          </a:solidFill>
          <a:ln w="3542">
            <a:solidFill>
              <a:srgbClr val="2C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3111500" y="19050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37FFC8"/>
          </a:solidFill>
          <a:ln w="3542">
            <a:solidFill>
              <a:srgbClr val="2C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3162300" y="1917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37FFC8"/>
          </a:solidFill>
          <a:ln w="3542">
            <a:solidFill>
              <a:srgbClr val="2C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3213100" y="1917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37FFC8"/>
          </a:solidFill>
          <a:ln w="3542">
            <a:solidFill>
              <a:srgbClr val="2C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3276600" y="1917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37FFC8"/>
          </a:solidFill>
          <a:ln w="3542">
            <a:solidFill>
              <a:srgbClr val="2C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3327400" y="1930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37FFC8"/>
          </a:solidFill>
          <a:ln w="3542">
            <a:solidFill>
              <a:srgbClr val="2CC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3378200" y="1930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30FFCF"/>
          </a:solidFill>
          <a:ln w="3542">
            <a:solidFill>
              <a:srgbClr val="27C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3429000" y="1955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5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1AFFE5"/>
          </a:solidFill>
          <a:ln w="3542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3479800" y="19939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2"/>
                </a:moveTo>
                <a:lnTo>
                  <a:pt x="6" y="10"/>
                </a:lnTo>
                <a:lnTo>
                  <a:pt x="5" y="8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00D4FF"/>
          </a:solidFill>
          <a:ln w="3542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3543300" y="2095500"/>
            <a:ext cx="63500" cy="203200"/>
          </a:xfrm>
          <a:custGeom>
            <a:avLst/>
            <a:gdLst/>
            <a:ahLst/>
            <a:cxnLst/>
            <a:rect l="l" t="t" r="r" b="b"/>
            <a:pathLst>
              <a:path w="5" h="16">
                <a:moveTo>
                  <a:pt x="1" y="2"/>
                </a:moveTo>
                <a:lnTo>
                  <a:pt x="5" y="15"/>
                </a:lnTo>
                <a:lnTo>
                  <a:pt x="4" y="16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3BFF"/>
          </a:solidFill>
          <a:ln w="3542">
            <a:solidFill>
              <a:srgbClr val="002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2019300" y="1765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88FF77"/>
          </a:solidFill>
          <a:ln w="3542">
            <a:solidFill>
              <a:srgbClr val="6DC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2070100" y="1778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FFF80"/>
          </a:solidFill>
          <a:ln w="3542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2120900" y="17907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5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70FF8F"/>
          </a:solidFill>
          <a:ln w="3542">
            <a:solidFill>
              <a:srgbClr val="59C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2184400" y="18161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62FF9D"/>
          </a:solidFill>
          <a:ln w="3542">
            <a:solidFill>
              <a:srgbClr val="4FC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2235200" y="1816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5BFFA4"/>
          </a:solidFill>
          <a:ln w="3542">
            <a:solidFill>
              <a:srgbClr val="49C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2286000" y="1816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1"/>
                </a:lnTo>
                <a:lnTo>
                  <a:pt x="4" y="5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58FFA7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2336800" y="1828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0"/>
                </a:lnTo>
                <a:lnTo>
                  <a:pt x="5" y="4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58FFA7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2400300" y="18288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58FFA7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2451100" y="18415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58FFA7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2501900" y="1841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0"/>
                </a:lnTo>
                <a:lnTo>
                  <a:pt x="4" y="4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58FFA7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2552700" y="1841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1"/>
                </a:lnTo>
                <a:lnTo>
                  <a:pt x="4" y="7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50FFAF"/>
          </a:solidFill>
          <a:ln w="3542">
            <a:solidFill>
              <a:srgbClr val="40C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2603500" y="18542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1"/>
                </a:lnTo>
                <a:lnTo>
                  <a:pt x="5" y="10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38FFC7"/>
          </a:solidFill>
          <a:ln w="3542">
            <a:solidFill>
              <a:srgbClr val="2DC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2667000" y="1866900"/>
            <a:ext cx="63500" cy="190500"/>
          </a:xfrm>
          <a:custGeom>
            <a:avLst/>
            <a:gdLst/>
            <a:ahLst/>
            <a:cxnLst/>
            <a:rect l="l" t="t" r="r" b="b"/>
            <a:pathLst>
              <a:path w="5" h="15">
                <a:moveTo>
                  <a:pt x="1" y="0"/>
                </a:moveTo>
                <a:lnTo>
                  <a:pt x="5" y="4"/>
                </a:lnTo>
                <a:lnTo>
                  <a:pt x="4" y="15"/>
                </a:lnTo>
                <a:lnTo>
                  <a:pt x="0" y="9"/>
                </a:lnTo>
                <a:lnTo>
                  <a:pt x="1" y="0"/>
                </a:lnTo>
                <a:close/>
              </a:path>
            </a:pathLst>
          </a:custGeom>
          <a:solidFill>
            <a:srgbClr val="0AFFF5"/>
          </a:solidFill>
          <a:ln w="3542">
            <a:solidFill>
              <a:srgbClr val="08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2717800" y="1917700"/>
            <a:ext cx="76200" cy="254000"/>
          </a:xfrm>
          <a:custGeom>
            <a:avLst/>
            <a:gdLst/>
            <a:ahLst/>
            <a:cxnLst/>
            <a:rect l="l" t="t" r="r" b="b"/>
            <a:pathLst>
              <a:path w="6" h="20">
                <a:moveTo>
                  <a:pt x="1" y="0"/>
                </a:moveTo>
                <a:lnTo>
                  <a:pt x="6" y="1"/>
                </a:lnTo>
                <a:lnTo>
                  <a:pt x="4" y="20"/>
                </a:lnTo>
                <a:lnTo>
                  <a:pt x="0" y="11"/>
                </a:lnTo>
                <a:lnTo>
                  <a:pt x="1" y="0"/>
                </a:lnTo>
                <a:close/>
              </a:path>
            </a:pathLst>
          </a:custGeom>
          <a:solidFill>
            <a:srgbClr val="00C8FF"/>
          </a:solidFill>
          <a:ln w="3542">
            <a:solidFill>
              <a:srgbClr val="00A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2768600" y="19304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2" y="0"/>
                </a:moveTo>
                <a:lnTo>
                  <a:pt x="6" y="0"/>
                </a:lnTo>
                <a:lnTo>
                  <a:pt x="4" y="21"/>
                </a:lnTo>
                <a:lnTo>
                  <a:pt x="0" y="19"/>
                </a:lnTo>
                <a:lnTo>
                  <a:pt x="2" y="0"/>
                </a:lnTo>
                <a:close/>
              </a:path>
            </a:pathLst>
          </a:custGeom>
          <a:solidFill>
            <a:srgbClr val="009DFF"/>
          </a:solidFill>
          <a:ln w="3542">
            <a:solidFill>
              <a:srgbClr val="007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2819400" y="19304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2" y="0"/>
                </a:moveTo>
                <a:lnTo>
                  <a:pt x="6" y="1"/>
                </a:lnTo>
                <a:lnTo>
                  <a:pt x="4" y="22"/>
                </a:lnTo>
                <a:lnTo>
                  <a:pt x="0" y="2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2870200" y="19431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2" y="0"/>
                </a:moveTo>
                <a:lnTo>
                  <a:pt x="6" y="0"/>
                </a:lnTo>
                <a:lnTo>
                  <a:pt x="5" y="21"/>
                </a:lnTo>
                <a:lnTo>
                  <a:pt x="0" y="2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2933700" y="1943100"/>
            <a:ext cx="63500" cy="266700"/>
          </a:xfrm>
          <a:custGeom>
            <a:avLst/>
            <a:gdLst/>
            <a:ahLst/>
            <a:cxnLst/>
            <a:rect l="l" t="t" r="r" b="b"/>
            <a:pathLst>
              <a:path w="5" h="21">
                <a:moveTo>
                  <a:pt x="1" y="0"/>
                </a:moveTo>
                <a:lnTo>
                  <a:pt x="5" y="1"/>
                </a:lnTo>
                <a:lnTo>
                  <a:pt x="4" y="21"/>
                </a:lnTo>
                <a:lnTo>
                  <a:pt x="0" y="21"/>
                </a:lnTo>
                <a:lnTo>
                  <a:pt x="1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2984500" y="19558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1" y="0"/>
                </a:moveTo>
                <a:lnTo>
                  <a:pt x="6" y="0"/>
                </a:lnTo>
                <a:lnTo>
                  <a:pt x="4" y="21"/>
                </a:lnTo>
                <a:lnTo>
                  <a:pt x="0" y="20"/>
                </a:lnTo>
                <a:lnTo>
                  <a:pt x="1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3035300" y="19558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2" y="0"/>
                </a:moveTo>
                <a:lnTo>
                  <a:pt x="6" y="0"/>
                </a:lnTo>
                <a:lnTo>
                  <a:pt x="4" y="21"/>
                </a:lnTo>
                <a:lnTo>
                  <a:pt x="0" y="2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3086100" y="19558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2" y="0"/>
                </a:moveTo>
                <a:lnTo>
                  <a:pt x="6" y="1"/>
                </a:lnTo>
                <a:lnTo>
                  <a:pt x="5" y="22"/>
                </a:lnTo>
                <a:lnTo>
                  <a:pt x="0" y="2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3149600" y="1968500"/>
            <a:ext cx="63500" cy="266700"/>
          </a:xfrm>
          <a:custGeom>
            <a:avLst/>
            <a:gdLst/>
            <a:ahLst/>
            <a:cxnLst/>
            <a:rect l="l" t="t" r="r" b="b"/>
            <a:pathLst>
              <a:path w="5" h="21">
                <a:moveTo>
                  <a:pt x="1" y="0"/>
                </a:moveTo>
                <a:lnTo>
                  <a:pt x="5" y="0"/>
                </a:lnTo>
                <a:lnTo>
                  <a:pt x="4" y="21"/>
                </a:lnTo>
                <a:lnTo>
                  <a:pt x="0" y="21"/>
                </a:lnTo>
                <a:lnTo>
                  <a:pt x="1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3200400" y="19685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1" y="0"/>
                </a:moveTo>
                <a:lnTo>
                  <a:pt x="6" y="0"/>
                </a:lnTo>
                <a:lnTo>
                  <a:pt x="4" y="21"/>
                </a:lnTo>
                <a:lnTo>
                  <a:pt x="0" y="21"/>
                </a:lnTo>
                <a:lnTo>
                  <a:pt x="1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3251200" y="19685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2" y="0"/>
                </a:moveTo>
                <a:lnTo>
                  <a:pt x="6" y="1"/>
                </a:lnTo>
                <a:lnTo>
                  <a:pt x="4" y="22"/>
                </a:lnTo>
                <a:lnTo>
                  <a:pt x="0" y="2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3302000" y="19812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2" y="0"/>
                </a:moveTo>
                <a:lnTo>
                  <a:pt x="6" y="0"/>
                </a:lnTo>
                <a:lnTo>
                  <a:pt x="4" y="21"/>
                </a:lnTo>
                <a:lnTo>
                  <a:pt x="0" y="2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3352800" y="19812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2" y="0"/>
                </a:moveTo>
                <a:lnTo>
                  <a:pt x="6" y="1"/>
                </a:lnTo>
                <a:lnTo>
                  <a:pt x="5" y="21"/>
                </a:lnTo>
                <a:lnTo>
                  <a:pt x="0" y="21"/>
                </a:lnTo>
                <a:lnTo>
                  <a:pt x="2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3416300" y="1993900"/>
            <a:ext cx="63500" cy="266700"/>
          </a:xfrm>
          <a:custGeom>
            <a:avLst/>
            <a:gdLst/>
            <a:ahLst/>
            <a:cxnLst/>
            <a:rect l="l" t="t" r="r" b="b"/>
            <a:pathLst>
              <a:path w="5" h="21">
                <a:moveTo>
                  <a:pt x="1" y="0"/>
                </a:moveTo>
                <a:lnTo>
                  <a:pt x="5" y="0"/>
                </a:lnTo>
                <a:lnTo>
                  <a:pt x="4" y="21"/>
                </a:lnTo>
                <a:lnTo>
                  <a:pt x="0" y="20"/>
                </a:lnTo>
                <a:lnTo>
                  <a:pt x="1" y="0"/>
                </a:lnTo>
                <a:close/>
              </a:path>
            </a:pathLst>
          </a:custGeom>
          <a:solidFill>
            <a:srgbClr val="0095FF"/>
          </a:solidFill>
          <a:ln w="3542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3467100" y="1993900"/>
            <a:ext cx="76200" cy="266700"/>
          </a:xfrm>
          <a:custGeom>
            <a:avLst/>
            <a:gdLst/>
            <a:ahLst/>
            <a:cxnLst/>
            <a:rect l="l" t="t" r="r" b="b"/>
            <a:pathLst>
              <a:path w="6" h="21">
                <a:moveTo>
                  <a:pt x="1" y="0"/>
                </a:moveTo>
                <a:lnTo>
                  <a:pt x="6" y="8"/>
                </a:lnTo>
                <a:lnTo>
                  <a:pt x="4" y="21"/>
                </a:lnTo>
                <a:lnTo>
                  <a:pt x="0" y="21"/>
                </a:lnTo>
                <a:lnTo>
                  <a:pt x="1" y="0"/>
                </a:lnTo>
                <a:close/>
              </a:path>
            </a:pathLst>
          </a:custGeom>
          <a:solidFill>
            <a:srgbClr val="0079FF"/>
          </a:solidFill>
          <a:ln w="3542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3517900" y="2095500"/>
            <a:ext cx="76200" cy="228600"/>
          </a:xfrm>
          <a:custGeom>
            <a:avLst/>
            <a:gdLst/>
            <a:ahLst/>
            <a:cxnLst/>
            <a:rect l="l" t="t" r="r" b="b"/>
            <a:pathLst>
              <a:path w="6" h="18">
                <a:moveTo>
                  <a:pt x="2" y="0"/>
                </a:moveTo>
                <a:lnTo>
                  <a:pt x="6" y="16"/>
                </a:lnTo>
                <a:lnTo>
                  <a:pt x="4" y="18"/>
                </a:lnTo>
                <a:lnTo>
                  <a:pt x="0" y="13"/>
                </a:lnTo>
                <a:lnTo>
                  <a:pt x="2" y="0"/>
                </a:lnTo>
                <a:close/>
              </a:path>
            </a:pathLst>
          </a:custGeom>
          <a:solidFill>
            <a:srgbClr val="0018FF"/>
          </a:solidFill>
          <a:ln w="3542">
            <a:solidFill>
              <a:srgbClr val="001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993900" y="1790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EFF81"/>
          </a:solidFill>
          <a:ln w="3542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2057400" y="1803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7FF88"/>
          </a:solidFill>
          <a:ln w="3542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21082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2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BFF94"/>
          </a:solidFill>
          <a:ln w="3542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21590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5CFFA3"/>
          </a:solidFill>
          <a:ln w="3542">
            <a:solidFill>
              <a:srgbClr val="49C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2209800" y="1854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4BFFB4"/>
          </a:solidFill>
          <a:ln w="3542">
            <a:solidFill>
              <a:srgbClr val="3C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2273300" y="1866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FFFC0"/>
          </a:solidFill>
          <a:ln w="3542">
            <a:solidFill>
              <a:srgbClr val="33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2324100" y="1879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39FFC6"/>
          </a:solidFill>
          <a:ln w="3542">
            <a:solidFill>
              <a:srgbClr val="2EC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2374900" y="18796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39FFC6"/>
          </a:solidFill>
          <a:ln w="3542">
            <a:solidFill>
              <a:srgbClr val="2DC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2425700" y="1892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36FFC9"/>
          </a:solidFill>
          <a:ln w="3542">
            <a:solidFill>
              <a:srgbClr val="2BCC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2476500" y="18923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0"/>
                </a:lnTo>
                <a:lnTo>
                  <a:pt x="5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2EFFD1"/>
          </a:solidFill>
          <a:ln w="3542">
            <a:solidFill>
              <a:srgbClr val="25C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2540000" y="18923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3"/>
                </a:lnTo>
                <a:lnTo>
                  <a:pt x="4" y="8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18FFE7"/>
          </a:solidFill>
          <a:ln w="3542">
            <a:solidFill>
              <a:srgbClr val="13C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2590800" y="19304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1" y="0"/>
                </a:moveTo>
                <a:lnTo>
                  <a:pt x="6" y="4"/>
                </a:lnTo>
                <a:lnTo>
                  <a:pt x="4" y="9"/>
                </a:lnTo>
                <a:lnTo>
                  <a:pt x="0" y="5"/>
                </a:lnTo>
                <a:lnTo>
                  <a:pt x="1" y="0"/>
                </a:lnTo>
                <a:close/>
              </a:path>
            </a:pathLst>
          </a:custGeom>
          <a:solidFill>
            <a:srgbClr val="00EEFF"/>
          </a:solidFill>
          <a:ln w="3542">
            <a:solidFill>
              <a:srgbClr val="00B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2641600" y="19812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6"/>
                </a:lnTo>
                <a:lnTo>
                  <a:pt x="4" y="10"/>
                </a:lnTo>
                <a:lnTo>
                  <a:pt x="0" y="5"/>
                </a:lnTo>
                <a:lnTo>
                  <a:pt x="2" y="0"/>
                </a:lnTo>
                <a:close/>
              </a:path>
            </a:pathLst>
          </a:custGeom>
          <a:solidFill>
            <a:srgbClr val="00B0FF"/>
          </a:solidFill>
          <a:ln w="3542">
            <a:solidFill>
              <a:srgbClr val="008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2692400" y="2057400"/>
            <a:ext cx="76200" cy="152400"/>
          </a:xfrm>
          <a:custGeom>
            <a:avLst/>
            <a:gdLst/>
            <a:ahLst/>
            <a:cxnLst/>
            <a:rect l="l" t="t" r="r" b="b"/>
            <a:pathLst>
              <a:path w="6" h="12">
                <a:moveTo>
                  <a:pt x="2" y="0"/>
                </a:moveTo>
                <a:lnTo>
                  <a:pt x="6" y="9"/>
                </a:lnTo>
                <a:lnTo>
                  <a:pt x="5" y="12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4FFF"/>
          </a:solidFill>
          <a:ln w="3542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2755900" y="21717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2"/>
                </a:lnTo>
                <a:lnTo>
                  <a:pt x="4" y="9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00F9"/>
          </a:solidFill>
          <a:ln w="3542">
            <a:solidFill>
              <a:srgbClr val="000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2806700" y="21971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1"/>
                </a:lnTo>
                <a:lnTo>
                  <a:pt x="4" y="8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2857500" y="2209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2908300" y="2209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2959100" y="2209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5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3022600" y="22225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3073400" y="22225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1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3124200" y="2235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4" y="7"/>
                </a:lnTo>
                <a:lnTo>
                  <a:pt x="0" y="6"/>
                </a:lnTo>
                <a:lnTo>
                  <a:pt x="2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3175000" y="22352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3225800" y="22352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5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3289300" y="22479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3340100" y="2247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0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3390900" y="2247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1"/>
                </a:lnTo>
                <a:lnTo>
                  <a:pt x="4" y="8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3441700" y="2260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0"/>
                </a:lnTo>
                <a:lnTo>
                  <a:pt x="5" y="7"/>
                </a:lnTo>
                <a:lnTo>
                  <a:pt x="0" y="7"/>
                </a:lnTo>
                <a:lnTo>
                  <a:pt x="2" y="0"/>
                </a:lnTo>
                <a:close/>
              </a:path>
            </a:pathLst>
          </a:custGeom>
          <a:solidFill>
            <a:srgbClr val="0000DF"/>
          </a:solidFill>
          <a:ln w="3542">
            <a:solidFill>
              <a:srgbClr val="000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3505200" y="2260600"/>
            <a:ext cx="63500" cy="88900"/>
          </a:xfrm>
          <a:custGeom>
            <a:avLst/>
            <a:gdLst/>
            <a:ahLst/>
            <a:cxnLst/>
            <a:rect l="l" t="t" r="r" b="b"/>
            <a:pathLst>
              <a:path w="5" h="7">
                <a:moveTo>
                  <a:pt x="1" y="0"/>
                </a:moveTo>
                <a:lnTo>
                  <a:pt x="5" y="5"/>
                </a:lnTo>
                <a:lnTo>
                  <a:pt x="4" y="7"/>
                </a:lnTo>
                <a:lnTo>
                  <a:pt x="0" y="7"/>
                </a:lnTo>
                <a:lnTo>
                  <a:pt x="1" y="0"/>
                </a:lnTo>
                <a:close/>
              </a:path>
            </a:pathLst>
          </a:custGeom>
          <a:solidFill>
            <a:srgbClr val="0000CF"/>
          </a:solidFill>
          <a:ln w="3542">
            <a:solidFill>
              <a:srgbClr val="000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1981200" y="1803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542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20320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8FF87"/>
          </a:solidFill>
          <a:ln w="3542">
            <a:solidFill>
              <a:srgbClr val="60C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20828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FFF90"/>
          </a:solidFill>
          <a:ln w="3542">
            <a:solidFill>
              <a:srgbClr val="59C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2146300" y="1841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2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2FF9D"/>
          </a:solidFill>
          <a:ln w="3542">
            <a:solidFill>
              <a:srgbClr val="4E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21971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52FFAD"/>
          </a:solidFill>
          <a:ln w="3542">
            <a:solidFill>
              <a:srgbClr val="41C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22479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2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40FFBF"/>
          </a:solidFill>
          <a:ln w="3542">
            <a:solidFill>
              <a:srgbClr val="33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2298700" y="1905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31FFCE"/>
          </a:solidFill>
          <a:ln w="3542">
            <a:solidFill>
              <a:srgbClr val="27C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2349500" y="1917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25FFDA"/>
          </a:solidFill>
          <a:ln w="3542">
            <a:solidFill>
              <a:srgbClr val="1DC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2413000" y="1917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1" y="0"/>
                </a:moveTo>
                <a:lnTo>
                  <a:pt x="5" y="1"/>
                </a:lnTo>
                <a:lnTo>
                  <a:pt x="4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18FFE7"/>
          </a:solidFill>
          <a:ln w="3542">
            <a:solidFill>
              <a:srgbClr val="13C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2463800" y="1930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2"/>
                </a:lnTo>
                <a:lnTo>
                  <a:pt x="4" y="6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6FFF9"/>
          </a:solidFill>
          <a:ln w="3542">
            <a:solidFill>
              <a:srgbClr val="05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2514600" y="19558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3"/>
                </a:lnTo>
                <a:lnTo>
                  <a:pt x="4" y="7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E9FF"/>
          </a:solidFill>
          <a:ln w="3542">
            <a:solidFill>
              <a:srgbClr val="00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2565400" y="1993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4"/>
                </a:lnTo>
                <a:lnTo>
                  <a:pt x="5" y="8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>
            <a:srgbClr val="00BFFF"/>
          </a:solidFill>
          <a:ln w="3542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2628900" y="20447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5"/>
                </a:lnTo>
                <a:lnTo>
                  <a:pt x="4" y="9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82FF"/>
          </a:solidFill>
          <a:ln w="3542">
            <a:solidFill>
              <a:srgbClr val="006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2679700" y="21082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6" h="11">
                <a:moveTo>
                  <a:pt x="1" y="0"/>
                </a:moveTo>
                <a:lnTo>
                  <a:pt x="6" y="8"/>
                </a:lnTo>
                <a:lnTo>
                  <a:pt x="4" y="11"/>
                </a:lnTo>
                <a:lnTo>
                  <a:pt x="0" y="4"/>
                </a:lnTo>
                <a:lnTo>
                  <a:pt x="1" y="0"/>
                </a:lnTo>
                <a:close/>
              </a:path>
            </a:pathLst>
          </a:custGeom>
          <a:solidFill>
            <a:srgbClr val="002AFF"/>
          </a:solidFill>
          <a:ln w="3542">
            <a:solidFill>
              <a:srgbClr val="002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2730500" y="22098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6"/>
                </a:lnTo>
                <a:lnTo>
                  <a:pt x="4" y="8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00D1"/>
          </a:solidFill>
          <a:ln w="3542">
            <a:solidFill>
              <a:srgbClr val="000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2781300" y="2286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2832100" y="2298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2895600" y="22987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0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2946400" y="2298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2997200" y="23114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3048000" y="23114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3111500" y="2311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3162300" y="23241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3213100" y="2324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3263900" y="2336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3314700" y="2336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3378200" y="23368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3429000" y="2349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3479800" y="2349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0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E"/>
          </a:solidFill>
          <a:ln w="3542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1955800" y="1816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EFF81"/>
          </a:solidFill>
          <a:ln w="3542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2019300" y="1828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9FF86"/>
          </a:solidFill>
          <a:ln w="3542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20701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1FF8E"/>
          </a:solidFill>
          <a:ln w="3542">
            <a:solidFill>
              <a:srgbClr val="5A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2120900" y="1854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5FF9A"/>
          </a:solidFill>
          <a:ln w="3542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21717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2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7FFA8"/>
          </a:solidFill>
          <a:ln w="3542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2222500" y="1892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7FFB8"/>
          </a:solidFill>
          <a:ln w="3542">
            <a:solidFill>
              <a:srgbClr val="39C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2286000" y="1905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3FFCC"/>
          </a:solidFill>
          <a:ln w="3542">
            <a:solidFill>
              <a:srgbClr val="28C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2336800" y="19304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2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1BFFE4"/>
          </a:solidFill>
          <a:ln w="3542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2387600" y="1955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2"/>
                </a:lnTo>
                <a:lnTo>
                  <a:pt x="4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1FFFE"/>
          </a:solidFill>
          <a:ln w="3542">
            <a:solidFill>
              <a:srgbClr val="01C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2438400" y="19812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2"/>
                </a:lnTo>
                <a:lnTo>
                  <a:pt x="5" y="5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E6FF"/>
          </a:solidFill>
          <a:ln w="3542">
            <a:solidFill>
              <a:srgbClr val="00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2501900" y="20066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3"/>
                </a:lnTo>
                <a:lnTo>
                  <a:pt x="4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C7FF"/>
          </a:solidFill>
          <a:ln w="3542">
            <a:solidFill>
              <a:srgbClr val="009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2552700" y="20447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4"/>
                </a:lnTo>
                <a:lnTo>
                  <a:pt x="4" y="7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9DFF"/>
          </a:solidFill>
          <a:ln w="3542">
            <a:solidFill>
              <a:srgbClr val="007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2603500" y="20955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6" h="8">
                <a:moveTo>
                  <a:pt x="2" y="0"/>
                </a:moveTo>
                <a:lnTo>
                  <a:pt x="6" y="5"/>
                </a:lnTo>
                <a:lnTo>
                  <a:pt x="4" y="8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62FF"/>
          </a:solidFill>
          <a:ln w="3542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2654300" y="2159000"/>
            <a:ext cx="76200" cy="127000"/>
          </a:xfrm>
          <a:custGeom>
            <a:avLst/>
            <a:gdLst/>
            <a:ahLst/>
            <a:cxnLst/>
            <a:rect l="l" t="t" r="r" b="b"/>
            <a:pathLst>
              <a:path w="6" h="10">
                <a:moveTo>
                  <a:pt x="2" y="0"/>
                </a:moveTo>
                <a:lnTo>
                  <a:pt x="6" y="7"/>
                </a:lnTo>
                <a:lnTo>
                  <a:pt x="4" y="10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0FFF"/>
          </a:solidFill>
          <a:ln w="3542">
            <a:solidFill>
              <a:srgbClr val="000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2705100" y="22479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5"/>
                </a:lnTo>
                <a:lnTo>
                  <a:pt x="5" y="7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0000BE"/>
          </a:solidFill>
          <a:ln w="3542">
            <a:solidFill>
              <a:srgbClr val="000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2768600" y="2311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2819400" y="23241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2870200" y="2324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2921000" y="2336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2984500" y="23368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F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3035300" y="2336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A3"/>
          </a:solidFill>
          <a:ln w="3542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3086100" y="23495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7"/>
          </a:solidFill>
          <a:ln w="3542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3136900" y="2349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6"/>
          </a:solidFill>
          <a:ln w="3542">
            <a:solidFill>
              <a:srgbClr val="000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3187700" y="23495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5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0"/>
          </a:solidFill>
          <a:ln w="3542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3251200" y="2362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3302000" y="23622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3352800" y="2374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3403600" y="2374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3467100" y="23749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1943100" y="18288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542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9939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AFF85"/>
          </a:solidFill>
          <a:ln w="3542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2044700" y="1854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2FF8D"/>
          </a:solidFill>
          <a:ln w="3542">
            <a:solidFill>
              <a:srgbClr val="5B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20955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7FF98"/>
          </a:solidFill>
          <a:ln w="3542">
            <a:solidFill>
              <a:srgbClr val="53C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2159000" y="1879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AFFA5"/>
          </a:solidFill>
          <a:ln w="3542">
            <a:solidFill>
              <a:srgbClr val="48C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2209800" y="1892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49FFB6"/>
          </a:solidFill>
          <a:ln w="3542">
            <a:solidFill>
              <a:srgbClr val="3A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2260600" y="1917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3FFCC"/>
          </a:solidFill>
          <a:ln w="3542">
            <a:solidFill>
              <a:srgbClr val="29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2311400" y="19431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1AFFE5"/>
          </a:solidFill>
          <a:ln w="3542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2374900" y="19812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FBFF"/>
          </a:solidFill>
          <a:ln w="3542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2425700" y="20066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8FF"/>
          </a:solidFill>
          <a:ln w="3542">
            <a:solidFill>
              <a:srgbClr val="00A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2476500" y="20447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3"/>
                </a:lnTo>
                <a:lnTo>
                  <a:pt x="4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B2FF"/>
          </a:solidFill>
          <a:ln w="3542">
            <a:solidFill>
              <a:srgbClr val="008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2527300" y="2082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85FF"/>
          </a:solidFill>
          <a:ln w="3542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2578100" y="21336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2" y="0"/>
                </a:moveTo>
                <a:lnTo>
                  <a:pt x="6" y="5"/>
                </a:lnTo>
                <a:lnTo>
                  <a:pt x="5" y="7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4BFF"/>
          </a:solidFill>
          <a:ln w="3542">
            <a:solidFill>
              <a:srgbClr val="003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2641600" y="2197100"/>
            <a:ext cx="63500" cy="114300"/>
          </a:xfrm>
          <a:custGeom>
            <a:avLst/>
            <a:gdLst/>
            <a:ahLst/>
            <a:cxnLst/>
            <a:rect l="l" t="t" r="r" b="b"/>
            <a:pathLst>
              <a:path w="5" h="9">
                <a:moveTo>
                  <a:pt x="1" y="0"/>
                </a:moveTo>
                <a:lnTo>
                  <a:pt x="5" y="7"/>
                </a:lnTo>
                <a:lnTo>
                  <a:pt x="4" y="9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FA"/>
          </a:solidFill>
          <a:ln w="3542">
            <a:solidFill>
              <a:srgbClr val="000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2692400" y="2286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1" y="0"/>
                </a:moveTo>
                <a:lnTo>
                  <a:pt x="6" y="4"/>
                </a:lnTo>
                <a:lnTo>
                  <a:pt x="4" y="6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AF"/>
          </a:solidFill>
          <a:ln w="3542">
            <a:solidFill>
              <a:srgbClr val="00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2743200" y="23368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1"/>
          </a:solidFill>
          <a:ln w="3542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2794000" y="2349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1"/>
          </a:solidFill>
          <a:ln w="3542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2857500" y="23495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2"/>
          </a:solidFill>
          <a:ln w="3542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2908300" y="23622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4"/>
          </a:solidFill>
          <a:ln w="3542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2959100" y="23622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98"/>
          </a:solidFill>
          <a:ln w="3542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3009900" y="23622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0"/>
          </a:solidFill>
          <a:ln w="3542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3060700" y="23622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6"/>
          </a:solidFill>
          <a:ln w="3542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3124200" y="2362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4"/>
          </a:solidFill>
          <a:ln w="3542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3175000" y="2374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B"/>
          </a:solidFill>
          <a:ln w="3542">
            <a:solidFill>
              <a:srgbClr val="00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3225800" y="2387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95"/>
          </a:solidFill>
          <a:ln w="3542">
            <a:solidFill>
              <a:srgbClr val="000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3276600" y="2387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2"/>
          </a:solidFill>
          <a:ln w="3542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3340100" y="2400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1"/>
          </a:solidFill>
          <a:ln w="3542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3390900" y="2400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91"/>
          </a:solidFill>
          <a:ln w="3542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3441700" y="24003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1"/>
                </a:lnTo>
                <a:lnTo>
                  <a:pt x="4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91"/>
          </a:solidFill>
          <a:ln w="3542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1917700" y="18415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EFF81"/>
          </a:solidFill>
          <a:ln w="3542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1968500" y="18542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AFF85"/>
          </a:solidFill>
          <a:ln w="3542">
            <a:solidFill>
              <a:srgbClr val="62C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2032000" y="18669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3FF8C"/>
          </a:solidFill>
          <a:ln w="3542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20828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68FF97"/>
          </a:solidFill>
          <a:ln w="3542">
            <a:solidFill>
              <a:srgbClr val="53C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2133600" y="1892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5AFFA5"/>
          </a:solidFill>
          <a:ln w="3542">
            <a:solidFill>
              <a:srgbClr val="48C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2184400" y="19050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5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49FFB6"/>
          </a:solidFill>
          <a:ln w="3542">
            <a:solidFill>
              <a:srgbClr val="3A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2247900" y="19304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33FFCC"/>
          </a:solidFill>
          <a:ln w="3542">
            <a:solidFill>
              <a:srgbClr val="29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2298700" y="19558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1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1AFFE5"/>
          </a:solidFill>
          <a:ln w="3542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2349500" y="19939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FBFF"/>
          </a:solidFill>
          <a:ln w="3542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2400300" y="20193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4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D7FF"/>
          </a:solidFill>
          <a:ln w="3542">
            <a:solidFill>
              <a:srgbClr val="00A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2451100" y="20574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2" y="0"/>
                </a:moveTo>
                <a:lnTo>
                  <a:pt x="6" y="4"/>
                </a:lnTo>
                <a:lnTo>
                  <a:pt x="5" y="5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ACFF"/>
          </a:solidFill>
          <a:ln w="3542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2514600" y="2108200"/>
            <a:ext cx="63500" cy="762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1" y="0"/>
                </a:moveTo>
                <a:lnTo>
                  <a:pt x="5" y="4"/>
                </a:lnTo>
                <a:lnTo>
                  <a:pt x="4" y="6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9FF"/>
          </a:solidFill>
          <a:ln w="3542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2565400" y="2159000"/>
            <a:ext cx="76200" cy="88900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1" y="0"/>
                </a:moveTo>
                <a:lnTo>
                  <a:pt x="6" y="5"/>
                </a:lnTo>
                <a:lnTo>
                  <a:pt x="4" y="7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3CFF"/>
          </a:solidFill>
          <a:ln w="3542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2616200" y="2222500"/>
            <a:ext cx="76200" cy="114300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2" y="0"/>
                </a:moveTo>
                <a:lnTo>
                  <a:pt x="6" y="7"/>
                </a:lnTo>
                <a:lnTo>
                  <a:pt x="4" y="9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ED"/>
          </a:solidFill>
          <a:ln w="3542">
            <a:solidFill>
              <a:srgbClr val="000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2667000" y="2311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4"/>
                </a:lnTo>
                <a:lnTo>
                  <a:pt x="5" y="6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A4"/>
          </a:solidFill>
          <a:ln w="3542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2730500" y="2362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000087"/>
          </a:solidFill>
          <a:ln w="3542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2781300" y="237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88"/>
          </a:solidFill>
          <a:ln w="3542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2832100" y="237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8B"/>
          </a:solidFill>
          <a:ln w="3542">
            <a:solidFill>
              <a:srgbClr val="000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2882900" y="237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90"/>
          </a:solidFill>
          <a:ln w="3542">
            <a:solidFill>
              <a:srgbClr val="00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2933700" y="237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97"/>
          </a:solidFill>
          <a:ln w="3542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2997200" y="23749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0"/>
          </a:solidFill>
          <a:ln w="3542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3048000" y="23749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542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3098800" y="2374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4"/>
          </a:solidFill>
          <a:ln w="3542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3149600" y="2387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9B"/>
          </a:solidFill>
          <a:ln w="3542">
            <a:solidFill>
              <a:srgbClr val="00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3213100" y="24003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3"/>
          </a:solidFill>
          <a:ln w="3542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3263900" y="2413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542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3314700" y="2413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89"/>
          </a:solidFill>
          <a:ln w="3542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3365500" y="2425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0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88"/>
          </a:solidFill>
          <a:ln w="3542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3416300" y="2425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000087"/>
          </a:solidFill>
          <a:ln w="3542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905000" y="18542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542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1955800" y="18669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7AFF85"/>
          </a:solidFill>
          <a:ln w="3542">
            <a:solidFill>
              <a:srgbClr val="62C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2006600" y="18796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73FF8C"/>
          </a:solidFill>
          <a:ln w="3542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2057400" y="1892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5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68FF97"/>
          </a:solidFill>
          <a:ln w="3542">
            <a:solidFill>
              <a:srgbClr val="53CC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2120900" y="19050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1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5AFFA5"/>
          </a:solidFill>
          <a:ln w="3542">
            <a:solidFill>
              <a:srgbClr val="48C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2171700" y="19177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1" y="0"/>
                </a:moveTo>
                <a:lnTo>
                  <a:pt x="6" y="2"/>
                </a:lnTo>
                <a:lnTo>
                  <a:pt x="4" y="3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49FFB6"/>
          </a:solidFill>
          <a:ln w="3542">
            <a:solidFill>
              <a:srgbClr val="3AC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2222500" y="1943100"/>
            <a:ext cx="76200" cy="38100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2" y="0"/>
                </a:moveTo>
                <a:lnTo>
                  <a:pt x="6" y="2"/>
                </a:lnTo>
                <a:lnTo>
                  <a:pt x="4" y="3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33FFCC"/>
          </a:solidFill>
          <a:ln w="3542">
            <a:solidFill>
              <a:srgbClr val="29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2273300" y="1968500"/>
            <a:ext cx="76200" cy="50800"/>
          </a:xfrm>
          <a:custGeom>
            <a:avLst/>
            <a:gdLst/>
            <a:ahLst/>
            <a:cxnLst/>
            <a:rect l="l" t="t" r="r" b="b"/>
            <a:pathLst>
              <a:path w="6" h="4">
                <a:moveTo>
                  <a:pt x="2" y="0"/>
                </a:moveTo>
                <a:lnTo>
                  <a:pt x="6" y="3"/>
                </a:lnTo>
                <a:lnTo>
                  <a:pt x="5" y="4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1AFFE5"/>
          </a:solidFill>
          <a:ln w="3542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2336800" y="2006600"/>
            <a:ext cx="63500" cy="38100"/>
          </a:xfrm>
          <a:custGeom>
            <a:avLst/>
            <a:gdLst/>
            <a:ahLst/>
            <a:cxnLst/>
            <a:rect l="l" t="t" r="r" b="b"/>
            <a:pathLst>
              <a:path w="5" h="3">
                <a:moveTo>
                  <a:pt x="1" y="0"/>
                </a:moveTo>
                <a:lnTo>
                  <a:pt x="5" y="2"/>
                </a:lnTo>
                <a:lnTo>
                  <a:pt x="4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FBFF"/>
          </a:solidFill>
          <a:ln w="3542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2387600" y="2032000"/>
            <a:ext cx="63500" cy="50800"/>
          </a:xfrm>
          <a:custGeom>
            <a:avLst/>
            <a:gdLst/>
            <a:ahLst/>
            <a:cxnLst/>
            <a:rect l="l" t="t" r="r" b="b"/>
            <a:pathLst>
              <a:path w="5" h="4">
                <a:moveTo>
                  <a:pt x="1" y="0"/>
                </a:moveTo>
                <a:lnTo>
                  <a:pt x="5" y="3"/>
                </a:lnTo>
                <a:lnTo>
                  <a:pt x="4" y="4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D7FF"/>
          </a:solidFill>
          <a:ln w="3542">
            <a:solidFill>
              <a:srgbClr val="00A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2438400" y="20701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ACFF"/>
          </a:solidFill>
          <a:ln w="3542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2489200" y="212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4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77FF"/>
          </a:solidFill>
          <a:ln w="3542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2540000" y="2184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2" y="0"/>
                </a:moveTo>
                <a:lnTo>
                  <a:pt x="6" y="5"/>
                </a:lnTo>
                <a:lnTo>
                  <a:pt x="5" y="6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37FF"/>
          </a:solidFill>
          <a:ln w="3542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2603500" y="2247900"/>
            <a:ext cx="63500" cy="101600"/>
          </a:xfrm>
          <a:custGeom>
            <a:avLst/>
            <a:gdLst/>
            <a:ahLst/>
            <a:cxnLst/>
            <a:rect l="l" t="t" r="r" b="b"/>
            <a:pathLst>
              <a:path w="5" h="8">
                <a:moveTo>
                  <a:pt x="1" y="0"/>
                </a:moveTo>
                <a:lnTo>
                  <a:pt x="5" y="7"/>
                </a:lnTo>
                <a:lnTo>
                  <a:pt x="4" y="8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E6"/>
          </a:solidFill>
          <a:ln w="3542">
            <a:solidFill>
              <a:srgbClr val="000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2654300" y="23368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1" y="0"/>
                </a:moveTo>
                <a:lnTo>
                  <a:pt x="6" y="4"/>
                </a:lnTo>
                <a:lnTo>
                  <a:pt x="4" y="5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542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2705100" y="238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83"/>
          </a:solidFill>
          <a:ln w="3542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2755900" y="238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85"/>
          </a:solidFill>
          <a:ln w="3542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2806700" y="238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8A"/>
          </a:solidFill>
          <a:ln w="3542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2870200" y="2387600"/>
            <a:ext cx="63500" cy="12700"/>
          </a:xfrm>
          <a:custGeom>
            <a:avLst/>
            <a:gdLst/>
            <a:ahLst/>
            <a:cxnLst/>
            <a:rect l="l" t="t" r="r" b="b"/>
            <a:pathLst>
              <a:path w="5" h="1">
                <a:moveTo>
                  <a:pt x="1" y="0"/>
                </a:moveTo>
                <a:lnTo>
                  <a:pt x="5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0"/>
          </a:solidFill>
          <a:ln w="3542">
            <a:solidFill>
              <a:srgbClr val="00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2921000" y="238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7"/>
          </a:solidFill>
          <a:ln w="3542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2971800" y="238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0"/>
          </a:solidFill>
          <a:ln w="3542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3022600" y="23876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A6"/>
          </a:solidFill>
          <a:ln w="3542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3086100" y="23876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4"/>
          </a:solidFill>
          <a:ln w="3542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3136900" y="24003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1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B"/>
          </a:solidFill>
          <a:ln w="3542">
            <a:solidFill>
              <a:srgbClr val="00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3187700" y="24130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93"/>
          </a:solidFill>
          <a:ln w="3542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3238500" y="2425700"/>
            <a:ext cx="76200" cy="25400"/>
          </a:xfrm>
          <a:custGeom>
            <a:avLst/>
            <a:gdLst/>
            <a:ahLst/>
            <a:cxnLst/>
            <a:rect l="l" t="t" r="r" b="b"/>
            <a:pathLst>
              <a:path w="6" h="2">
                <a:moveTo>
                  <a:pt x="2" y="0"/>
                </a:moveTo>
                <a:lnTo>
                  <a:pt x="6" y="1"/>
                </a:lnTo>
                <a:lnTo>
                  <a:pt x="4" y="2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8D"/>
          </a:solidFill>
          <a:ln w="3542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3289300" y="24384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2" y="0"/>
                </a:moveTo>
                <a:lnTo>
                  <a:pt x="6" y="0"/>
                </a:lnTo>
                <a:lnTo>
                  <a:pt x="5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000087"/>
          </a:solidFill>
          <a:ln w="3542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3352800" y="2438400"/>
            <a:ext cx="63500" cy="25400"/>
          </a:xfrm>
          <a:custGeom>
            <a:avLst/>
            <a:gdLst/>
            <a:ahLst/>
            <a:cxnLst/>
            <a:rect l="l" t="t" r="r" b="b"/>
            <a:pathLst>
              <a:path w="5" h="2">
                <a:moveTo>
                  <a:pt x="1" y="0"/>
                </a:moveTo>
                <a:lnTo>
                  <a:pt x="5" y="1"/>
                </a:lnTo>
                <a:lnTo>
                  <a:pt x="4" y="2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84"/>
          </a:solidFill>
          <a:ln w="3542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3403600" y="2451100"/>
            <a:ext cx="76200" cy="12700"/>
          </a:xfrm>
          <a:custGeom>
            <a:avLst/>
            <a:gdLst/>
            <a:ahLst/>
            <a:cxnLst/>
            <a:rect l="l" t="t" r="r" b="b"/>
            <a:pathLst>
              <a:path w="6" h="1">
                <a:moveTo>
                  <a:pt x="1" y="0"/>
                </a:moveTo>
                <a:lnTo>
                  <a:pt x="6" y="0"/>
                </a:lnTo>
                <a:lnTo>
                  <a:pt x="4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542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Rectangle 97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6" name="Picture 97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77" name="Picture 97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78" name="TextBox 97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5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359993" y="717879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3488326" y="2579202"/>
            <a:ext cx="229706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3771215" y="2390690"/>
            <a:ext cx="201418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4040351" y="2211352"/>
            <a:ext cx="174504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3401071" y="2581558"/>
            <a:ext cx="238432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3090178" y="2554115"/>
            <a:ext cx="2695217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2779277" y="2526671"/>
            <a:ext cx="3006118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2468385" y="2499228"/>
            <a:ext cx="331701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2157493" y="2471784"/>
            <a:ext cx="362790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1823460" y="2446208"/>
            <a:ext cx="3961935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1781873" y="2078464"/>
            <a:ext cx="400352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1781873" y="1624087"/>
            <a:ext cx="4003522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20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3829746" y="2577140"/>
            <a:ext cx="1955649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2472199" y="2665746"/>
            <a:ext cx="331319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Josefin Sans"/>
              </a:rPr>
              <a:t>Food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1624199" y="1800886"/>
            <a:ext cx="416119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Josefin Sans"/>
              </a:rPr>
              <a:t>Tips,</a:t>
            </a:r>
            <a:r>
              <a:rPr sz="697" b="0">
                <a:solidFill>
                  <a:srgbClr val="000000"/>
                </a:solidFill>
                <a:latin typeface="Josefin Sans"/>
              </a:rPr>
              <a:t> </a:t>
            </a:r>
            <a:r>
              <a:rPr sz="697" b="0">
                <a:solidFill>
                  <a:srgbClr val="000000"/>
                </a:solidFill>
                <a:latin typeface="Josefin Sans"/>
              </a:rPr>
              <a:t>%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4889664" y="3150930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5630341" y="3150706"/>
            <a:ext cx="1550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5039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operating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8390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keeps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repairs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failed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brings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failed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3573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receives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type.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Failed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repaired,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placed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shelf,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68757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become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required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available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shelf,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leaves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1839403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However,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shelf,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wait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until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199123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needed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becomes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available.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objective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advise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manager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214306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centre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decision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policies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keep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satisfied.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7446" y="3150693"/>
            <a:ext cx="1579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3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0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60123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Specify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variables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1" y="886561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402" y="1159007"/>
            <a:ext cx="5315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delay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-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waiting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02" y="1386757"/>
            <a:ext cx="5315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servers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-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people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402" y="1614505"/>
            <a:ext cx="5315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factor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-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ratio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failures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repairs.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402" y="1842242"/>
            <a:ext cx="5315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-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centre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911" y="2213749"/>
            <a:ext cx="53494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Input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6228" y="2213749"/>
            <a:ext cx="457916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delay,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5909" y="2416186"/>
            <a:ext cx="5349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6225" y="2416186"/>
            <a:ext cx="45791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906" y="2618636"/>
            <a:ext cx="53494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Objective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6225" y="2618636"/>
            <a:ext cx="45791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Advise the manager of the service centre of the number of spares required 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06225" y="2770464"/>
            <a:ext cx="45791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maintain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delay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customer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service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acceptable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9661" y="3150929"/>
            <a:ext cx="8957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7442" y="3150705"/>
            <a:ext cx="15795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18501" y="1258418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18501" y="143428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18501" y="1605090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818501" y="177590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04494" y="1431760"/>
            <a:ext cx="81654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815974" y="1431760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876915" y="1258417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76915" y="143428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76915" y="1605089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76915" y="177590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62908" y="1431759"/>
            <a:ext cx="81654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74388" y="1431759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847706" y="2216213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847706" y="239208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47706" y="2562886"/>
            <a:ext cx="0" cy="170814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847706" y="2733700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033699" y="2389556"/>
            <a:ext cx="81654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845178" y="2389556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993" y="62607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5" y="863941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3412" y="1116248"/>
            <a:ext cx="45519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delay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0402" y="1287063"/>
            <a:ext cx="470499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96946" y="1287063"/>
            <a:ext cx="388844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2474" y="1462932"/>
            <a:ext cx="45829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short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15380" y="1462932"/>
            <a:ext cx="367001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05675" y="1633735"/>
            <a:ext cx="44797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short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90739" y="1633735"/>
            <a:ext cx="369465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40333" y="1804550"/>
            <a:ext cx="45450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2691" y="1804550"/>
            <a:ext cx="36527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0.4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5291" y="1116247"/>
            <a:ext cx="26101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servers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8816" y="1287062"/>
            <a:ext cx="26465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55360" y="1287062"/>
            <a:ext cx="18300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59123" y="1462932"/>
            <a:ext cx="24262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small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47122" y="1462932"/>
            <a:ext cx="163827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0.35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98747" y="1633734"/>
            <a:ext cx="248664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41305" y="1633734"/>
            <a:ext cx="16440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59276" y="1804549"/>
            <a:ext cx="24261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large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88776" y="1804549"/>
            <a:ext cx="159661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0.6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72433" y="2074044"/>
            <a:ext cx="33129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09607" y="2244859"/>
            <a:ext cx="36757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151" y="2244859"/>
            <a:ext cx="285924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68687" y="2420728"/>
            <a:ext cx="341670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44135" y="2420728"/>
            <a:ext cx="26412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69538" y="2591543"/>
            <a:ext cx="351585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12197" y="2591543"/>
            <a:ext cx="26731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0.4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47681" y="2762346"/>
            <a:ext cx="343771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high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59468" y="2762346"/>
            <a:ext cx="26259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0.6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89662" y="3150918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16598" y="3150694"/>
            <a:ext cx="168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847707" y="1225524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847707" y="140138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47707" y="1572196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47707" y="174301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847707" y="191381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47707" y="208462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847707" y="2255430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847707" y="2426245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033701" y="1398866"/>
            <a:ext cx="81654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45180" y="1398866"/>
            <a:ext cx="8811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Step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1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(continued)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831049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variables.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7073" y="1083354"/>
            <a:ext cx="363832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spares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9608" y="1254169"/>
            <a:ext cx="36757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152" y="1254169"/>
            <a:ext cx="285924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26728" y="1430039"/>
            <a:ext cx="35586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small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13215" y="1430039"/>
            <a:ext cx="267218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9915" y="1600841"/>
            <a:ext cx="345548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small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15284" y="1600841"/>
            <a:ext cx="26701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84716" y="1771656"/>
            <a:ext cx="36006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rather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small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59158" y="1771656"/>
            <a:ext cx="272623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0.25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69540" y="1942458"/>
            <a:ext cx="35158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medium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49442" y="1942458"/>
            <a:ext cx="273595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0.30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84869" y="2113273"/>
            <a:ext cx="36005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rather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large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58400" y="2113273"/>
            <a:ext cx="27269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0.55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0.75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30068" y="2284076"/>
            <a:ext cx="34553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large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8190" y="2284076"/>
            <a:ext cx="26572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0.60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26880" y="2454891"/>
            <a:ext cx="355851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large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30879" y="2454891"/>
            <a:ext cx="265451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0.70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-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9665" y="3150916"/>
            <a:ext cx="89573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39677" y="3150692"/>
            <a:ext cx="1457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59961" y="1567223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59961" y="1538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47964" y="1538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35968" y="1538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023972" y="1538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311975" y="1538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599979" y="1538421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59961" y="847214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59961" y="156722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59961" y="142322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59961" y="127921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59961" y="113521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59961" y="99121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59961" y="84721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59961" y="847214"/>
            <a:ext cx="14400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303963" y="847214"/>
            <a:ext cx="288003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591966" y="1567223"/>
            <a:ext cx="1008013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59961" y="1567223"/>
            <a:ext cx="144002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303963" y="847214"/>
            <a:ext cx="288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591966" y="847214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879970" y="1567223"/>
            <a:ext cx="720009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59961" y="1567223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735968" y="847214"/>
            <a:ext cx="28800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23972" y="847214"/>
            <a:ext cx="576007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426745" y="1567548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26745" y="153874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14749" y="153874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002752" y="153874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290756" y="153874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578760" y="153874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866763" y="1538746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26745" y="847539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426745" y="156754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426745" y="142354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426745" y="127954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26745" y="113554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426745" y="99154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426745" y="84753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426745" y="847539"/>
            <a:ext cx="216003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642748" y="847539"/>
            <a:ext cx="288003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30751" y="1567548"/>
            <a:ext cx="93601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426745" y="1567548"/>
            <a:ext cx="432006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858751" y="847539"/>
            <a:ext cx="288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146754" y="847539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434758" y="1567548"/>
            <a:ext cx="432005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426745" y="1567548"/>
            <a:ext cx="864011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290756" y="847539"/>
            <a:ext cx="28800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578760" y="847539"/>
            <a:ext cx="288003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59959" y="2720055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159959" y="2691253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447963" y="2691253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735967" y="2691253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023970" y="2691253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311974" y="2691253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599977" y="2691253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59959" y="2000047"/>
            <a:ext cx="0" cy="7200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159959" y="272005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159959" y="257605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59959" y="243205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59959" y="228805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159959" y="214404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59959" y="200004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159959" y="2000047"/>
            <a:ext cx="576008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735967" y="2000047"/>
            <a:ext cx="288003" cy="720008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023970" y="2720055"/>
            <a:ext cx="576007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159959" y="2720055"/>
            <a:ext cx="576008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735967" y="2000047"/>
            <a:ext cx="288003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023970" y="2000047"/>
            <a:ext cx="288004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311974" y="2720055"/>
            <a:ext cx="288003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59959" y="2720055"/>
            <a:ext cx="864011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023970" y="2000047"/>
            <a:ext cx="288004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311974" y="2000047"/>
            <a:ext cx="288003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426742" y="2720451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426742" y="2691650"/>
            <a:ext cx="0" cy="28801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714746" y="2691650"/>
            <a:ext cx="0" cy="28801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4002749" y="2691650"/>
            <a:ext cx="0" cy="28801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4290753" y="2691650"/>
            <a:ext cx="0" cy="28801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578756" y="2691650"/>
            <a:ext cx="0" cy="28801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4866760" y="2691650"/>
            <a:ext cx="0" cy="28801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426742" y="2000443"/>
            <a:ext cx="0" cy="720008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426742" y="272045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426742" y="257645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426742" y="243244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426742" y="2288446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426742" y="214444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426742" y="200044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426742" y="2000443"/>
            <a:ext cx="14400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570744" y="2000443"/>
            <a:ext cx="288004" cy="720008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858748" y="2720451"/>
            <a:ext cx="100801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426742" y="2000443"/>
            <a:ext cx="288004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714746" y="2000443"/>
            <a:ext cx="288003" cy="720008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002749" y="2720451"/>
            <a:ext cx="864011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426742" y="2720451"/>
            <a:ext cx="360005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786747" y="2000443"/>
            <a:ext cx="144001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930748" y="2000443"/>
            <a:ext cx="144002" cy="720008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74750" y="2720451"/>
            <a:ext cx="792010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426742" y="2720451"/>
            <a:ext cx="432006" cy="0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858748" y="2000443"/>
            <a:ext cx="288003" cy="720008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6751" y="2000443"/>
            <a:ext cx="288004" cy="720008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434755" y="2720451"/>
            <a:ext cx="432005" cy="0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426742" y="2720451"/>
            <a:ext cx="792010" cy="0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4218752" y="2000443"/>
            <a:ext cx="144002" cy="720008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362754" y="2000443"/>
            <a:ext cx="144001" cy="720008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506755" y="2720451"/>
            <a:ext cx="360005" cy="0"/>
          </a:xfrm>
          <a:prstGeom prst="line">
            <a:avLst/>
          </a:prstGeom>
          <a:ln w="4048">
            <a:solidFill>
              <a:srgbClr val="66A6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426742" y="2720451"/>
            <a:ext cx="864011" cy="0"/>
          </a:xfrm>
          <a:prstGeom prst="line">
            <a:avLst/>
          </a:prstGeom>
          <a:ln w="4048">
            <a:solidFill>
              <a:srgbClr val="E6AB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4290753" y="2000443"/>
            <a:ext cx="288003" cy="720008"/>
          </a:xfrm>
          <a:prstGeom prst="line">
            <a:avLst/>
          </a:prstGeom>
          <a:ln w="4048">
            <a:solidFill>
              <a:srgbClr val="E6AB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578756" y="2000443"/>
            <a:ext cx="288004" cy="720008"/>
          </a:xfrm>
          <a:prstGeom prst="line">
            <a:avLst/>
          </a:prstGeom>
          <a:ln w="4048">
            <a:solidFill>
              <a:srgbClr val="E6AB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426742" y="2720451"/>
            <a:ext cx="1008013" cy="0"/>
          </a:xfrm>
          <a:prstGeom prst="line">
            <a:avLst/>
          </a:prstGeom>
          <a:ln w="4048">
            <a:solidFill>
              <a:srgbClr val="A67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434755" y="2000443"/>
            <a:ext cx="288003" cy="720008"/>
          </a:xfrm>
          <a:prstGeom prst="line">
            <a:avLst/>
          </a:prstGeom>
          <a:ln w="4048">
            <a:solidFill>
              <a:srgbClr val="A67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722758" y="2000443"/>
            <a:ext cx="144002" cy="0"/>
          </a:xfrm>
          <a:prstGeom prst="line">
            <a:avLst/>
          </a:prstGeom>
          <a:ln w="4048">
            <a:solidFill>
              <a:srgbClr val="A67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49" name="Picture 1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9993" y="56405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2: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sets.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34906" y="1584266"/>
            <a:ext cx="46504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95693" y="1584266"/>
            <a:ext cx="438970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684745" y="1584266"/>
            <a:ext cx="410065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970800" y="1584266"/>
            <a:ext cx="381459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59405" y="1584266"/>
            <a:ext cx="35259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587207" y="1584266"/>
            <a:ext cx="319818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86051" y="1736158"/>
            <a:ext cx="439934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delay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17345" y="1528732"/>
            <a:ext cx="476805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26408" y="1384734"/>
            <a:ext cx="47589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28511" y="1240736"/>
            <a:ext cx="47568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4630" y="1096525"/>
            <a:ext cx="47607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5839" y="952528"/>
            <a:ext cx="475955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41953" y="808733"/>
            <a:ext cx="474344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78158" y="815981"/>
            <a:ext cx="490723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5005" y="1179610"/>
            <a:ext cx="452039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574316" y="1180331"/>
            <a:ext cx="421107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140452" y="1180616"/>
            <a:ext cx="364494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401681" y="1584592"/>
            <a:ext cx="23837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662467" y="1584592"/>
            <a:ext cx="212292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951530" y="1584592"/>
            <a:ext cx="183386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237585" y="1584592"/>
            <a:ext cx="154781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26190" y="1584592"/>
            <a:ext cx="12592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53992" y="1584592"/>
            <a:ext cx="93140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559608" y="1738221"/>
            <a:ext cx="222578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servers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284119" y="1529057"/>
            <a:ext cx="250127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293192" y="1385060"/>
            <a:ext cx="249220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295295" y="1241062"/>
            <a:ext cx="24901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291404" y="1096851"/>
            <a:ext cx="249399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292623" y="952853"/>
            <a:ext cx="249277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308737" y="809059"/>
            <a:ext cx="247665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44943" y="816308"/>
            <a:ext cx="26404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553105" y="1180657"/>
            <a:ext cx="223229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119231" y="1180941"/>
            <a:ext cx="166616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632433" y="1180941"/>
            <a:ext cx="1152962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134905" y="2737099"/>
            <a:ext cx="465049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95692" y="2737099"/>
            <a:ext cx="438970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684744" y="2737099"/>
            <a:ext cx="410065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970799" y="2737099"/>
            <a:ext cx="381459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259403" y="2737099"/>
            <a:ext cx="35259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587206" y="2737099"/>
            <a:ext cx="31981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553903" y="2890739"/>
            <a:ext cx="423149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017344" y="2681565"/>
            <a:ext cx="476805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6406" y="2537567"/>
            <a:ext cx="47589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28509" y="2393569"/>
            <a:ext cx="475688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24628" y="2249368"/>
            <a:ext cx="47607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25837" y="2105370"/>
            <a:ext cx="475955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41951" y="1961566"/>
            <a:ext cx="474344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78157" y="1968814"/>
            <a:ext cx="490723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429646" y="2333448"/>
            <a:ext cx="435574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996452" y="2333448"/>
            <a:ext cx="378894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361126" y="2333448"/>
            <a:ext cx="3424270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H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401678" y="2737505"/>
            <a:ext cx="238371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662464" y="2737505"/>
            <a:ext cx="212293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951527" y="2737505"/>
            <a:ext cx="183386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237582" y="2737505"/>
            <a:ext cx="15478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526186" y="2737505"/>
            <a:ext cx="125920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853988" y="2737505"/>
            <a:ext cx="93140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560407" y="2891135"/>
            <a:ext cx="222498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spares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284116" y="2681970"/>
            <a:ext cx="250127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293189" y="2537963"/>
            <a:ext cx="249220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295292" y="2393965"/>
            <a:ext cx="249010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291401" y="2249764"/>
            <a:ext cx="249399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292620" y="2105767"/>
            <a:ext cx="249277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308734" y="1961972"/>
            <a:ext cx="247666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144940" y="1969221"/>
            <a:ext cx="2640455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459783" y="2332849"/>
            <a:ext cx="232561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697100" y="2333560"/>
            <a:ext cx="2088295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FFFFFF"/>
                </a:solidFill>
                <a:latin typeface="Josefin Sans"/>
              </a:rPr>
              <a:t>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893879" y="2333560"/>
            <a:ext cx="1891516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119228" y="2333855"/>
            <a:ext cx="166616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325211" y="2333855"/>
            <a:ext cx="146018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560426" y="2333855"/>
            <a:ext cx="122496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FFFFFF"/>
                </a:solidFill>
                <a:latin typeface="Josefin Sans"/>
              </a:rPr>
              <a:t>L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755112" y="2332849"/>
            <a:ext cx="1030284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VL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889662" y="3150918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625094" y="3150694"/>
            <a:ext cx="1603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68691" y="1855606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062699" y="1664562"/>
            <a:ext cx="330898" cy="19104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2374900" y="16637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1468691" y="1176515"/>
            <a:ext cx="0" cy="67909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1460500" y="11684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468691" y="1657603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062699" y="1509101"/>
            <a:ext cx="257213" cy="1485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68691" y="1459601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062699" y="1311099"/>
            <a:ext cx="257213" cy="1485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68691" y="1261598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062699" y="1113096"/>
            <a:ext cx="257213" cy="1485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468691" y="1113096"/>
            <a:ext cx="257214" cy="1485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666694" y="1261598"/>
            <a:ext cx="0" cy="5940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666694" y="1113096"/>
            <a:ext cx="257213" cy="1485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864696" y="1261598"/>
            <a:ext cx="0" cy="5940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864696" y="1113096"/>
            <a:ext cx="257214" cy="1485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062699" y="1261598"/>
            <a:ext cx="0" cy="5940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554429" y="1212098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148436" y="1212098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640167" y="1162597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234174" y="1162597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725905" y="1113096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319912" y="1113096"/>
            <a:ext cx="0" cy="5940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666694" y="2004107"/>
            <a:ext cx="184084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841500" y="1993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1666694" y="3043620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260701" y="1862564"/>
            <a:ext cx="2045655" cy="118105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4292600" y="18542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1666694" y="2364530"/>
            <a:ext cx="0" cy="67909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1651000" y="23495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666694" y="2845618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260701" y="2796117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666694" y="2647615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60701" y="2598115"/>
            <a:ext cx="85738" cy="495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666694" y="2449613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60701" y="2400112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666694" y="2400112"/>
            <a:ext cx="85737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864696" y="2449613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864696" y="2400112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062699" y="2449613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062699" y="2400112"/>
            <a:ext cx="85737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260701" y="2449613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752431" y="2400112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346439" y="2400112"/>
            <a:ext cx="0" cy="5940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765695" y="3192122"/>
            <a:ext cx="8508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Freeform 80"/>
          <p:cNvSpPr/>
          <p:nvPr/>
        </p:nvSpPr>
        <p:spPr>
          <a:xfrm>
            <a:off x="1841500" y="3175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524072" y="2548614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524072" y="1869524"/>
            <a:ext cx="0" cy="67909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2514600" y="18542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4072" y="2350612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118079" y="2301111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524072" y="2152609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118079" y="2103109"/>
            <a:ext cx="85738" cy="495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524072" y="1954607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118079" y="1905106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524072" y="1905106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722074" y="1954607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722074" y="1905106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920077" y="1954607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920077" y="1905106"/>
            <a:ext cx="85737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118079" y="1954607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609810" y="1905106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203817" y="1905106"/>
            <a:ext cx="0" cy="5940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623073" y="2697116"/>
            <a:ext cx="8508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 99"/>
          <p:cNvSpPr/>
          <p:nvPr/>
        </p:nvSpPr>
        <p:spPr>
          <a:xfrm>
            <a:off x="2705100" y="2679700"/>
            <a:ext cx="12700" cy="254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3381450" y="2053608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381450" y="1374517"/>
            <a:ext cx="0" cy="67909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3365500" y="1358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381450" y="1855606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975458" y="1806105"/>
            <a:ext cx="85737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381450" y="1657603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975458" y="1608103"/>
            <a:ext cx="85737" cy="495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381450" y="1459601"/>
            <a:ext cx="59400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975458" y="1410100"/>
            <a:ext cx="85737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381450" y="1410100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579453" y="1459601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579453" y="1410100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777455" y="1459601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777455" y="1410100"/>
            <a:ext cx="85738" cy="495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975458" y="1459601"/>
            <a:ext cx="0" cy="5940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467188" y="1410100"/>
            <a:ext cx="594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061195" y="1410100"/>
            <a:ext cx="0" cy="5940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480451" y="2202110"/>
            <a:ext cx="85084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3556000" y="21971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880006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23" name="Picture 1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9993" y="498708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3: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Elicit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construct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9995" y="736192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associative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memory.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59995" y="888033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shape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×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3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×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3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cube.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23048" y="1724972"/>
            <a:ext cx="4262347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721045" y="1724972"/>
            <a:ext cx="406435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19049" y="1724972"/>
            <a:ext cx="386634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23048" y="1526975"/>
            <a:ext cx="4262347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721045" y="1526975"/>
            <a:ext cx="406435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19049" y="1526975"/>
            <a:ext cx="386634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547475" y="1329788"/>
            <a:ext cx="423792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745472" y="1329788"/>
            <a:ext cx="403992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919049" y="1328971"/>
            <a:ext cx="386634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523048" y="1874779"/>
            <a:ext cx="4262347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45472" y="1874779"/>
            <a:ext cx="403992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32167" y="1874779"/>
            <a:ext cx="3853228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889272" y="1964697"/>
            <a:ext cx="389612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03675" y="1725789"/>
            <a:ext cx="438172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381057" y="1528120"/>
            <a:ext cx="4404338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02145" y="1330124"/>
            <a:ext cx="438325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411484" y="1123200"/>
            <a:ext cx="4373911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30143" y="1751026"/>
            <a:ext cx="3655252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L</a:t>
            </a:r>
            <a:r>
              <a:rPr sz="547" b="0">
                <a:solidFill>
                  <a:srgbClr val="000000"/>
                </a:solidFill>
                <a:latin typeface="Josefin Sans"/>
              </a:rPr>
              <a:t> </a:t>
            </a: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  <a:r>
              <a:rPr sz="547" b="0">
                <a:solidFill>
                  <a:srgbClr val="000000"/>
                </a:solidFill>
                <a:latin typeface="Josefin Sans"/>
              </a:rPr>
              <a:t> </a:t>
            </a:r>
            <a:r>
              <a:rPr sz="547" b="0">
                <a:solidFill>
                  <a:srgbClr val="000000"/>
                </a:solidFill>
                <a:latin typeface="Josefin Sans"/>
              </a:rPr>
              <a:t>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30225" y="1611438"/>
            <a:ext cx="335517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721045" y="2912973"/>
            <a:ext cx="406435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919049" y="2912973"/>
            <a:ext cx="386634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17046" y="2912973"/>
            <a:ext cx="366834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721045" y="2714977"/>
            <a:ext cx="406435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919049" y="2714977"/>
            <a:ext cx="386634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117046" y="2714977"/>
            <a:ext cx="366834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45472" y="2517790"/>
            <a:ext cx="403992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943476" y="2517790"/>
            <a:ext cx="384191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17046" y="2516973"/>
            <a:ext cx="366834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21045" y="3062774"/>
            <a:ext cx="406435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943476" y="3062774"/>
            <a:ext cx="384191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130164" y="3062774"/>
            <a:ext cx="3655231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889272" y="3152699"/>
            <a:ext cx="389612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601672" y="2913791"/>
            <a:ext cx="418372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79054" y="2716122"/>
            <a:ext cx="4206341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600142" y="2518118"/>
            <a:ext cx="418525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609481" y="2311202"/>
            <a:ext cx="417591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328147" y="3038026"/>
            <a:ext cx="345724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342956" y="1809434"/>
            <a:ext cx="144243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602839" y="2418792"/>
            <a:ext cx="318255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776416" y="2417974"/>
            <a:ext cx="300897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974413" y="2417974"/>
            <a:ext cx="2810982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580815" y="2220795"/>
            <a:ext cx="320458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800842" y="2220795"/>
            <a:ext cx="298455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974413" y="2219971"/>
            <a:ext cx="2810982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591530" y="2023120"/>
            <a:ext cx="3193865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778819" y="2022791"/>
            <a:ext cx="300657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998839" y="2022791"/>
            <a:ext cx="278655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78412" y="2567775"/>
            <a:ext cx="320698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800842" y="2567775"/>
            <a:ext cx="298455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987531" y="2567775"/>
            <a:ext cx="279786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FFFFFF"/>
                </a:solidFill>
                <a:latin typeface="Josefin Sans"/>
              </a:rPr>
              <a:t>M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746639" y="2657699"/>
            <a:ext cx="303875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459039" y="2418792"/>
            <a:ext cx="3326357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436421" y="2221123"/>
            <a:ext cx="334897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457509" y="2023120"/>
            <a:ext cx="332788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466848" y="1816203"/>
            <a:ext cx="3318547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185514" y="2543027"/>
            <a:ext cx="2599882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435018" y="1922975"/>
            <a:ext cx="2350377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VL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657441" y="1924121"/>
            <a:ext cx="212795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844897" y="1924121"/>
            <a:ext cx="1940498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448897" y="1726124"/>
            <a:ext cx="2336498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646901" y="1726124"/>
            <a:ext cx="213849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856206" y="1725789"/>
            <a:ext cx="192918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437421" y="1528120"/>
            <a:ext cx="234797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646901" y="1528120"/>
            <a:ext cx="213849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834183" y="1527792"/>
            <a:ext cx="1951213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435786" y="2072776"/>
            <a:ext cx="234960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658210" y="2072776"/>
            <a:ext cx="2127186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844897" y="2072776"/>
            <a:ext cx="1940498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FFFFFF"/>
                </a:solidFill>
                <a:latin typeface="Josefin Sans"/>
              </a:rPr>
              <a:t>M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604013" y="2162700"/>
            <a:ext cx="2181382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316406" y="1923793"/>
            <a:ext cx="2468989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93788" y="1726124"/>
            <a:ext cx="2491607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314875" y="1528120"/>
            <a:ext cx="2470520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324221" y="1321197"/>
            <a:ext cx="246117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042881" y="2048028"/>
            <a:ext cx="1742514" cy="1078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7" b="0">
                <a:solidFill>
                  <a:srgbClr val="000000"/>
                </a:solidFill>
                <a:latin typeface="Josefin Sans"/>
              </a:rPr>
              <a:t>H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889667" y="3150929"/>
            <a:ext cx="8957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624108" y="3150705"/>
            <a:ext cx="16128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42644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4: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Encode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sets,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rules,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procedures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perform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inference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57827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into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expert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4258" y="3150693"/>
            <a:ext cx="1611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921140" y="1627474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759486" y="1519755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597833" y="1412037"/>
            <a:ext cx="888277" cy="7840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486110" y="1412037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308455" y="1427718"/>
            <a:ext cx="323306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130799" y="1443400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1953143" y="1459081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775488" y="1474763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597833" y="1490444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787899" y="1627474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626245" y="1519755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464592" y="1412037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921140" y="1703982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759486" y="1596263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597833" y="1488545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2791443" y="161549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613787" y="1631179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436132" y="1646860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258476" y="1662542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2080821" y="1678223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903166" y="1693905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86110" y="141203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308455" y="1427718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130799" y="1443400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53143" y="1459081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75488" y="1474763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97833" y="1490444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486110" y="1412037"/>
            <a:ext cx="323307" cy="21543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597833" y="1490444"/>
            <a:ext cx="323307" cy="2154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921140" y="1627474"/>
            <a:ext cx="888277" cy="784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597833" y="1412037"/>
            <a:ext cx="888277" cy="784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787899" y="996609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626245" y="888890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464592" y="781171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486110" y="781171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308455" y="796853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130799" y="812534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53143" y="828216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775488" y="84389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597833" y="859579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2486110" y="781171"/>
            <a:ext cx="323307" cy="2154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597833" y="781171"/>
            <a:ext cx="888277" cy="784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809417" y="1605875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631761" y="1621556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454106" y="1637238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276450" y="1652920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098795" y="1668601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921140" y="1684283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2787899" y="1398264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2787899" y="1165544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809417" y="996609"/>
            <a:ext cx="0" cy="63086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486110" y="781171"/>
            <a:ext cx="0" cy="630866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308455" y="796853"/>
            <a:ext cx="0" cy="63086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130799" y="812534"/>
            <a:ext cx="0" cy="630866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953143" y="828216"/>
            <a:ext cx="0" cy="63086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775488" y="843897"/>
            <a:ext cx="0" cy="630866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597833" y="859579"/>
            <a:ext cx="0" cy="63086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486110" y="1390437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308455" y="1406119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130799" y="1421801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953143" y="1437482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775488" y="1453164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597833" y="1468845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486110" y="781171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308455" y="796853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130799" y="812534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953143" y="828216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775488" y="843897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597833" y="859579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1597833" y="1182827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1597833" y="950106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2464592" y="1182827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2464592" y="950106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597833" y="1259335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597833" y="1026614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486110" y="781171"/>
            <a:ext cx="0" cy="63086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597833" y="859579"/>
            <a:ext cx="0" cy="630865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809417" y="996609"/>
            <a:ext cx="0" cy="63086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647763" y="888890"/>
            <a:ext cx="0" cy="630865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486110" y="781171"/>
            <a:ext cx="0" cy="630866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809417" y="1605875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647763" y="1498156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486110" y="1390437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809417" y="996609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647763" y="888890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486110" y="781171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2486110" y="1182827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2486110" y="950106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 flipV="1">
            <a:off x="2791443" y="138628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2791443" y="115356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486110" y="118282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486110" y="950106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921140" y="1684283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759486" y="1576564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597833" y="1468845"/>
            <a:ext cx="0" cy="215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597833" y="1261235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597833" y="1028514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19050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9431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968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20066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2032000" y="1638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20574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20955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1209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1590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1844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2225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22479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22733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23114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3368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3749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4003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24257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24638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24892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527300" y="1549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2552700" y="149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25781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2616200" y="146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26416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679700" y="146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705100" y="146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2743200" y="1460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27686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9050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930400" y="1638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9558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9939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0193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0574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0828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1082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21463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2171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2098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2352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22606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22987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23241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23622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23876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4257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4511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4765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2514600" y="1536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540000" y="149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781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0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03500" y="146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28900" y="1460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6670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6924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7305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27559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8923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9177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9431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812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066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0447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0701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1082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1336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159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1971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2225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2606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2860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311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3495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374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4130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4384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4638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501900" y="1536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527300" y="148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5654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5908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6289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6543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679700" y="1447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27178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27432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8796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9050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9431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9685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9939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20320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2057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20955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2120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21463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21844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22098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22479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22733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3114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336800" y="1549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3622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4003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4257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463800" y="1574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489200" y="1524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514600" y="14732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55270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5781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26162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26416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26670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7051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2730500" y="1435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8669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8923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9304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19558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1993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20193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20447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20828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21082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1463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1717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1971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22352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2260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22987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23241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3495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23876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2413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2451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476500" y="1511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2514600" y="1473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0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540000" y="144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25654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6035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2628900" y="1435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2667000" y="142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2692400" y="142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2717800" y="142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8542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18796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9177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943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9812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20066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20320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20701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0955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133600" y="1587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21590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1971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22225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2247900" y="1574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22860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23114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3495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1"/>
                </a:move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2374900" y="1562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2400300" y="156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2438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2463800" y="1511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25019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25273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2552700" y="142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2590800" y="142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2616200" y="142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654300" y="142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679700" y="1422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2717800" y="140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18415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8796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9050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930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19685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19939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2032000" y="1587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20574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20828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21209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146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184400" y="1574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209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2352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2733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2987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3368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23622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4003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24257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451100" y="1498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24892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25146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2552700" y="142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578100" y="1422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26035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2641600" y="140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26670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705100" y="140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8288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8669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8923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9177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19558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9812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20193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20447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2082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1082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1336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1717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21971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22352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22606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22860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3241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2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23495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0"/>
          </a:solidFill>
          <a:ln w="3175">
            <a:solidFill>
              <a:srgbClr val="000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23876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4130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2438400" y="14732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2"/>
                </a:lnTo>
                <a:lnTo>
                  <a:pt x="3" y="0"/>
                </a:lnTo>
                <a:lnTo>
                  <a:pt x="0" y="4"/>
                </a:lnTo>
                <a:lnTo>
                  <a:pt x="1" y="6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2476500" y="14224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3"/>
                </a:lnTo>
                <a:lnTo>
                  <a:pt x="2" y="0"/>
                </a:lnTo>
                <a:lnTo>
                  <a:pt x="0" y="4"/>
                </a:lnTo>
                <a:lnTo>
                  <a:pt x="1" y="6"/>
                </a:lnTo>
                <a:close/>
              </a:path>
            </a:pathLst>
          </a:custGeom>
          <a:solidFill>
            <a:srgbClr val="0016FF"/>
          </a:solidFill>
          <a:ln w="3175">
            <a:solidFill>
              <a:srgbClr val="001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2501900" y="1397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56FF"/>
          </a:solidFill>
          <a:ln w="3175">
            <a:solidFill>
              <a:srgbClr val="004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2540000" y="139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CFF"/>
          </a:solidFill>
          <a:ln w="3175">
            <a:solidFill>
              <a:srgbClr val="00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2565400" y="139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2603500" y="139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2628900" y="139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26543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2692400" y="1384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8161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18542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8796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9177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9431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9685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20066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20320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20701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20955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21209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21590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1844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222500" y="1511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2247900" y="14732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3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000BF"/>
          </a:solidFill>
          <a:ln w="3175">
            <a:solidFill>
              <a:srgbClr val="00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2286000" y="14732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0000D8"/>
          </a:solidFill>
          <a:ln w="3175">
            <a:solidFill>
              <a:srgbClr val="000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2311400" y="14732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4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D8"/>
          </a:solidFill>
          <a:ln w="3175">
            <a:solidFill>
              <a:srgbClr val="000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2336800" y="14605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0000D2"/>
          </a:solidFill>
          <a:ln w="3175">
            <a:solidFill>
              <a:srgbClr val="000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374900" y="14605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00D2"/>
          </a:solidFill>
          <a:ln w="3175">
            <a:solidFill>
              <a:srgbClr val="000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2400300" y="1460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D2"/>
          </a:solidFill>
          <a:ln w="3175">
            <a:solidFill>
              <a:srgbClr val="000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2438400" y="13970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0" y="10"/>
                </a:moveTo>
                <a:lnTo>
                  <a:pt x="3" y="6"/>
                </a:lnTo>
                <a:lnTo>
                  <a:pt x="2" y="0"/>
                </a:lnTo>
                <a:lnTo>
                  <a:pt x="0" y="5"/>
                </a:lnTo>
                <a:lnTo>
                  <a:pt x="0" y="10"/>
                </a:lnTo>
                <a:close/>
              </a:path>
            </a:pathLst>
          </a:custGeom>
          <a:solidFill>
            <a:srgbClr val="000BFF"/>
          </a:solidFill>
          <a:ln w="3175">
            <a:solidFill>
              <a:srgbClr val="000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463800" y="13589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5"/>
                </a:lnTo>
                <a:lnTo>
                  <a:pt x="2" y="0"/>
                </a:lnTo>
                <a:lnTo>
                  <a:pt x="0" y="3"/>
                </a:lnTo>
                <a:lnTo>
                  <a:pt x="1" y="9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2489200" y="1358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97FF"/>
          </a:solidFill>
          <a:ln w="3175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25273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5527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590800" y="1346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616200" y="1346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641600" y="1346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679700" y="1346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8034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841500" y="1549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8669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9050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19304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968500" y="153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993900" y="153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20193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2057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20828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21209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21463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1717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2098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2235200" y="1447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2"/>
                </a:lnTo>
                <a:lnTo>
                  <a:pt x="3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0000EA"/>
          </a:solidFill>
          <a:ln w="3175">
            <a:solidFill>
              <a:srgbClr val="0000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273300" y="1397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4"/>
                </a:lnTo>
                <a:lnTo>
                  <a:pt x="1" y="6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2298700" y="13843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324100" y="13843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2362200" y="13843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2387600" y="1384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2425700" y="13335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5"/>
                </a:lnTo>
                <a:lnTo>
                  <a:pt x="2" y="0"/>
                </a:lnTo>
                <a:lnTo>
                  <a:pt x="0" y="4"/>
                </a:lnTo>
                <a:lnTo>
                  <a:pt x="1" y="10"/>
                </a:lnTo>
                <a:close/>
              </a:path>
            </a:pathLst>
          </a:custGeom>
          <a:solidFill>
            <a:srgbClr val="0084FF"/>
          </a:solidFill>
          <a:ln w="3175">
            <a:solidFill>
              <a:srgbClr val="006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2451100" y="13081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4"/>
                </a:lnTo>
                <a:lnTo>
                  <a:pt x="3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00D4FF"/>
          </a:solidFill>
          <a:ln w="3175">
            <a:solidFill>
              <a:srgbClr val="00A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2489200" y="1295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0" y="5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514600" y="1295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540000" y="1295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2578100" y="1295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26035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2641600" y="1282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0" y="5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667000" y="1282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F2FF"/>
          </a:solidFill>
          <a:ln w="3175">
            <a:solidFill>
              <a:srgbClr val="00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803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18288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854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8923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19177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9558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9812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20066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20447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20701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21082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21336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21717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21971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2222500" y="1447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5"/>
                </a:moveTo>
                <a:lnTo>
                  <a:pt x="4" y="0"/>
                </a:lnTo>
                <a:lnTo>
                  <a:pt x="3" y="3"/>
                </a:lnTo>
                <a:lnTo>
                  <a:pt x="0" y="6"/>
                </a:lnTo>
                <a:lnTo>
                  <a:pt x="1" y="5"/>
                </a:lnTo>
                <a:close/>
              </a:path>
            </a:pathLst>
          </a:custGeom>
          <a:solidFill>
            <a:srgbClr val="0000D4"/>
          </a:solidFill>
          <a:ln w="3175">
            <a:solidFill>
              <a:srgbClr val="000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260600" y="13843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5"/>
                </a:moveTo>
                <a:lnTo>
                  <a:pt x="3" y="1"/>
                </a:lnTo>
                <a:lnTo>
                  <a:pt x="2" y="0"/>
                </a:lnTo>
                <a:lnTo>
                  <a:pt x="0" y="8"/>
                </a:lnTo>
                <a:lnTo>
                  <a:pt x="1" y="5"/>
                </a:lnTo>
                <a:close/>
              </a:path>
            </a:pathLst>
          </a:custGeom>
          <a:solidFill>
            <a:srgbClr val="004CFF"/>
          </a:solidFill>
          <a:ln w="3175">
            <a:solidFill>
              <a:srgbClr val="003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22860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8F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23241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088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23495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8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23749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88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2413000" y="1333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4"/>
                </a:moveTo>
                <a:lnTo>
                  <a:pt x="3" y="0"/>
                </a:lnTo>
                <a:lnTo>
                  <a:pt x="2" y="2"/>
                </a:lnTo>
                <a:lnTo>
                  <a:pt x="0" y="5"/>
                </a:lnTo>
                <a:lnTo>
                  <a:pt x="1" y="4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2438400" y="130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2"/>
                </a:moveTo>
                <a:lnTo>
                  <a:pt x="4" y="0"/>
                </a:lnTo>
                <a:lnTo>
                  <a:pt x="3" y="1"/>
                </a:lnTo>
                <a:lnTo>
                  <a:pt x="0" y="4"/>
                </a:lnTo>
                <a:lnTo>
                  <a:pt x="1" y="2"/>
                </a:lnTo>
                <a:close/>
              </a:path>
            </a:pathLst>
          </a:custGeom>
          <a:solidFill>
            <a:srgbClr val="00E5FF"/>
          </a:solidFill>
          <a:ln w="3175">
            <a:solidFill>
              <a:srgbClr val="00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2476500" y="1295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0"/>
                </a:lnTo>
                <a:lnTo>
                  <a:pt x="2" y="1"/>
                </a:lnTo>
                <a:lnTo>
                  <a:pt x="0" y="2"/>
                </a:lnTo>
                <a:lnTo>
                  <a:pt x="1" y="1"/>
                </a:lnTo>
                <a:close/>
              </a:path>
            </a:pathLst>
          </a:custGeom>
          <a:solidFill>
            <a:srgbClr val="11FFEE"/>
          </a:solidFill>
          <a:ln w="3175">
            <a:solidFill>
              <a:srgbClr val="0D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25019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1AFFE5"/>
          </a:solidFill>
          <a:ln w="3175">
            <a:solidFill>
              <a:srgbClr val="1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25273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17FFE8"/>
          </a:solidFill>
          <a:ln w="3175">
            <a:solidFill>
              <a:srgbClr val="12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25654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15FFEA"/>
          </a:solidFill>
          <a:ln w="3175">
            <a:solidFill>
              <a:srgbClr val="11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2590800" y="1295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15FFEA"/>
          </a:solidFill>
          <a:ln w="3175">
            <a:solidFill>
              <a:srgbClr val="11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26289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15FFEA"/>
          </a:solidFill>
          <a:ln w="3175">
            <a:solidFill>
              <a:srgbClr val="11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26543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15FFEA"/>
          </a:solidFill>
          <a:ln w="3175">
            <a:solidFill>
              <a:srgbClr val="11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1790700" y="1562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18161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18542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18796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19050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1943100" y="1549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19685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20066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2032000" y="153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20574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2095500" y="153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21209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21590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21844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A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2222500" y="1473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0000B2"/>
          </a:solidFill>
          <a:ln w="3175">
            <a:solidFill>
              <a:srgbClr val="000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2247900" y="13843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0"/>
                </a:lnTo>
                <a:lnTo>
                  <a:pt x="2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22733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2FF"/>
          </a:solidFill>
          <a:ln w="3175">
            <a:solidFill>
              <a:srgbClr val="006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2311400" y="1397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2336800" y="1397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2374900" y="1397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24003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81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24257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3"/>
                </a:moveTo>
                <a:lnTo>
                  <a:pt x="4" y="0"/>
                </a:lnTo>
                <a:lnTo>
                  <a:pt x="3" y="1"/>
                </a:lnTo>
                <a:lnTo>
                  <a:pt x="0" y="4"/>
                </a:lnTo>
                <a:lnTo>
                  <a:pt x="1" y="3"/>
                </a:lnTo>
                <a:close/>
              </a:path>
            </a:pathLst>
          </a:custGeom>
          <a:solidFill>
            <a:srgbClr val="00B6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2463800" y="1308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1"/>
                </a:lnTo>
                <a:close/>
              </a:path>
            </a:pathLst>
          </a:custGeom>
          <a:solidFill>
            <a:srgbClr val="00EEFF"/>
          </a:solidFill>
          <a:ln w="3175">
            <a:solidFill>
              <a:srgbClr val="0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24892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6FFF9"/>
          </a:solidFill>
          <a:ln w="3175">
            <a:solidFill>
              <a:srgbClr val="05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25273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2FFFD"/>
          </a:solidFill>
          <a:ln w="3175">
            <a:solidFill>
              <a:srgbClr val="02CC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25527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DFF"/>
          </a:solidFill>
          <a:ln w="3175">
            <a:solidFill>
              <a:srgbClr val="00C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25781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FDFF"/>
          </a:solidFill>
          <a:ln w="3175">
            <a:solidFill>
              <a:srgbClr val="00C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2616200" y="1295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DFF"/>
          </a:solidFill>
          <a:ln w="3175">
            <a:solidFill>
              <a:srgbClr val="00C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2641600" y="1295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DFF"/>
          </a:solidFill>
          <a:ln w="3175">
            <a:solidFill>
              <a:srgbClr val="00C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17780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18034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18415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18669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1905000" y="1549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19304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19558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19939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2019300" y="153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2057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20828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21082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21463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21717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2209800" y="1473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2235200" y="13716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1"/>
                </a:lnTo>
                <a:lnTo>
                  <a:pt x="2" y="0"/>
                </a:lnTo>
                <a:lnTo>
                  <a:pt x="0" y="8"/>
                </a:lnTo>
                <a:lnTo>
                  <a:pt x="1" y="8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2260600" y="137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22987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23241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23622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23876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2425700" y="1333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24511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24765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25146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25400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25781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2603500" y="1295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26289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17653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17907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18288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1854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18923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1917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19431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19812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20066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20447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20701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21082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21336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21590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2197100" y="1460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2222500" y="13589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1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22606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1"/>
                </a:move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22860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23114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2349500" y="1384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23749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24130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24384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2463800" y="1295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2501900" y="1295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25273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25654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25908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26289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17526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1790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18161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18415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18796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19050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19431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19685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19939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20320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20574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20955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21209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21463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21844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2209800" y="13589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0"/>
                </a:lnTo>
                <a:lnTo>
                  <a:pt x="3" y="0"/>
                </a:lnTo>
                <a:lnTo>
                  <a:pt x="0" y="8"/>
                </a:lnTo>
                <a:lnTo>
                  <a:pt x="1" y="8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22479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22733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23114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23368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2362200" y="134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24003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2425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24638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24892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25146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2552700" y="1282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2578100" y="1270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2616200" y="1270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17399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17780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1803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18288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18669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18923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19304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19558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19939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20193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20447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20828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21082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21463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2171700" y="1447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2197100" y="13462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22352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2260600" y="1371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2298700" y="137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23241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2349500" y="134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2387600" y="130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24130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2451100" y="1270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2476500" y="1270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2514600" y="1270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2540000" y="1270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2565400" y="1270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2603500" y="1270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17272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17653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17907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18288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18542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18796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19177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1943100" y="1511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19812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20066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20320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2070100" y="149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20955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21336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2159000" y="1447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2197100" y="13462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0" y="8"/>
                </a:moveTo>
                <a:lnTo>
                  <a:pt x="3" y="0"/>
                </a:lnTo>
                <a:lnTo>
                  <a:pt x="2" y="0"/>
                </a:lnTo>
                <a:lnTo>
                  <a:pt x="0" y="8"/>
                </a:lnTo>
                <a:lnTo>
                  <a:pt x="0" y="8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22225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22479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22860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23114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2349500" y="133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0" y="2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23749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2400300" y="1270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2438400" y="1270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2463800" y="1270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2501900" y="1270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2527300" y="1257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2552700" y="1257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2590800" y="1257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1714500" y="1460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1752600" y="1460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1778000" y="1460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1816100" y="1460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1841500" y="1447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1879600" y="1447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1905000" y="1447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1930400" y="1447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1968500" y="1435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1993900" y="1435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2032000" y="1435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2057400" y="1435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2082800" y="1435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2120900" y="1422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00B5"/>
          </a:solidFill>
          <a:ln w="31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2146300" y="13970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0000D6"/>
          </a:solidFill>
          <a:ln w="3175">
            <a:solidFill>
              <a:srgbClr val="000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2184400" y="13081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3"/>
                </a:lnTo>
                <a:lnTo>
                  <a:pt x="2" y="0"/>
                </a:lnTo>
                <a:lnTo>
                  <a:pt x="0" y="7"/>
                </a:lnTo>
                <a:lnTo>
                  <a:pt x="1" y="11"/>
                </a:lnTo>
                <a:close/>
              </a:path>
            </a:pathLst>
          </a:custGeom>
          <a:solidFill>
            <a:srgbClr val="0054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2209800" y="1308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2" y="1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9BFF"/>
          </a:solidFill>
          <a:ln w="3175">
            <a:solidFill>
              <a:srgbClr val="007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2235200" y="132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83FF"/>
          </a:solidFill>
          <a:ln w="3175">
            <a:solidFill>
              <a:srgbClr val="006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22733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2298700" y="132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2336800" y="1181100"/>
            <a:ext cx="38100" cy="177800"/>
          </a:xfrm>
          <a:custGeom>
            <a:avLst/>
            <a:gdLst/>
            <a:ahLst/>
            <a:cxnLst/>
            <a:rect l="l" t="t" r="r" b="b"/>
            <a:pathLst>
              <a:path w="3" h="14">
                <a:moveTo>
                  <a:pt x="1" y="14"/>
                </a:moveTo>
                <a:lnTo>
                  <a:pt x="3" y="12"/>
                </a:lnTo>
                <a:lnTo>
                  <a:pt x="2" y="0"/>
                </a:lnTo>
                <a:lnTo>
                  <a:pt x="0" y="11"/>
                </a:lnTo>
                <a:lnTo>
                  <a:pt x="1" y="14"/>
                </a:lnTo>
                <a:close/>
              </a:path>
            </a:pathLst>
          </a:custGeom>
          <a:solidFill>
            <a:srgbClr val="00C8FF"/>
          </a:solidFill>
          <a:ln w="3175">
            <a:solidFill>
              <a:srgbClr val="00A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2362200" y="1155700"/>
            <a:ext cx="38100" cy="177800"/>
          </a:xfrm>
          <a:custGeom>
            <a:avLst/>
            <a:gdLst/>
            <a:ahLst/>
            <a:cxnLst/>
            <a:rect l="l" t="t" r="r" b="b"/>
            <a:pathLst>
              <a:path w="3" h="14">
                <a:moveTo>
                  <a:pt x="1" y="14"/>
                </a:moveTo>
                <a:lnTo>
                  <a:pt x="3" y="11"/>
                </a:lnTo>
                <a:lnTo>
                  <a:pt x="3" y="0"/>
                </a:lnTo>
                <a:lnTo>
                  <a:pt x="0" y="2"/>
                </a:lnTo>
                <a:lnTo>
                  <a:pt x="1" y="14"/>
                </a:lnTo>
                <a:close/>
              </a:path>
            </a:pathLst>
          </a:custGeom>
          <a:solidFill>
            <a:srgbClr val="2BFFD4"/>
          </a:solidFill>
          <a:ln w="3175">
            <a:solidFill>
              <a:srgbClr val="23C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2400300" y="11430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0" y="12"/>
                </a:moveTo>
                <a:lnTo>
                  <a:pt x="3" y="10"/>
                </a:lnTo>
                <a:lnTo>
                  <a:pt x="2" y="0"/>
                </a:lnTo>
                <a:lnTo>
                  <a:pt x="0" y="1"/>
                </a:lnTo>
                <a:lnTo>
                  <a:pt x="0" y="12"/>
                </a:lnTo>
                <a:close/>
              </a:path>
            </a:pathLst>
          </a:custGeom>
          <a:solidFill>
            <a:srgbClr val="59FFA6"/>
          </a:solidFill>
          <a:ln w="3175">
            <a:solidFill>
              <a:srgbClr val="47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2425700" y="11430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6DFF92"/>
          </a:solidFill>
          <a:ln w="3175">
            <a:solidFill>
              <a:srgbClr val="57C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2451100" y="11430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6BFF94"/>
          </a:solidFill>
          <a:ln w="3175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2489200" y="11430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6AFF95"/>
          </a:solidFill>
          <a:ln w="3175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2514600" y="11303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0"/>
                </a:lnTo>
                <a:lnTo>
                  <a:pt x="3" y="0"/>
                </a:lnTo>
                <a:lnTo>
                  <a:pt x="0" y="1"/>
                </a:lnTo>
                <a:lnTo>
                  <a:pt x="1" y="11"/>
                </a:lnTo>
                <a:close/>
              </a:path>
            </a:pathLst>
          </a:custGeom>
          <a:solidFill>
            <a:srgbClr val="6AFF95"/>
          </a:solidFill>
          <a:ln w="3175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2552700" y="11303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0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6AFF95"/>
          </a:solidFill>
          <a:ln w="3175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2578100" y="11303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6AFF95"/>
          </a:solidFill>
          <a:ln w="3175">
            <a:solidFill>
              <a:srgbClr val="54C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1714500" y="13716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0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1739900" y="13716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1765300" y="13589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1"/>
                </a:lnTo>
                <a:lnTo>
                  <a:pt x="1" y="8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1803400" y="13589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1828800" y="13589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1866900" y="13589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1892300" y="13589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1917700" y="13462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1"/>
                </a:lnTo>
                <a:lnTo>
                  <a:pt x="1" y="8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1955800" y="13462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1981200" y="1346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2019300" y="13462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2044700" y="13462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2082800" y="1333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0" y="8"/>
                </a:moveTo>
                <a:lnTo>
                  <a:pt x="3" y="8"/>
                </a:lnTo>
                <a:lnTo>
                  <a:pt x="2" y="0"/>
                </a:lnTo>
                <a:lnTo>
                  <a:pt x="0" y="1"/>
                </a:lnTo>
                <a:lnTo>
                  <a:pt x="0" y="8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2108200" y="1333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2133600" y="1308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7"/>
                </a:lnTo>
                <a:lnTo>
                  <a:pt x="3" y="0"/>
                </a:lnTo>
                <a:lnTo>
                  <a:pt x="0" y="2"/>
                </a:lnTo>
                <a:lnTo>
                  <a:pt x="1" y="9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2171700" y="12573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4"/>
                </a:lnTo>
                <a:lnTo>
                  <a:pt x="2" y="0"/>
                </a:lnTo>
                <a:lnTo>
                  <a:pt x="0" y="4"/>
                </a:lnTo>
                <a:lnTo>
                  <a:pt x="1" y="11"/>
                </a:lnTo>
                <a:close/>
              </a:path>
            </a:pathLst>
          </a:custGeom>
          <a:solidFill>
            <a:srgbClr val="00B2FF"/>
          </a:solidFill>
          <a:ln w="3175">
            <a:solidFill>
              <a:srgbClr val="008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2197100" y="12446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5"/>
                </a:moveTo>
                <a:lnTo>
                  <a:pt x="3" y="6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F1FF"/>
          </a:solidFill>
          <a:ln w="3175">
            <a:solidFill>
              <a:srgbClr val="00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2235200" y="12446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E8FF"/>
          </a:solidFill>
          <a:ln w="3175">
            <a:solidFill>
              <a:srgbClr val="00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2260600" y="12319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00E8FF"/>
          </a:solidFill>
          <a:ln w="3175">
            <a:solidFill>
              <a:srgbClr val="00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2286000" y="12319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E8FF"/>
          </a:solidFill>
          <a:ln w="3175">
            <a:solidFill>
              <a:srgbClr val="00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2324100" y="1066800"/>
            <a:ext cx="38100" cy="254000"/>
          </a:xfrm>
          <a:custGeom>
            <a:avLst/>
            <a:gdLst/>
            <a:ahLst/>
            <a:cxnLst/>
            <a:rect l="l" t="t" r="r" b="b"/>
            <a:pathLst>
              <a:path w="3" h="20">
                <a:moveTo>
                  <a:pt x="1" y="20"/>
                </a:moveTo>
                <a:lnTo>
                  <a:pt x="3" y="9"/>
                </a:lnTo>
                <a:lnTo>
                  <a:pt x="2" y="0"/>
                </a:lnTo>
                <a:lnTo>
                  <a:pt x="0" y="13"/>
                </a:lnTo>
                <a:lnTo>
                  <a:pt x="1" y="20"/>
                </a:lnTo>
                <a:close/>
              </a:path>
            </a:pathLst>
          </a:custGeom>
          <a:solidFill>
            <a:srgbClr val="75FF8A"/>
          </a:solidFill>
          <a:ln w="3175">
            <a:solidFill>
              <a:srgbClr val="5EC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2349500" y="952500"/>
            <a:ext cx="50800" cy="228600"/>
          </a:xfrm>
          <a:custGeom>
            <a:avLst/>
            <a:gdLst/>
            <a:ahLst/>
            <a:cxnLst/>
            <a:rect l="l" t="t" r="r" b="b"/>
            <a:pathLst>
              <a:path w="4" h="18">
                <a:moveTo>
                  <a:pt x="1" y="18"/>
                </a:moveTo>
                <a:lnTo>
                  <a:pt x="4" y="16"/>
                </a:lnTo>
                <a:lnTo>
                  <a:pt x="3" y="0"/>
                </a:lnTo>
                <a:lnTo>
                  <a:pt x="0" y="9"/>
                </a:lnTo>
                <a:lnTo>
                  <a:pt x="1" y="18"/>
                </a:lnTo>
                <a:close/>
              </a:path>
            </a:pathLst>
          </a:custGeom>
          <a:solidFill>
            <a:srgbClr val="FFB900"/>
          </a:solidFill>
          <a:ln w="3175">
            <a:solidFill>
              <a:srgbClr val="CC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2387600" y="952500"/>
            <a:ext cx="38100" cy="203200"/>
          </a:xfrm>
          <a:custGeom>
            <a:avLst/>
            <a:gdLst/>
            <a:ahLst/>
            <a:cxnLst/>
            <a:rect l="l" t="t" r="r" b="b"/>
            <a:pathLst>
              <a:path w="3" h="16">
                <a:moveTo>
                  <a:pt x="1" y="16"/>
                </a:moveTo>
                <a:lnTo>
                  <a:pt x="3" y="15"/>
                </a:lnTo>
                <a:lnTo>
                  <a:pt x="2" y="0"/>
                </a:lnTo>
                <a:lnTo>
                  <a:pt x="0" y="0"/>
                </a:lnTo>
                <a:lnTo>
                  <a:pt x="1" y="16"/>
                </a:lnTo>
                <a:close/>
              </a:path>
            </a:pathLst>
          </a:custGeom>
          <a:solidFill>
            <a:srgbClr val="FF7000"/>
          </a:solidFill>
          <a:ln w="3175">
            <a:solidFill>
              <a:srgbClr val="C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2413000" y="952500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" h="15">
                <a:moveTo>
                  <a:pt x="1" y="15"/>
                </a:moveTo>
                <a:lnTo>
                  <a:pt x="3" y="15"/>
                </a:lnTo>
                <a:lnTo>
                  <a:pt x="2" y="0"/>
                </a:lnTo>
                <a:lnTo>
                  <a:pt x="0" y="0"/>
                </a:lnTo>
                <a:lnTo>
                  <a:pt x="1" y="15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2438400" y="9398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6"/>
                </a:lnTo>
                <a:lnTo>
                  <a:pt x="3" y="0"/>
                </a:lnTo>
                <a:lnTo>
                  <a:pt x="0" y="1"/>
                </a:lnTo>
                <a:lnTo>
                  <a:pt x="1" y="16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2476500" y="939800"/>
            <a:ext cx="38100" cy="203200"/>
          </a:xfrm>
          <a:custGeom>
            <a:avLst/>
            <a:gdLst/>
            <a:ahLst/>
            <a:cxnLst/>
            <a:rect l="l" t="t" r="r" b="b"/>
            <a:pathLst>
              <a:path w="3" h="16">
                <a:moveTo>
                  <a:pt x="1" y="16"/>
                </a:moveTo>
                <a:lnTo>
                  <a:pt x="3" y="16"/>
                </a:lnTo>
                <a:lnTo>
                  <a:pt x="2" y="0"/>
                </a:lnTo>
                <a:lnTo>
                  <a:pt x="0" y="0"/>
                </a:lnTo>
                <a:lnTo>
                  <a:pt x="1" y="16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2501900" y="9398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5"/>
                </a:lnTo>
                <a:lnTo>
                  <a:pt x="3" y="0"/>
                </a:lnTo>
                <a:lnTo>
                  <a:pt x="0" y="0"/>
                </a:lnTo>
                <a:lnTo>
                  <a:pt x="1" y="16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2540000" y="939800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" h="15">
                <a:moveTo>
                  <a:pt x="1" y="15"/>
                </a:moveTo>
                <a:lnTo>
                  <a:pt x="3" y="15"/>
                </a:lnTo>
                <a:lnTo>
                  <a:pt x="2" y="0"/>
                </a:lnTo>
                <a:lnTo>
                  <a:pt x="0" y="0"/>
                </a:lnTo>
                <a:lnTo>
                  <a:pt x="1" y="15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2565400" y="939800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" h="15">
                <a:moveTo>
                  <a:pt x="1" y="15"/>
                </a:moveTo>
                <a:lnTo>
                  <a:pt x="3" y="15"/>
                </a:lnTo>
                <a:lnTo>
                  <a:pt x="3" y="0"/>
                </a:lnTo>
                <a:lnTo>
                  <a:pt x="0" y="0"/>
                </a:lnTo>
                <a:lnTo>
                  <a:pt x="1" y="15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17018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17272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17653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1"/>
                </a:moveTo>
                <a:lnTo>
                  <a:pt x="3" y="0"/>
                </a:lnTo>
                <a:lnTo>
                  <a:pt x="2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17907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18161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18542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18796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19177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19431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19685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20066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20320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20701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20955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7DFF"/>
          </a:solidFill>
          <a:ln w="3175">
            <a:solidFill>
              <a:srgbClr val="006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2120900" y="130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0"/>
                </a:lnTo>
                <a:lnTo>
                  <a:pt x="3" y="1"/>
                </a:lnTo>
                <a:lnTo>
                  <a:pt x="0" y="3"/>
                </a:lnTo>
                <a:lnTo>
                  <a:pt x="1" y="2"/>
                </a:lnTo>
                <a:close/>
              </a:path>
            </a:pathLst>
          </a:custGeom>
          <a:solidFill>
            <a:srgbClr val="0092FF"/>
          </a:solidFill>
          <a:ln w="3175">
            <a:solidFill>
              <a:srgbClr val="007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2159000" y="12446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5"/>
                </a:moveTo>
                <a:lnTo>
                  <a:pt x="3" y="1"/>
                </a:lnTo>
                <a:lnTo>
                  <a:pt x="2" y="0"/>
                </a:lnTo>
                <a:lnTo>
                  <a:pt x="0" y="6"/>
                </a:lnTo>
                <a:lnTo>
                  <a:pt x="1" y="5"/>
                </a:lnTo>
                <a:close/>
              </a:path>
            </a:pathLst>
          </a:custGeom>
          <a:solidFill>
            <a:srgbClr val="00E7FF"/>
          </a:solidFill>
          <a:ln w="3175">
            <a:solidFill>
              <a:srgbClr val="00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2184400" y="1206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3CFFC3"/>
          </a:solidFill>
          <a:ln w="3175">
            <a:solidFill>
              <a:srgbClr val="30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2222500" y="1193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53FFAC"/>
          </a:solidFill>
          <a:ln w="3175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2247900" y="1193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54FFAB"/>
          </a:solidFill>
          <a:ln w="3175">
            <a:solidFill>
              <a:srgbClr val="43C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2286000" y="1193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54FFAB"/>
          </a:solidFill>
          <a:ln w="3175">
            <a:solidFill>
              <a:srgbClr val="43CC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2311400" y="10668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1" y="13"/>
                </a:moveTo>
                <a:lnTo>
                  <a:pt x="3" y="0"/>
                </a:lnTo>
                <a:lnTo>
                  <a:pt x="2" y="1"/>
                </a:lnTo>
                <a:lnTo>
                  <a:pt x="0" y="10"/>
                </a:lnTo>
                <a:lnTo>
                  <a:pt x="1" y="13"/>
                </a:lnTo>
                <a:close/>
              </a:path>
            </a:pathLst>
          </a:custGeom>
          <a:solidFill>
            <a:srgbClr val="D8FF27"/>
          </a:solidFill>
          <a:ln w="3175">
            <a:solidFill>
              <a:srgbClr val="ADC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2336800" y="9525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9"/>
                </a:moveTo>
                <a:lnTo>
                  <a:pt x="4" y="0"/>
                </a:lnTo>
                <a:lnTo>
                  <a:pt x="3" y="2"/>
                </a:lnTo>
                <a:lnTo>
                  <a:pt x="0" y="10"/>
                </a:lnTo>
                <a:lnTo>
                  <a:pt x="1" y="9"/>
                </a:lnTo>
                <a:close/>
              </a:path>
            </a:pathLst>
          </a:custGeom>
          <a:solidFill>
            <a:srgbClr val="FF3A00"/>
          </a:solidFill>
          <a:ln w="3175">
            <a:solidFill>
              <a:srgbClr val="CC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2374900" y="914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5"/>
                </a:lnTo>
                <a:lnTo>
                  <a:pt x="1" y="3"/>
                </a:lnTo>
                <a:close/>
              </a:path>
            </a:pathLst>
          </a:custGeom>
          <a:solidFill>
            <a:srgbClr val="B60000"/>
          </a:solidFill>
          <a:ln w="3175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24003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C0000"/>
          </a:solidFill>
          <a:ln w="3175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24384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9C0000"/>
          </a:solidFill>
          <a:ln w="3175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2463800" y="914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C0000"/>
          </a:solidFill>
          <a:ln w="3175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2489200" y="901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C0000"/>
          </a:solidFill>
          <a:ln w="3175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25273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C0000"/>
          </a:solidFill>
          <a:ln w="3175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2552700" y="901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C0000"/>
          </a:solidFill>
          <a:ln w="3175">
            <a:solidFill>
              <a:srgbClr val="7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1689100" y="1384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17145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17526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1778000" y="137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1803400" y="1371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1841500" y="137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18669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1905000" y="135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1930400" y="135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1968500" y="135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19939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20193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2057400" y="1346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2082800" y="1346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2120900" y="1320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0" y="2"/>
                </a:lnTo>
                <a:close/>
              </a:path>
            </a:pathLst>
          </a:custGeom>
          <a:solidFill>
            <a:srgbClr val="007C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2146300" y="12319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1"/>
                </a:lnTo>
                <a:lnTo>
                  <a:pt x="2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2171700" y="1193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2209800" y="1181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75FF8A"/>
          </a:solidFill>
          <a:ln w="3175">
            <a:solidFill>
              <a:srgbClr val="5EC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2235200" y="1181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9FF86"/>
          </a:solidFill>
          <a:ln w="3175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2273300" y="1181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9FF86"/>
          </a:solidFill>
          <a:ln w="3175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2298700" y="10795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0"/>
                </a:lnTo>
                <a:lnTo>
                  <a:pt x="2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2324100" y="9779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0"/>
                </a:lnTo>
                <a:lnTo>
                  <a:pt x="3" y="0"/>
                </a:lnTo>
                <a:lnTo>
                  <a:pt x="0" y="8"/>
                </a:lnTo>
                <a:lnTo>
                  <a:pt x="1" y="8"/>
                </a:lnTo>
                <a:close/>
              </a:path>
            </a:pathLst>
          </a:custGeom>
          <a:solidFill>
            <a:srgbClr val="FF5500"/>
          </a:solidFill>
          <a:ln w="3175">
            <a:solidFill>
              <a:srgbClr val="CC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2362200" y="914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0"/>
                </a:lnTo>
                <a:lnTo>
                  <a:pt x="2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C00000"/>
          </a:solidFill>
          <a:ln w="3175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2387600" y="901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60000"/>
          </a:solidFill>
          <a:ln w="3175">
            <a:solidFill>
              <a:srgbClr val="6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2425700" y="901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2451100" y="901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2489200" y="901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2514600" y="901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2540000" y="889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16764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17018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1739900" y="137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17653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18034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18288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18542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1892300" y="135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19177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19558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19812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2006600" y="1346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20447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20701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2108200" y="130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2133600" y="12319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0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2171700" y="1193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0" y="3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2197100" y="1181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2222500" y="1181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2260600" y="1168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2286000" y="10668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1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2324100" y="9652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0" y="9"/>
                </a:moveTo>
                <a:lnTo>
                  <a:pt x="3" y="1"/>
                </a:lnTo>
                <a:lnTo>
                  <a:pt x="2" y="0"/>
                </a:lnTo>
                <a:lnTo>
                  <a:pt x="0" y="8"/>
                </a:lnTo>
                <a:lnTo>
                  <a:pt x="0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2349500" y="914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0"/>
                </a:lnTo>
                <a:lnTo>
                  <a:pt x="2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2374900" y="901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2413000" y="901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2438400" y="889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24765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25019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2527300" y="889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16637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16891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17272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17526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1790700" y="135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18161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18542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18796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19050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1943100" y="1346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19685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20066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20320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2057400" y="1333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20955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2120900" y="1219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2159000" y="1181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2184400" y="1168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2209800" y="1168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2247900" y="1168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2273300" y="1054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2311400" y="9652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0"/>
                </a:lnTo>
                <a:lnTo>
                  <a:pt x="2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2336800" y="901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1"/>
                </a:lnTo>
                <a:lnTo>
                  <a:pt x="3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2374900" y="889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24003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2425700" y="889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2463800" y="889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24892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25273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6510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1689100" y="135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17145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17399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17780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18034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1841500" y="1346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18669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18923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19304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19558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19939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20193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20574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208280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2108200" y="12192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0"/>
                </a:lnTo>
                <a:lnTo>
                  <a:pt x="3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2146300" y="1168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2171700" y="1168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2209800" y="1155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2235200" y="1155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2260600" y="1054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0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2298700" y="952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1"/>
                </a:lnTo>
                <a:lnTo>
                  <a:pt x="2" y="0"/>
                </a:lnTo>
                <a:lnTo>
                  <a:pt x="0" y="8"/>
                </a:lnTo>
                <a:lnTo>
                  <a:pt x="1" y="8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2324100" y="901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23622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23876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24257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24511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2476500" y="876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2514600" y="876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16383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16764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17018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1739900" y="1346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17653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17907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18288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18542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1892300" y="1333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19177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19431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19812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2006600" y="1320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2044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20701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2095500" y="1206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2133600" y="1168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2159000" y="115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2197100" y="1155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2222500" y="1155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2260600" y="10414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0" y="9"/>
                </a:moveTo>
                <a:lnTo>
                  <a:pt x="3" y="1"/>
                </a:lnTo>
                <a:lnTo>
                  <a:pt x="2" y="0"/>
                </a:lnTo>
                <a:lnTo>
                  <a:pt x="0" y="9"/>
                </a:lnTo>
                <a:lnTo>
                  <a:pt x="0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2286000" y="952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0"/>
                </a:lnTo>
                <a:lnTo>
                  <a:pt x="2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2311400" y="889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2349500" y="876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2374900" y="876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2413000" y="876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24384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24638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25019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1625600" y="1346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16637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16891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17272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17526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1790700" y="1333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18161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18415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18796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9050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943100" y="1320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19685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19939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20320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2057400" y="1282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2095500" y="11938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0" y="7"/>
                </a:moveTo>
                <a:lnTo>
                  <a:pt x="3" y="1"/>
                </a:lnTo>
                <a:lnTo>
                  <a:pt x="2" y="0"/>
                </a:lnTo>
                <a:lnTo>
                  <a:pt x="0" y="7"/>
                </a:lnTo>
                <a:lnTo>
                  <a:pt x="0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21209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2146300" y="115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2184400" y="1143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2209800" y="114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2247900" y="10414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0"/>
                </a:lnTo>
                <a:lnTo>
                  <a:pt x="2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2273300" y="9398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1"/>
                </a:lnTo>
                <a:lnTo>
                  <a:pt x="3" y="0"/>
                </a:lnTo>
                <a:lnTo>
                  <a:pt x="0" y="8"/>
                </a:lnTo>
                <a:lnTo>
                  <a:pt x="1" y="8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2311400" y="8763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0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2336800" y="863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23622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24003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24257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2463800" y="863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24892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16256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6510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1676400" y="1333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17145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17399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17780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18034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1828800" y="1320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18669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18923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19304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19558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1993900" y="1308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20193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2044700" y="1270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2082800" y="11938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0"/>
                </a:lnTo>
                <a:lnTo>
                  <a:pt x="2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2108200" y="115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2146300" y="1143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2171700" y="1143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2197100" y="113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2235200" y="10287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1"/>
                </a:lnTo>
                <a:lnTo>
                  <a:pt x="2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2260600" y="927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2298700" y="876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0"/>
                </a:lnTo>
                <a:lnTo>
                  <a:pt x="2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23241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2349500" y="863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23876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24130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24511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24765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1612900" y="1333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16383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16764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17018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1727200" y="1320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17653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1790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18288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18542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1879600" y="1308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19177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19431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9812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20066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2032000" y="125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2070100" y="11811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1"/>
                </a:lnTo>
                <a:lnTo>
                  <a:pt x="2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2095500" y="1143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2133600" y="1130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2159000" y="1130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2197100" y="1130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2222500" y="10287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0"/>
                </a:lnTo>
                <a:lnTo>
                  <a:pt x="2" y="0"/>
                </a:lnTo>
                <a:lnTo>
                  <a:pt x="0" y="8"/>
                </a:lnTo>
                <a:lnTo>
                  <a:pt x="1" y="8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2247900" y="9271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0"/>
                </a:lnTo>
                <a:lnTo>
                  <a:pt x="3" y="0"/>
                </a:lnTo>
                <a:lnTo>
                  <a:pt x="0" y="8"/>
                </a:lnTo>
                <a:lnTo>
                  <a:pt x="1" y="8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2286000" y="8636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2311400" y="850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23495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23749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2400300" y="850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24384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24638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6002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16256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1663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16891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17145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17526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1778000" y="1308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18161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18415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18796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19050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1930400" y="1295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19685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19939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2032000" y="1257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2057400" y="1181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0"/>
                </a:lnTo>
                <a:lnTo>
                  <a:pt x="2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2082800" y="113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2120900" y="1130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2146300" y="1130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2184400" y="1117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2209800" y="10160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1"/>
                </a:lnTo>
                <a:lnTo>
                  <a:pt x="2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2235200" y="9144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2273300" y="8636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0"/>
                </a:lnTo>
                <a:lnTo>
                  <a:pt x="2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22987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2336800" y="850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23622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24003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24257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2451100" y="838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4" name="Connector 973"/>
          <p:cNvCxnSpPr/>
          <p:nvPr/>
        </p:nvCxnSpPr>
        <p:spPr>
          <a:xfrm flipH="1">
            <a:off x="3494501" y="1628731"/>
            <a:ext cx="888277" cy="7840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H="1">
            <a:off x="3332847" y="1521012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H="1">
            <a:off x="3171194" y="1413293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H="1" flipV="1">
            <a:off x="4059471" y="1413293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H="1" flipV="1">
            <a:off x="3881815" y="1428975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H="1" flipV="1">
            <a:off x="3704160" y="1444656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H="1" flipV="1">
            <a:off x="3526504" y="1460338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H="1" flipV="1">
            <a:off x="3348849" y="1476019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H="1" flipV="1">
            <a:off x="3171194" y="1491701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H="1">
            <a:off x="4361260" y="1628731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H="1">
            <a:off x="4199606" y="1521012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H="1">
            <a:off x="4037953" y="1413293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V="1">
            <a:off x="3494501" y="1705239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V="1">
            <a:off x="3332847" y="1597520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V="1">
            <a:off x="3171194" y="1489801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H="1" flipV="1">
            <a:off x="4364804" y="1616754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H="1" flipV="1">
            <a:off x="4187148" y="1632435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H="1" flipV="1">
            <a:off x="4009493" y="164811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H="1" flipV="1">
            <a:off x="3831837" y="1663798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H="1" flipV="1">
            <a:off x="3654182" y="1679480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H="1" flipV="1">
            <a:off x="3476526" y="1695161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4059471" y="1413293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3881815" y="1428975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>
            <a:off x="3704160" y="1444656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>
            <a:off x="3526504" y="1460338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>
            <a:off x="3348849" y="1476019"/>
            <a:ext cx="17974" cy="1197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>
            <a:off x="3171194" y="1491701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H="1" flipV="1">
            <a:off x="4059471" y="1413293"/>
            <a:ext cx="323307" cy="2154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H="1" flipV="1">
            <a:off x="3171194" y="1491701"/>
            <a:ext cx="323307" cy="21543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H="1">
            <a:off x="3494501" y="1628731"/>
            <a:ext cx="888277" cy="784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H="1">
            <a:off x="3171194" y="1413293"/>
            <a:ext cx="888277" cy="784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H="1">
            <a:off x="4361260" y="1000657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 flipH="1">
            <a:off x="4199606" y="892938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 flipH="1">
            <a:off x="4037953" y="785220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4059471" y="785220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3881815" y="800901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>
            <a:off x="3704160" y="816583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>
            <a:off x="3526504" y="832264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>
            <a:off x="3348849" y="847946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>
            <a:off x="3171194" y="86362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H="1" flipV="1">
            <a:off x="4059471" y="785220"/>
            <a:ext cx="323307" cy="21543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H="1">
            <a:off x="3171194" y="785220"/>
            <a:ext cx="888277" cy="784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V="1">
            <a:off x="4382778" y="1607130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V="1">
            <a:off x="4205122" y="1622812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4027467" y="1638493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3849811" y="1654175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 flipV="1">
            <a:off x="3672156" y="1669856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 flipV="1">
            <a:off x="3494501" y="1685538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H="1">
            <a:off x="4361260" y="1451115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H="1">
            <a:off x="4361260" y="1185704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V="1">
            <a:off x="4382778" y="1000657"/>
            <a:ext cx="0" cy="62807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4059471" y="785220"/>
            <a:ext cx="0" cy="62807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3881815" y="800901"/>
            <a:ext cx="0" cy="62807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3704160" y="816583"/>
            <a:ext cx="0" cy="62807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3526504" y="832264"/>
            <a:ext cx="0" cy="62807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3348849" y="847946"/>
            <a:ext cx="0" cy="62807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V="1">
            <a:off x="3171194" y="863627"/>
            <a:ext cx="0" cy="62807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V="1">
            <a:off x="4059471" y="1391693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 flipV="1">
            <a:off x="3881815" y="1407374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V="1">
            <a:off x="3704160" y="1423056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 flipV="1">
            <a:off x="3526504" y="1438737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V="1">
            <a:off x="3348849" y="1454419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3171194" y="1470100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>
            <a:off x="4059471" y="785220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>
            <a:off x="3881815" y="800901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>
            <a:off x="3704160" y="816583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>
            <a:off x="3526504" y="832264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>
            <a:off x="3348849" y="847946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>
            <a:off x="3171194" y="863627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 flipH="1">
            <a:off x="3171194" y="1235677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H="1">
            <a:off x="3171194" y="970267"/>
            <a:ext cx="888277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H="1">
            <a:off x="4037953" y="1235677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 flipH="1">
            <a:off x="4037953" y="970267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 flipV="1">
            <a:off x="3171194" y="1312186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 flipV="1">
            <a:off x="3171194" y="1046775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V="1">
            <a:off x="4059471" y="785220"/>
            <a:ext cx="0" cy="62807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3171194" y="863627"/>
            <a:ext cx="0" cy="62807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4382778" y="1000657"/>
            <a:ext cx="0" cy="62807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V="1">
            <a:off x="4221124" y="892938"/>
            <a:ext cx="0" cy="62807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V="1">
            <a:off x="4059471" y="785220"/>
            <a:ext cx="0" cy="62807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V="1">
            <a:off x="4382778" y="1607130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V="1">
            <a:off x="4221124" y="1499411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 flipV="1">
            <a:off x="4059471" y="1391693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>
            <a:off x="4382778" y="1000657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>
            <a:off x="4221124" y="892938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>
            <a:off x="4059471" y="785220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H="1" flipV="1">
            <a:off x="4059471" y="1235677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H="1" flipV="1">
            <a:off x="4059471" y="970267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H="1" flipV="1">
            <a:off x="4364804" y="1439138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H="1" flipV="1">
            <a:off x="4364804" y="117372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>
            <a:off x="4059471" y="1235677"/>
            <a:ext cx="17974" cy="11978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>
            <a:off x="4059471" y="97026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3494501" y="1685538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3332847" y="1577819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V="1">
            <a:off x="3171194" y="1470100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>
            <a:off x="3171194" y="1314085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>
            <a:off x="3171194" y="1048675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1" name="Freeform 1070"/>
          <p:cNvSpPr/>
          <p:nvPr/>
        </p:nvSpPr>
        <p:spPr>
          <a:xfrm>
            <a:off x="3479800" y="1651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35179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35433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35814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3606800" y="1638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36322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36703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36957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37338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37592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37846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38227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38481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3886200" y="1587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39116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39370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3975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40005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40386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40640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41021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41275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4152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41910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42164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42545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42799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4305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4343400" y="1574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34671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35052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35306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35687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35941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36195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36576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36830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37211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37465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37846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38100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3835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38735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38989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39370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39624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39878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40259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4051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40894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41148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41402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41783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42037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4241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42672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43053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43307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34671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34925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35179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35560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35814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36195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36449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36703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37084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37338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3771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37973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38227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38608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38862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39243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39497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3987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40132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4038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40767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4102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41402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41656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41910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4229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42545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4292600" y="1562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43180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34544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34798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35052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35433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3568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36068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36322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36703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36957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3721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37592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37846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38227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38481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38735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39116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39370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39751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40005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40259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40640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40894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41275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41529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41910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4216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42418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42799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43053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34417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34671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35052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35306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3556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35941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36195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36576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36830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3708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37465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37719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38100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38354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38735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38989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39243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3962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39878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40259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40513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40767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41148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4140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41783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4203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42291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42672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42926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3429000" y="1612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3454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34925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3517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35560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35814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36068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36449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36703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3708400" y="1587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37338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37592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37973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38227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38608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38862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39116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3949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39751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40132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40386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40767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41021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41275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41656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41910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42291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42545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42799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34163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34417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34798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35052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35433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35687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35941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3632200" y="1587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3657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36957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37211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37592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37846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38100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38481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38735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39116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39370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39624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40005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40259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40640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4089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41148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41529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41783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4216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42418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42799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34036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34417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34671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34925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3530600" y="1587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35560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35941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36195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36449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36830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37084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37465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37719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37973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38354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38608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38989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39243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3962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39878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4013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40513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40767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41148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41402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41656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42037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42291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42672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33909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3429000" y="1587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34544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34798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35179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3543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3581400" y="1574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3606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36449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36703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3695700" y="156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37338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37592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37973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38227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38481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38862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39116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39497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39751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40005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4038600" y="1511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40640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41021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41275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41656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41910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42164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42545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33782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34163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34417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3479800" y="1574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35052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35306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35687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35941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3632200" y="1562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36576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36830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37211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37465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37846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38100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38481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38735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38989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39370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3962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40005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40259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40513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40894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41148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41529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41783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42037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42418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3378200" y="1574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34036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3429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3467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34925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3530600" y="1562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35560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35814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36195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36449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3683000" y="1549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37084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37338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3771900" y="1511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37973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38354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38608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38989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39243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39497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39878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40132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40513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40767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41021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41402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41656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42037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4229100" y="149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33655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33909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34163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3454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34798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35179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35433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35814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36068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3632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36703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3695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37338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37592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37846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00B8"/>
          </a:solidFill>
          <a:ln w="3175">
            <a:solidFill>
              <a:srgbClr val="000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38227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D6"/>
          </a:solidFill>
          <a:ln w="3175">
            <a:solidFill>
              <a:srgbClr val="000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38481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D5"/>
          </a:solidFill>
          <a:ln w="3175">
            <a:solidFill>
              <a:srgbClr val="00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3886200" y="147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2"/>
                </a:moveTo>
                <a:lnTo>
                  <a:pt x="3" y="3"/>
                </a:lnTo>
                <a:lnTo>
                  <a:pt x="2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BC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39116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8"/>
          </a:solidFill>
          <a:ln w="3175">
            <a:solidFill>
              <a:srgbClr val="000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39370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39751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5"/>
          </a:solidFill>
          <a:ln w="3175">
            <a:solidFill>
              <a:srgbClr val="000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40005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A4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40386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B8"/>
          </a:solidFill>
          <a:ln w="3175">
            <a:solidFill>
              <a:srgbClr val="000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4064000" y="146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BC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41021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1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AC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4127500" y="147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B"/>
          </a:solidFill>
          <a:ln w="3175">
            <a:solidFill>
              <a:srgbClr val="00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41529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4191000" y="147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42164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33528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33782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34163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3441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34671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35052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35306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35687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35941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36195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36576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36830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3721100" y="1511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37465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3784600" y="147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3810000" y="1409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3835400" y="140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4"/>
                </a:moveTo>
                <a:lnTo>
                  <a:pt x="4" y="5"/>
                </a:lnTo>
                <a:lnTo>
                  <a:pt x="3" y="2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BFF"/>
          </a:solidFill>
          <a:ln w="3175">
            <a:solidFill>
              <a:srgbClr val="000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3873500" y="1435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2" y="1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E5"/>
          </a:solidFill>
          <a:ln w="3175">
            <a:solidFill>
              <a:srgbClr val="000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3898900" y="1447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3" y="1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B"/>
          </a:solidFill>
          <a:ln w="3175">
            <a:solidFill>
              <a:srgbClr val="00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39370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BD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3962400" y="1447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C3"/>
          </a:solidFill>
          <a:ln w="3175">
            <a:solidFill>
              <a:srgbClr val="000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3987800" y="1422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00DB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4025900" y="1409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00F8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4051300" y="1409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FD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4089400" y="1409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4"/>
                </a:moveTo>
                <a:lnTo>
                  <a:pt x="3" y="5"/>
                </a:lnTo>
                <a:lnTo>
                  <a:pt x="2" y="1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4114800" y="1422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DA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4140200" y="140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00D7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4178300" y="1409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D7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4203700" y="140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D7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33401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33655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34036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34290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3467100" y="1511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3492500" y="1511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35179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35560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35814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36195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36449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36703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37084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37338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2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37719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3797300" y="1397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16FF"/>
          </a:solidFill>
          <a:ln w="3175">
            <a:solidFill>
              <a:srgbClr val="001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38227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7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38608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2"/>
                </a:moveTo>
                <a:lnTo>
                  <a:pt x="3" y="3"/>
                </a:lnTo>
                <a:lnTo>
                  <a:pt x="2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13FF"/>
          </a:solidFill>
          <a:ln w="3175">
            <a:solidFill>
              <a:srgbClr val="000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3886200" y="1422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FB"/>
          </a:solidFill>
          <a:ln w="3175">
            <a:solidFill>
              <a:srgbClr val="000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39243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F5"/>
          </a:solidFill>
          <a:ln w="3175">
            <a:solidFill>
              <a:srgbClr val="000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3949700" y="1409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1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3987800" y="1384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3"/>
                </a:lnTo>
                <a:lnTo>
                  <a:pt x="2" y="0"/>
                </a:lnTo>
                <a:lnTo>
                  <a:pt x="0" y="2"/>
                </a:lnTo>
                <a:lnTo>
                  <a:pt x="0" y="5"/>
                </a:lnTo>
                <a:close/>
              </a:path>
            </a:pathLst>
          </a:custGeom>
          <a:solidFill>
            <a:srgbClr val="001EFF"/>
          </a:solidFill>
          <a:ln w="3175">
            <a:solidFill>
              <a:srgbClr val="001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4013200" y="1371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40386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49FF"/>
          </a:solidFill>
          <a:ln w="3175">
            <a:solidFill>
              <a:srgbClr val="003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4076700" y="1371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9FF"/>
          </a:solidFill>
          <a:ln w="3175">
            <a:solidFill>
              <a:srgbClr val="002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4102100" y="1371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4140200" y="13589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0" y="5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4165600" y="1358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4191000" y="135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33274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33528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33909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34163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34544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34798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35052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35433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35687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36068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3632200" y="149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36703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36957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37211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3759200" y="1447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3784600" y="13970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0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18FF"/>
          </a:solidFill>
          <a:ln w="3175">
            <a:solidFill>
              <a:srgbClr val="001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3822700" y="139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43FF"/>
          </a:solidFill>
          <a:ln w="3175">
            <a:solidFill>
              <a:srgbClr val="003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3848100" y="139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3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3873500" y="1397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CFF"/>
          </a:solidFill>
          <a:ln w="3175">
            <a:solidFill>
              <a:srgbClr val="002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39116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2CFF"/>
          </a:solidFill>
          <a:ln w="3175">
            <a:solidFill>
              <a:srgbClr val="002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3937000" y="137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37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3975100" y="1358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4000500" y="1333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40259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87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4064000" y="1320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8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40894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4127500" y="1320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4152900" y="1308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4191000" y="1308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33147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33528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33782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3403600" y="1511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34417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34671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35052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35306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3556000" y="1498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3594100" y="149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3619500" y="1498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36576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36830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37084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2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374650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37719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0019FF"/>
          </a:solidFill>
          <a:ln w="3175">
            <a:solidFill>
              <a:srgbClr val="001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38100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38354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0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38735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54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38989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4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39243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EFF"/>
          </a:solidFill>
          <a:ln w="3175">
            <a:solidFill>
              <a:srgbClr val="004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3962400" y="1333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7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39878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97FF"/>
          </a:solidFill>
          <a:ln w="3175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4025900" y="1282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2" y="0"/>
                </a:lnTo>
                <a:lnTo>
                  <a:pt x="0" y="3"/>
                </a:lnTo>
                <a:lnTo>
                  <a:pt x="0" y="4"/>
                </a:lnTo>
                <a:close/>
              </a:path>
            </a:pathLst>
          </a:custGeom>
          <a:solidFill>
            <a:srgbClr val="00B9FF"/>
          </a:solidFill>
          <a:ln w="3175">
            <a:solidFill>
              <a:srgbClr val="009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4051300" y="1257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D5FF"/>
          </a:solidFill>
          <a:ln w="3175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4076700" y="1257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4114800" y="1257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4140200" y="1257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4178300" y="1257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33020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33401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33655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3390900" y="1511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34290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3454400" y="1511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3492500" y="151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3517900" y="149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3556000" y="149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3581400" y="149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3606800" y="1498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3644900" y="149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36703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3708400" y="147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37338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37592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1AFF"/>
          </a:solidFill>
          <a:ln w="3175">
            <a:solidFill>
              <a:srgbClr val="001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37973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5C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38227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38608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AFF"/>
          </a:solidFill>
          <a:ln w="3175">
            <a:solidFill>
              <a:srgbClr val="00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38862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3911600" y="133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3949700" y="132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8CFF"/>
          </a:solidFill>
          <a:ln w="3175">
            <a:solidFill>
              <a:srgbClr val="007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3975100" y="1295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ADFF"/>
          </a:solidFill>
          <a:ln w="3175">
            <a:solidFill>
              <a:srgbClr val="008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4013200" y="1270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D6FF"/>
          </a:solidFill>
          <a:ln w="3175">
            <a:solidFill>
              <a:srgbClr val="00A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40386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2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DFFF2"/>
          </a:solidFill>
          <a:ln w="3175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4076700" y="1181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6"/>
                </a:lnTo>
                <a:lnTo>
                  <a:pt x="2" y="0"/>
                </a:lnTo>
                <a:lnTo>
                  <a:pt x="0" y="4"/>
                </a:lnTo>
                <a:lnTo>
                  <a:pt x="0" y="6"/>
                </a:lnTo>
                <a:close/>
              </a:path>
            </a:pathLst>
          </a:custGeom>
          <a:solidFill>
            <a:srgbClr val="42FFBD"/>
          </a:solidFill>
          <a:ln w="3175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4102100" y="1181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7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4127500" y="11684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7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4165600" y="11684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7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32893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33274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33528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33909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34163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3441700" y="148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3479800" y="148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35052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3543300" y="147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3568700" y="147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35941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3632200" y="147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36576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369570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AF"/>
          </a:solidFill>
          <a:ln w="3175">
            <a:solidFill>
              <a:srgbClr val="00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3721100" y="13335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8"/>
                </a:lnTo>
                <a:lnTo>
                  <a:pt x="3" y="0"/>
                </a:lnTo>
                <a:lnTo>
                  <a:pt x="0" y="9"/>
                </a:lnTo>
                <a:lnTo>
                  <a:pt x="1" y="11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3759200" y="1257300"/>
            <a:ext cx="38100" cy="177800"/>
          </a:xfrm>
          <a:custGeom>
            <a:avLst/>
            <a:gdLst/>
            <a:ahLst/>
            <a:cxnLst/>
            <a:rect l="l" t="t" r="r" b="b"/>
            <a:pathLst>
              <a:path w="3" h="14">
                <a:moveTo>
                  <a:pt x="0" y="14"/>
                </a:moveTo>
                <a:lnTo>
                  <a:pt x="3" y="10"/>
                </a:lnTo>
                <a:lnTo>
                  <a:pt x="2" y="0"/>
                </a:lnTo>
                <a:lnTo>
                  <a:pt x="0" y="6"/>
                </a:lnTo>
                <a:lnTo>
                  <a:pt x="0" y="14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3784600" y="12573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8"/>
                </a:lnTo>
                <a:lnTo>
                  <a:pt x="2" y="1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00C1FF"/>
          </a:solidFill>
          <a:ln w="3175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3810000" y="12700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1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3848100" y="12827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B4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3873500" y="12827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B0FF"/>
          </a:solidFill>
          <a:ln w="3175">
            <a:solidFill>
              <a:srgbClr val="008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3911600" y="1282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00B4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3937000" y="12573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2"/>
                </a:lnTo>
                <a:lnTo>
                  <a:pt x="1" y="6"/>
                </a:lnTo>
                <a:close/>
              </a:path>
            </a:pathLst>
          </a:custGeom>
          <a:solidFill>
            <a:srgbClr val="00C8FF"/>
          </a:solidFill>
          <a:ln w="3175">
            <a:solidFill>
              <a:srgbClr val="00A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3962400" y="12319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5"/>
                </a:lnTo>
                <a:lnTo>
                  <a:pt x="3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00E9FF"/>
          </a:solidFill>
          <a:ln w="3175">
            <a:solidFill>
              <a:srgbClr val="00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4000500" y="12065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5"/>
                </a:lnTo>
                <a:lnTo>
                  <a:pt x="2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16FFE9"/>
          </a:solidFill>
          <a:ln w="3175">
            <a:solidFill>
              <a:srgbClr val="12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4025900" y="11557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6"/>
                </a:lnTo>
                <a:lnTo>
                  <a:pt x="3" y="0"/>
                </a:lnTo>
                <a:lnTo>
                  <a:pt x="0" y="4"/>
                </a:lnTo>
                <a:lnTo>
                  <a:pt x="1" y="9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4064000" y="10795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8"/>
                </a:lnTo>
                <a:lnTo>
                  <a:pt x="2" y="0"/>
                </a:lnTo>
                <a:lnTo>
                  <a:pt x="0" y="6"/>
                </a:lnTo>
                <a:lnTo>
                  <a:pt x="1" y="12"/>
                </a:lnTo>
                <a:close/>
              </a:path>
            </a:pathLst>
          </a:custGeom>
          <a:solidFill>
            <a:srgbClr val="BDFF42"/>
          </a:solidFill>
          <a:ln w="3175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4089400" y="10668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9"/>
                </a:lnTo>
                <a:lnTo>
                  <a:pt x="2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FFFE00"/>
          </a:solidFill>
          <a:ln w="3175">
            <a:solidFill>
              <a:srgbClr val="CC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4114800" y="10668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4152900" y="10541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9"/>
                </a:lnTo>
                <a:lnTo>
                  <a:pt x="2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32766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33147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33401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3378200" y="1447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340360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344170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346710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3492500" y="143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35306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35560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35941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3619500" y="143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3644900" y="1422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C9"/>
          </a:solidFill>
          <a:ln w="3175">
            <a:solidFill>
              <a:srgbClr val="000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3683000" y="1409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D8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3708400" y="13081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2"/>
                </a:lnTo>
                <a:lnTo>
                  <a:pt x="3" y="0"/>
                </a:lnTo>
                <a:lnTo>
                  <a:pt x="0" y="8"/>
                </a:lnTo>
                <a:lnTo>
                  <a:pt x="1" y="11"/>
                </a:lnTo>
                <a:close/>
              </a:path>
            </a:pathLst>
          </a:custGeom>
          <a:solidFill>
            <a:srgbClr val="0048FF"/>
          </a:solidFill>
          <a:ln w="3175">
            <a:solidFill>
              <a:srgbClr val="003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3746500" y="11684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1" y="13"/>
                </a:moveTo>
                <a:lnTo>
                  <a:pt x="3" y="7"/>
                </a:lnTo>
                <a:lnTo>
                  <a:pt x="2" y="0"/>
                </a:lnTo>
                <a:lnTo>
                  <a:pt x="0" y="11"/>
                </a:lnTo>
                <a:lnTo>
                  <a:pt x="1" y="13"/>
                </a:lnTo>
                <a:close/>
              </a:path>
            </a:pathLst>
          </a:custGeom>
          <a:solidFill>
            <a:srgbClr val="18FFE7"/>
          </a:solidFill>
          <a:ln w="3175">
            <a:solidFill>
              <a:srgbClr val="13C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3771900" y="11684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7"/>
                </a:moveTo>
                <a:lnTo>
                  <a:pt x="3" y="8"/>
                </a:lnTo>
                <a:lnTo>
                  <a:pt x="2" y="1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72FF8D"/>
          </a:solidFill>
          <a:ln w="3175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3797300" y="11811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7"/>
                </a:moveTo>
                <a:lnTo>
                  <a:pt x="4" y="8"/>
                </a:lnTo>
                <a:lnTo>
                  <a:pt x="3" y="1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2FFAD"/>
          </a:solidFill>
          <a:ln w="3175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3835400" y="11938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1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3BFFC4"/>
          </a:solidFill>
          <a:ln w="3175">
            <a:solidFill>
              <a:srgbClr val="30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3860800" y="12065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33FFCC"/>
          </a:solidFill>
          <a:ln w="3175">
            <a:solidFill>
              <a:srgbClr val="29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3898900" y="11938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32FFCD"/>
          </a:solidFill>
          <a:ln w="3175">
            <a:solidFill>
              <a:srgbClr val="28C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3924300" y="11938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5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3BFFC4"/>
          </a:solidFill>
          <a:ln w="3175">
            <a:solidFill>
              <a:srgbClr val="2FC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3962400" y="11684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0" y="7"/>
                </a:moveTo>
                <a:lnTo>
                  <a:pt x="3" y="5"/>
                </a:lnTo>
                <a:lnTo>
                  <a:pt x="2" y="0"/>
                </a:lnTo>
                <a:lnTo>
                  <a:pt x="0" y="2"/>
                </a:lnTo>
                <a:lnTo>
                  <a:pt x="0" y="7"/>
                </a:lnTo>
                <a:close/>
              </a:path>
            </a:pathLst>
          </a:custGeom>
          <a:solidFill>
            <a:srgbClr val="55FFAA"/>
          </a:solidFill>
          <a:ln w="3175">
            <a:solidFill>
              <a:srgbClr val="44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3987800" y="11430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5"/>
                </a:lnTo>
                <a:lnTo>
                  <a:pt x="2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83FF7C"/>
          </a:solidFill>
          <a:ln w="3175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4013200" y="10922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5"/>
                </a:lnTo>
                <a:lnTo>
                  <a:pt x="3" y="0"/>
                </a:lnTo>
                <a:lnTo>
                  <a:pt x="0" y="4"/>
                </a:lnTo>
                <a:lnTo>
                  <a:pt x="1" y="9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9FC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4051300" y="10160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5"/>
                </a:lnTo>
                <a:lnTo>
                  <a:pt x="2" y="0"/>
                </a:lnTo>
                <a:lnTo>
                  <a:pt x="0" y="6"/>
                </a:lnTo>
                <a:lnTo>
                  <a:pt x="1" y="11"/>
                </a:lnTo>
                <a:close/>
              </a:path>
            </a:pathLst>
          </a:custGeom>
          <a:solidFill>
            <a:srgbClr val="FFC000"/>
          </a:solidFill>
          <a:ln w="3175">
            <a:solidFill>
              <a:srgbClr val="CC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4076700" y="10033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6900"/>
          </a:solidFill>
          <a:ln w="3175">
            <a:solidFill>
              <a:srgbClr val="CC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4114800" y="1003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FF5E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4140200" y="1003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5E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32766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33020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3327400" y="1422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3365500" y="1409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33909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34290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34544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3479800" y="1397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3517900" y="139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35433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3581400" y="139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3606800" y="139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3644900" y="1384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0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36703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7FF"/>
          </a:solidFill>
          <a:ln w="3175">
            <a:solidFill>
              <a:srgbClr val="000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3695700" y="12954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9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3733800" y="11557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"/>
                </a:lnTo>
                <a:lnTo>
                  <a:pt x="2" y="0"/>
                </a:lnTo>
                <a:lnTo>
                  <a:pt x="0" y="11"/>
                </a:lnTo>
                <a:lnTo>
                  <a:pt x="1" y="12"/>
                </a:lnTo>
                <a:close/>
              </a:path>
            </a:pathLst>
          </a:custGeom>
          <a:solidFill>
            <a:srgbClr val="4BFFB4"/>
          </a:solidFill>
          <a:ln w="3175">
            <a:solidFill>
              <a:srgbClr val="3C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37592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2"/>
                </a:moveTo>
                <a:lnTo>
                  <a:pt x="3" y="3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D4FF2B"/>
          </a:solidFill>
          <a:ln w="3175">
            <a:solidFill>
              <a:srgbClr val="AAC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3797300" y="114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3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C2FF3D"/>
          </a:solidFill>
          <a:ln w="3175">
            <a:solidFill>
              <a:srgbClr val="9B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3822700" y="11430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4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AEFF51"/>
          </a:solidFill>
          <a:ln w="3175">
            <a:solidFill>
              <a:srgbClr val="8CC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3848100" y="1143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AAFF55"/>
          </a:solidFill>
          <a:ln w="3175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3886200" y="11430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AAFF55"/>
          </a:solidFill>
          <a:ln w="3175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3911600" y="1143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ABFF54"/>
          </a:solidFill>
          <a:ln w="3175">
            <a:solidFill>
              <a:srgbClr val="89C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3949700" y="1130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B6FF49"/>
          </a:solidFill>
          <a:ln w="3175">
            <a:solidFill>
              <a:srgbClr val="92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3975100" y="11049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3"/>
                </a:lnTo>
                <a:lnTo>
                  <a:pt x="2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DBFF24"/>
          </a:solidFill>
          <a:ln w="3175">
            <a:solidFill>
              <a:srgbClr val="AFC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4000500" y="10541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3"/>
                </a:lnTo>
                <a:lnTo>
                  <a:pt x="3" y="0"/>
                </a:lnTo>
                <a:lnTo>
                  <a:pt x="0" y="4"/>
                </a:lnTo>
                <a:lnTo>
                  <a:pt x="1" y="7"/>
                </a:lnTo>
                <a:close/>
              </a:path>
            </a:pathLst>
          </a:custGeom>
          <a:solidFill>
            <a:srgbClr val="FFDE00"/>
          </a:solidFill>
          <a:ln w="3175">
            <a:solidFill>
              <a:srgbClr val="CCB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4038600" y="9779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3"/>
                </a:lnTo>
                <a:lnTo>
                  <a:pt x="2" y="0"/>
                </a:lnTo>
                <a:lnTo>
                  <a:pt x="0" y="6"/>
                </a:lnTo>
                <a:lnTo>
                  <a:pt x="1" y="9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4064000" y="965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FF1600"/>
          </a:solidFill>
          <a:ln w="3175">
            <a:solidFill>
              <a:srgbClr val="CC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4102100" y="965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FF0C00"/>
          </a:solidFill>
          <a:ln w="3175">
            <a:solidFill>
              <a:srgbClr val="CC0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4127500" y="965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FF0C00"/>
          </a:solidFill>
          <a:ln w="3175">
            <a:solidFill>
              <a:srgbClr val="CC0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3263900" y="139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32893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33274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33528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33782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34163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34417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34798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35052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3530600" y="137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35687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35941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36322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36576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3683000" y="12827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8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3721100" y="11430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"/>
                </a:lnTo>
                <a:lnTo>
                  <a:pt x="2" y="0"/>
                </a:lnTo>
                <a:lnTo>
                  <a:pt x="0" y="11"/>
                </a:lnTo>
                <a:lnTo>
                  <a:pt x="1" y="12"/>
                </a:lnTo>
                <a:close/>
              </a:path>
            </a:pathLst>
          </a:custGeom>
          <a:solidFill>
            <a:srgbClr val="50FFAF"/>
          </a:solidFill>
          <a:ln w="3175">
            <a:solidFill>
              <a:srgbClr val="40C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3746500" y="1117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EBFF14"/>
          </a:solidFill>
          <a:ln w="3175">
            <a:solidFill>
              <a:srgbClr val="BCC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3784600" y="1092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FFF900"/>
          </a:solidFill>
          <a:ln w="3175">
            <a:solidFill>
              <a:srgbClr val="CC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3810000" y="1092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FFF200"/>
          </a:solidFill>
          <a:ln w="3175">
            <a:solidFill>
              <a:srgbClr val="CC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3848100" y="1092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3873500" y="1079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3898900" y="1079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3937000" y="1079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1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F500"/>
          </a:solidFill>
          <a:ln w="3175">
            <a:solidFill>
              <a:srgbClr val="CC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3962400" y="1066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3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FFE500"/>
          </a:solidFill>
          <a:ln w="3175">
            <a:solidFill>
              <a:srgbClr val="CC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4000500" y="10287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2"/>
                </a:lnTo>
                <a:lnTo>
                  <a:pt x="2" y="0"/>
                </a:lnTo>
                <a:lnTo>
                  <a:pt x="0" y="3"/>
                </a:lnTo>
                <a:lnTo>
                  <a:pt x="0" y="6"/>
                </a:lnTo>
                <a:close/>
              </a:path>
            </a:pathLst>
          </a:custGeom>
          <a:solidFill>
            <a:srgbClr val="FFA700"/>
          </a:solidFill>
          <a:ln w="3175">
            <a:solidFill>
              <a:srgbClr val="CC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4025900" y="952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2"/>
                </a:lnTo>
                <a:lnTo>
                  <a:pt x="2" y="0"/>
                </a:lnTo>
                <a:lnTo>
                  <a:pt x="0" y="6"/>
                </a:lnTo>
                <a:lnTo>
                  <a:pt x="1" y="8"/>
                </a:lnTo>
                <a:close/>
              </a:path>
            </a:pathLst>
          </a:custGeom>
          <a:solidFill>
            <a:srgbClr val="FF3400"/>
          </a:solidFill>
          <a:ln w="3175">
            <a:solidFill>
              <a:srgbClr val="CC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4051300" y="939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E10000"/>
          </a:solidFill>
          <a:ln w="3175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4089400" y="939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D8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4114800" y="927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D8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32512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3276600" y="137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33147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33401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33655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34036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34290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34671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34925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35306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35560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35814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3619500" y="133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3644900" y="133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9FF"/>
          </a:solidFill>
          <a:ln w="3175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3683000" y="12573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0" y="8"/>
                </a:moveTo>
                <a:lnTo>
                  <a:pt x="3" y="2"/>
                </a:lnTo>
                <a:lnTo>
                  <a:pt x="2" y="0"/>
                </a:lnTo>
                <a:lnTo>
                  <a:pt x="0" y="6"/>
                </a:lnTo>
                <a:lnTo>
                  <a:pt x="0" y="8"/>
                </a:lnTo>
                <a:close/>
              </a:path>
            </a:pathLst>
          </a:custGeom>
          <a:solidFill>
            <a:srgbClr val="009BFF"/>
          </a:solidFill>
          <a:ln w="3175">
            <a:solidFill>
              <a:srgbClr val="007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3708400" y="11303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"/>
                </a:lnTo>
                <a:lnTo>
                  <a:pt x="2" y="0"/>
                </a:lnTo>
                <a:lnTo>
                  <a:pt x="0" y="10"/>
                </a:lnTo>
                <a:lnTo>
                  <a:pt x="1" y="12"/>
                </a:lnTo>
                <a:close/>
              </a:path>
            </a:pathLst>
          </a:custGeom>
          <a:solidFill>
            <a:srgbClr val="60FF9F"/>
          </a:solidFill>
          <a:ln w="3175">
            <a:solidFill>
              <a:srgbClr val="4DC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3733800" y="1066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4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3771900" y="10414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4"/>
                </a:lnTo>
                <a:lnTo>
                  <a:pt x="2" y="0"/>
                </a:lnTo>
                <a:lnTo>
                  <a:pt x="0" y="2"/>
                </a:lnTo>
                <a:lnTo>
                  <a:pt x="1" y="6"/>
                </a:lnTo>
                <a:close/>
              </a:path>
            </a:pathLst>
          </a:custGeom>
          <a:solidFill>
            <a:srgbClr val="FFAC00"/>
          </a:solidFill>
          <a:ln w="3175">
            <a:solidFill>
              <a:srgbClr val="CC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3797300" y="1028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FF9000"/>
          </a:solidFill>
          <a:ln w="3175">
            <a:solidFill>
              <a:srgbClr val="C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3835400" y="1016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3860800" y="1016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3886200" y="1016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8C00"/>
          </a:solidFill>
          <a:ln w="3175">
            <a:solidFill>
              <a:srgbClr val="C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3924300" y="1016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5"/>
                </a:moveTo>
                <a:lnTo>
                  <a:pt x="3" y="6"/>
                </a:lnTo>
                <a:lnTo>
                  <a:pt x="2" y="1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9900"/>
          </a:solidFill>
          <a:ln w="3175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3949700" y="10160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9900"/>
          </a:solidFill>
          <a:ln w="3175">
            <a:solidFill>
              <a:srgbClr val="CC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3987800" y="1003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FF7300"/>
          </a:solidFill>
          <a:ln w="3175">
            <a:solidFill>
              <a:srgbClr val="CC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4013200" y="9271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2"/>
                </a:lnTo>
                <a:lnTo>
                  <a:pt x="3" y="0"/>
                </a:lnTo>
                <a:lnTo>
                  <a:pt x="0" y="6"/>
                </a:lnTo>
                <a:lnTo>
                  <a:pt x="1" y="8"/>
                </a:lnTo>
                <a:close/>
              </a:path>
            </a:pathLst>
          </a:custGeom>
          <a:solidFill>
            <a:srgbClr val="FF0E00"/>
          </a:solidFill>
          <a:ln w="3175">
            <a:solidFill>
              <a:srgbClr val="CC0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40513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4076700" y="914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B20000"/>
          </a:solidFill>
          <a:ln w="3175">
            <a:solidFill>
              <a:srgbClr val="8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4102100" y="901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B20000"/>
          </a:solidFill>
          <a:ln w="3175">
            <a:solidFill>
              <a:srgbClr val="8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32385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32639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33020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33274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33655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33909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34163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3454400" y="133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34798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35179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35433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3568700" y="1320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3606800" y="1320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36322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3670300" y="12446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1"/>
                </a:lnTo>
                <a:lnTo>
                  <a:pt x="2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B3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3695700" y="11049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2"/>
                </a:lnTo>
                <a:lnTo>
                  <a:pt x="3" y="0"/>
                </a:lnTo>
                <a:lnTo>
                  <a:pt x="0" y="11"/>
                </a:lnTo>
                <a:lnTo>
                  <a:pt x="1" y="12"/>
                </a:lnTo>
                <a:close/>
              </a:path>
            </a:pathLst>
          </a:custGeom>
          <a:solidFill>
            <a:srgbClr val="79FF86"/>
          </a:solidFill>
          <a:ln w="3175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3733800" y="9779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0" y="12"/>
                </a:moveTo>
                <a:lnTo>
                  <a:pt x="3" y="7"/>
                </a:lnTo>
                <a:lnTo>
                  <a:pt x="2" y="0"/>
                </a:lnTo>
                <a:lnTo>
                  <a:pt x="0" y="10"/>
                </a:lnTo>
                <a:lnTo>
                  <a:pt x="0" y="12"/>
                </a:lnTo>
                <a:close/>
              </a:path>
            </a:pathLst>
          </a:custGeom>
          <a:solidFill>
            <a:srgbClr val="FFA600"/>
          </a:solidFill>
          <a:ln w="3175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3759200" y="9398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8"/>
                </a:lnTo>
                <a:lnTo>
                  <a:pt x="2" y="0"/>
                </a:lnTo>
                <a:lnTo>
                  <a:pt x="0" y="3"/>
                </a:lnTo>
                <a:lnTo>
                  <a:pt x="1" y="10"/>
                </a:lnTo>
                <a:close/>
              </a:path>
            </a:pathLst>
          </a:custGeom>
          <a:solidFill>
            <a:srgbClr val="FF2900"/>
          </a:solidFill>
          <a:ln w="3175">
            <a:solidFill>
              <a:srgbClr val="CC2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3784600" y="927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8"/>
                </a:lnTo>
                <a:lnTo>
                  <a:pt x="3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FF0700"/>
          </a:solidFill>
          <a:ln w="3175">
            <a:solidFill>
              <a:srgbClr val="CC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3822700" y="9271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FF0000"/>
          </a:solidFill>
          <a:ln w="317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3848100" y="9271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FE0000"/>
          </a:solidFill>
          <a:ln w="3175">
            <a:solidFill>
              <a:srgbClr val="C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3886200" y="9271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0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FF0200"/>
          </a:solidFill>
          <a:ln w="3175">
            <a:solidFill>
              <a:srgbClr val="CC0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3911600" y="9271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7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FF0D00"/>
          </a:solidFill>
          <a:ln w="3175">
            <a:solidFill>
              <a:srgbClr val="CC0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3937000" y="9271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FF1000"/>
          </a:solidFill>
          <a:ln w="3175">
            <a:solidFill>
              <a:srgbClr val="CC0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3975100" y="9144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7"/>
                </a:lnTo>
                <a:lnTo>
                  <a:pt x="2" y="0"/>
                </a:lnTo>
                <a:lnTo>
                  <a:pt x="0" y="1"/>
                </a:lnTo>
                <a:lnTo>
                  <a:pt x="1" y="8"/>
                </a:lnTo>
                <a:close/>
              </a:path>
            </a:pathLst>
          </a:custGeom>
          <a:solidFill>
            <a:srgbClr val="FF0200"/>
          </a:solidFill>
          <a:ln w="3175">
            <a:solidFill>
              <a:srgbClr val="CC0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4000500" y="9017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8"/>
                </a:lnTo>
                <a:close/>
              </a:path>
            </a:pathLst>
          </a:custGeom>
          <a:solidFill>
            <a:srgbClr val="D00000"/>
          </a:solidFill>
          <a:ln w="3175">
            <a:solidFill>
              <a:srgbClr val="A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40386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D0000"/>
          </a:solidFill>
          <a:ln w="3175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4064000" y="889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30000"/>
          </a:solidFill>
          <a:ln w="3175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4089400" y="889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30000"/>
          </a:solidFill>
          <a:ln w="3175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32258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32639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32893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3314700" y="1346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33528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33782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34163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34417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34671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35052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35306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35687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3594100" y="1320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36195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3657600" y="12319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1"/>
                </a:lnTo>
                <a:lnTo>
                  <a:pt x="2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BC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3683000" y="11049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0"/>
                </a:lnTo>
                <a:lnTo>
                  <a:pt x="3" y="0"/>
                </a:lnTo>
                <a:lnTo>
                  <a:pt x="0" y="10"/>
                </a:lnTo>
                <a:lnTo>
                  <a:pt x="1" y="11"/>
                </a:lnTo>
                <a:close/>
              </a:path>
            </a:pathLst>
          </a:custGeom>
          <a:solidFill>
            <a:srgbClr val="85FF7A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3721100" y="9652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"/>
                </a:lnTo>
                <a:lnTo>
                  <a:pt x="2" y="0"/>
                </a:lnTo>
                <a:lnTo>
                  <a:pt x="0" y="11"/>
                </a:lnTo>
                <a:lnTo>
                  <a:pt x="1" y="11"/>
                </a:lnTo>
                <a:close/>
              </a:path>
            </a:pathLst>
          </a:custGeom>
          <a:solidFill>
            <a:srgbClr val="FF7900"/>
          </a:solidFill>
          <a:ln w="3175">
            <a:solidFill>
              <a:srgbClr val="CC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3746500" y="9017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3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37846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990000"/>
          </a:solidFill>
          <a:ln w="317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3810000" y="901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70000"/>
          </a:solidFill>
          <a:ln w="3175">
            <a:solidFill>
              <a:srgbClr val="7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3835400" y="901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70000"/>
          </a:solidFill>
          <a:ln w="3175">
            <a:solidFill>
              <a:srgbClr val="7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38735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80000"/>
          </a:solidFill>
          <a:ln w="3175">
            <a:solidFill>
              <a:srgbClr val="7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38989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A0000"/>
          </a:solidFill>
          <a:ln w="3175">
            <a:solidFill>
              <a:srgbClr val="7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39370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9B0000"/>
          </a:solidFill>
          <a:ln w="3175">
            <a:solidFill>
              <a:srgbClr val="7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39624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80000"/>
          </a:solidFill>
          <a:ln w="317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3987800" y="889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20000"/>
          </a:solidFill>
          <a:ln w="3175">
            <a:solidFill>
              <a:srgbClr val="7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4025900" y="876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8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40513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30000"/>
          </a:solidFill>
          <a:ln w="3175">
            <a:solidFill>
              <a:srgbClr val="6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40894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30000"/>
          </a:solidFill>
          <a:ln w="3175">
            <a:solidFill>
              <a:srgbClr val="6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3213100" y="1346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32512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32766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33020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33401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3365500" y="1333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34036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34290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34671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3492500" y="1320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35179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35560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35814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36195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3644900" y="12319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0"/>
                </a:lnTo>
                <a:lnTo>
                  <a:pt x="2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3670300" y="10922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1"/>
                </a:lnTo>
                <a:lnTo>
                  <a:pt x="3" y="0"/>
                </a:lnTo>
                <a:lnTo>
                  <a:pt x="0" y="11"/>
                </a:lnTo>
                <a:lnTo>
                  <a:pt x="1" y="11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3708400" y="9652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0"/>
                </a:lnTo>
                <a:lnTo>
                  <a:pt x="2" y="0"/>
                </a:lnTo>
                <a:lnTo>
                  <a:pt x="0" y="10"/>
                </a:lnTo>
                <a:lnTo>
                  <a:pt x="1" y="11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3733800" y="901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0"/>
                </a:lnTo>
                <a:lnTo>
                  <a:pt x="3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37719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37973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3822700" y="889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38608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3886200" y="889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39243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39497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39878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40132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4038600" y="876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40767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32004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32385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3263900" y="1333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33020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33274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33528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33909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3416300" y="1320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Freeform 1803"/>
          <p:cNvSpPr/>
          <p:nvPr/>
        </p:nvSpPr>
        <p:spPr>
          <a:xfrm>
            <a:off x="34544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Freeform 1804"/>
          <p:cNvSpPr/>
          <p:nvPr/>
        </p:nvSpPr>
        <p:spPr>
          <a:xfrm>
            <a:off x="34798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Freeform 1805"/>
          <p:cNvSpPr/>
          <p:nvPr/>
        </p:nvSpPr>
        <p:spPr>
          <a:xfrm>
            <a:off x="35052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Freeform 1806"/>
          <p:cNvSpPr/>
          <p:nvPr/>
        </p:nvSpPr>
        <p:spPr>
          <a:xfrm>
            <a:off x="3543300" y="1308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Freeform 1807"/>
          <p:cNvSpPr/>
          <p:nvPr/>
        </p:nvSpPr>
        <p:spPr>
          <a:xfrm>
            <a:off x="35687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Freeform 1808"/>
          <p:cNvSpPr/>
          <p:nvPr/>
        </p:nvSpPr>
        <p:spPr>
          <a:xfrm>
            <a:off x="36068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Freeform 1809"/>
          <p:cNvSpPr/>
          <p:nvPr/>
        </p:nvSpPr>
        <p:spPr>
          <a:xfrm>
            <a:off x="3632200" y="12192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1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Freeform 1810"/>
          <p:cNvSpPr/>
          <p:nvPr/>
        </p:nvSpPr>
        <p:spPr>
          <a:xfrm>
            <a:off x="3670300" y="10922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0" y="11"/>
                </a:moveTo>
                <a:lnTo>
                  <a:pt x="3" y="0"/>
                </a:lnTo>
                <a:lnTo>
                  <a:pt x="2" y="0"/>
                </a:lnTo>
                <a:lnTo>
                  <a:pt x="0" y="10"/>
                </a:lnTo>
                <a:lnTo>
                  <a:pt x="0" y="11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Freeform 1811"/>
          <p:cNvSpPr/>
          <p:nvPr/>
        </p:nvSpPr>
        <p:spPr>
          <a:xfrm>
            <a:off x="3695700" y="9525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"/>
                </a:lnTo>
                <a:lnTo>
                  <a:pt x="2" y="0"/>
                </a:lnTo>
                <a:lnTo>
                  <a:pt x="0" y="11"/>
                </a:lnTo>
                <a:lnTo>
                  <a:pt x="1" y="11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Freeform 1812"/>
          <p:cNvSpPr/>
          <p:nvPr/>
        </p:nvSpPr>
        <p:spPr>
          <a:xfrm>
            <a:off x="3721100" y="8890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Freeform 1813"/>
          <p:cNvSpPr/>
          <p:nvPr/>
        </p:nvSpPr>
        <p:spPr>
          <a:xfrm>
            <a:off x="3759200" y="889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Freeform 1814"/>
          <p:cNvSpPr/>
          <p:nvPr/>
        </p:nvSpPr>
        <p:spPr>
          <a:xfrm>
            <a:off x="3784600" y="889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Freeform 1815"/>
          <p:cNvSpPr/>
          <p:nvPr/>
        </p:nvSpPr>
        <p:spPr>
          <a:xfrm>
            <a:off x="38227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Freeform 1816"/>
          <p:cNvSpPr/>
          <p:nvPr/>
        </p:nvSpPr>
        <p:spPr>
          <a:xfrm>
            <a:off x="38481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Freeform 1817"/>
          <p:cNvSpPr/>
          <p:nvPr/>
        </p:nvSpPr>
        <p:spPr>
          <a:xfrm>
            <a:off x="3873500" y="876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Freeform 1818"/>
          <p:cNvSpPr/>
          <p:nvPr/>
        </p:nvSpPr>
        <p:spPr>
          <a:xfrm>
            <a:off x="39116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Freeform 1819"/>
          <p:cNvSpPr/>
          <p:nvPr/>
        </p:nvSpPr>
        <p:spPr>
          <a:xfrm>
            <a:off x="3937000" y="876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Freeform 1820"/>
          <p:cNvSpPr/>
          <p:nvPr/>
        </p:nvSpPr>
        <p:spPr>
          <a:xfrm>
            <a:off x="39751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Freeform 1821"/>
          <p:cNvSpPr/>
          <p:nvPr/>
        </p:nvSpPr>
        <p:spPr>
          <a:xfrm>
            <a:off x="40005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Freeform 1822"/>
          <p:cNvSpPr/>
          <p:nvPr/>
        </p:nvSpPr>
        <p:spPr>
          <a:xfrm>
            <a:off x="40259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Freeform 1823"/>
          <p:cNvSpPr/>
          <p:nvPr/>
        </p:nvSpPr>
        <p:spPr>
          <a:xfrm>
            <a:off x="40640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Freeform 1824"/>
          <p:cNvSpPr/>
          <p:nvPr/>
        </p:nvSpPr>
        <p:spPr>
          <a:xfrm>
            <a:off x="31877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Freeform 1825"/>
          <p:cNvSpPr/>
          <p:nvPr/>
        </p:nvSpPr>
        <p:spPr>
          <a:xfrm>
            <a:off x="32258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Freeform 1826"/>
          <p:cNvSpPr/>
          <p:nvPr/>
        </p:nvSpPr>
        <p:spPr>
          <a:xfrm>
            <a:off x="32512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Freeform 1827"/>
          <p:cNvSpPr/>
          <p:nvPr/>
        </p:nvSpPr>
        <p:spPr>
          <a:xfrm>
            <a:off x="32893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Freeform 1828"/>
          <p:cNvSpPr/>
          <p:nvPr/>
        </p:nvSpPr>
        <p:spPr>
          <a:xfrm>
            <a:off x="3314700" y="1320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Freeform 1829"/>
          <p:cNvSpPr/>
          <p:nvPr/>
        </p:nvSpPr>
        <p:spPr>
          <a:xfrm>
            <a:off x="33528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Freeform 1830"/>
          <p:cNvSpPr/>
          <p:nvPr/>
        </p:nvSpPr>
        <p:spPr>
          <a:xfrm>
            <a:off x="33782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Freeform 1831"/>
          <p:cNvSpPr/>
          <p:nvPr/>
        </p:nvSpPr>
        <p:spPr>
          <a:xfrm>
            <a:off x="34036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Freeform 1832"/>
          <p:cNvSpPr/>
          <p:nvPr/>
        </p:nvSpPr>
        <p:spPr>
          <a:xfrm>
            <a:off x="3441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Freeform 1833"/>
          <p:cNvSpPr/>
          <p:nvPr/>
        </p:nvSpPr>
        <p:spPr>
          <a:xfrm>
            <a:off x="3467100" y="1308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Freeform 1834"/>
          <p:cNvSpPr/>
          <p:nvPr/>
        </p:nvSpPr>
        <p:spPr>
          <a:xfrm>
            <a:off x="35052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Freeform 1835"/>
          <p:cNvSpPr/>
          <p:nvPr/>
        </p:nvSpPr>
        <p:spPr>
          <a:xfrm>
            <a:off x="35306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Freeform 1836"/>
          <p:cNvSpPr/>
          <p:nvPr/>
        </p:nvSpPr>
        <p:spPr>
          <a:xfrm>
            <a:off x="35560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Freeform 1837"/>
          <p:cNvSpPr/>
          <p:nvPr/>
        </p:nvSpPr>
        <p:spPr>
          <a:xfrm>
            <a:off x="3594100" y="1295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Freeform 1838"/>
          <p:cNvSpPr/>
          <p:nvPr/>
        </p:nvSpPr>
        <p:spPr>
          <a:xfrm>
            <a:off x="3619500" y="12192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0"/>
                </a:lnTo>
                <a:lnTo>
                  <a:pt x="3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Freeform 1839"/>
          <p:cNvSpPr/>
          <p:nvPr/>
        </p:nvSpPr>
        <p:spPr>
          <a:xfrm>
            <a:off x="3657600" y="10795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"/>
                </a:lnTo>
                <a:lnTo>
                  <a:pt x="2" y="0"/>
                </a:lnTo>
                <a:lnTo>
                  <a:pt x="0" y="11"/>
                </a:lnTo>
                <a:lnTo>
                  <a:pt x="1" y="11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Freeform 1840"/>
          <p:cNvSpPr/>
          <p:nvPr/>
        </p:nvSpPr>
        <p:spPr>
          <a:xfrm>
            <a:off x="3683000" y="9398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"/>
                </a:lnTo>
                <a:lnTo>
                  <a:pt x="2" y="0"/>
                </a:lnTo>
                <a:lnTo>
                  <a:pt x="0" y="11"/>
                </a:lnTo>
                <a:lnTo>
                  <a:pt x="1" y="12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Freeform 1841"/>
          <p:cNvSpPr/>
          <p:nvPr/>
        </p:nvSpPr>
        <p:spPr>
          <a:xfrm>
            <a:off x="3708400" y="876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Freeform 1842"/>
          <p:cNvSpPr/>
          <p:nvPr/>
        </p:nvSpPr>
        <p:spPr>
          <a:xfrm>
            <a:off x="37465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Freeform 1843"/>
          <p:cNvSpPr/>
          <p:nvPr/>
        </p:nvSpPr>
        <p:spPr>
          <a:xfrm>
            <a:off x="3771900" y="876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Freeform 1844"/>
          <p:cNvSpPr/>
          <p:nvPr/>
        </p:nvSpPr>
        <p:spPr>
          <a:xfrm>
            <a:off x="3810000" y="876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Freeform 1845"/>
          <p:cNvSpPr/>
          <p:nvPr/>
        </p:nvSpPr>
        <p:spPr>
          <a:xfrm>
            <a:off x="3835400" y="876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Freeform 1846"/>
          <p:cNvSpPr/>
          <p:nvPr/>
        </p:nvSpPr>
        <p:spPr>
          <a:xfrm>
            <a:off x="38735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Freeform 1847"/>
          <p:cNvSpPr/>
          <p:nvPr/>
        </p:nvSpPr>
        <p:spPr>
          <a:xfrm>
            <a:off x="38989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Freeform 1848"/>
          <p:cNvSpPr/>
          <p:nvPr/>
        </p:nvSpPr>
        <p:spPr>
          <a:xfrm>
            <a:off x="39243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Freeform 1849"/>
          <p:cNvSpPr/>
          <p:nvPr/>
        </p:nvSpPr>
        <p:spPr>
          <a:xfrm>
            <a:off x="39624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Freeform 1850"/>
          <p:cNvSpPr/>
          <p:nvPr/>
        </p:nvSpPr>
        <p:spPr>
          <a:xfrm>
            <a:off x="3987800" y="863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Freeform 1851"/>
          <p:cNvSpPr/>
          <p:nvPr/>
        </p:nvSpPr>
        <p:spPr>
          <a:xfrm>
            <a:off x="40259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Freeform 1852"/>
          <p:cNvSpPr/>
          <p:nvPr/>
        </p:nvSpPr>
        <p:spPr>
          <a:xfrm>
            <a:off x="40513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Freeform 1853"/>
          <p:cNvSpPr/>
          <p:nvPr/>
        </p:nvSpPr>
        <p:spPr>
          <a:xfrm>
            <a:off x="31877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Freeform 1854"/>
          <p:cNvSpPr/>
          <p:nvPr/>
        </p:nvSpPr>
        <p:spPr>
          <a:xfrm>
            <a:off x="3213100" y="1320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Freeform 1855"/>
          <p:cNvSpPr/>
          <p:nvPr/>
        </p:nvSpPr>
        <p:spPr>
          <a:xfrm>
            <a:off x="32385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Freeform 1856"/>
          <p:cNvSpPr/>
          <p:nvPr/>
        </p:nvSpPr>
        <p:spPr>
          <a:xfrm>
            <a:off x="32766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Freeform 1857"/>
          <p:cNvSpPr/>
          <p:nvPr/>
        </p:nvSpPr>
        <p:spPr>
          <a:xfrm>
            <a:off x="33020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Freeform 1858"/>
          <p:cNvSpPr/>
          <p:nvPr/>
        </p:nvSpPr>
        <p:spPr>
          <a:xfrm>
            <a:off x="33401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Freeform 1859"/>
          <p:cNvSpPr/>
          <p:nvPr/>
        </p:nvSpPr>
        <p:spPr>
          <a:xfrm>
            <a:off x="3365500" y="1308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Freeform 1860"/>
          <p:cNvSpPr/>
          <p:nvPr/>
        </p:nvSpPr>
        <p:spPr>
          <a:xfrm>
            <a:off x="33909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Freeform 1861"/>
          <p:cNvSpPr/>
          <p:nvPr/>
        </p:nvSpPr>
        <p:spPr>
          <a:xfrm>
            <a:off x="34290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Freeform 1862"/>
          <p:cNvSpPr/>
          <p:nvPr/>
        </p:nvSpPr>
        <p:spPr>
          <a:xfrm>
            <a:off x="34544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Freeform 1863"/>
          <p:cNvSpPr/>
          <p:nvPr/>
        </p:nvSpPr>
        <p:spPr>
          <a:xfrm>
            <a:off x="34925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Freeform 1864"/>
          <p:cNvSpPr/>
          <p:nvPr/>
        </p:nvSpPr>
        <p:spPr>
          <a:xfrm>
            <a:off x="3517900" y="1295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Freeform 1865"/>
          <p:cNvSpPr/>
          <p:nvPr/>
        </p:nvSpPr>
        <p:spPr>
          <a:xfrm>
            <a:off x="35560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Freeform 1866"/>
          <p:cNvSpPr/>
          <p:nvPr/>
        </p:nvSpPr>
        <p:spPr>
          <a:xfrm>
            <a:off x="35814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Freeform 1867"/>
          <p:cNvSpPr/>
          <p:nvPr/>
        </p:nvSpPr>
        <p:spPr>
          <a:xfrm>
            <a:off x="3606800" y="1206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Freeform 1868"/>
          <p:cNvSpPr/>
          <p:nvPr/>
        </p:nvSpPr>
        <p:spPr>
          <a:xfrm>
            <a:off x="3644900" y="10668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"/>
                </a:lnTo>
                <a:lnTo>
                  <a:pt x="2" y="0"/>
                </a:lnTo>
                <a:lnTo>
                  <a:pt x="0" y="11"/>
                </a:lnTo>
                <a:lnTo>
                  <a:pt x="1" y="12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Freeform 1869"/>
          <p:cNvSpPr/>
          <p:nvPr/>
        </p:nvSpPr>
        <p:spPr>
          <a:xfrm>
            <a:off x="3670300" y="9398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0"/>
                </a:lnTo>
                <a:lnTo>
                  <a:pt x="3" y="0"/>
                </a:lnTo>
                <a:lnTo>
                  <a:pt x="0" y="10"/>
                </a:lnTo>
                <a:lnTo>
                  <a:pt x="1" y="11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Freeform 1870"/>
          <p:cNvSpPr/>
          <p:nvPr/>
        </p:nvSpPr>
        <p:spPr>
          <a:xfrm>
            <a:off x="3708400" y="876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0"/>
                </a:lnTo>
                <a:lnTo>
                  <a:pt x="2" y="0"/>
                </a:lnTo>
                <a:lnTo>
                  <a:pt x="0" y="5"/>
                </a:lnTo>
                <a:lnTo>
                  <a:pt x="0" y="5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Freeform 1871"/>
          <p:cNvSpPr/>
          <p:nvPr/>
        </p:nvSpPr>
        <p:spPr>
          <a:xfrm>
            <a:off x="3733800" y="876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Freeform 1872"/>
          <p:cNvSpPr/>
          <p:nvPr/>
        </p:nvSpPr>
        <p:spPr>
          <a:xfrm>
            <a:off x="37592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Freeform 1873"/>
          <p:cNvSpPr/>
          <p:nvPr/>
        </p:nvSpPr>
        <p:spPr>
          <a:xfrm>
            <a:off x="37973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Freeform 1874"/>
          <p:cNvSpPr/>
          <p:nvPr/>
        </p:nvSpPr>
        <p:spPr>
          <a:xfrm>
            <a:off x="38227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Freeform 1875"/>
          <p:cNvSpPr/>
          <p:nvPr/>
        </p:nvSpPr>
        <p:spPr>
          <a:xfrm>
            <a:off x="38608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Freeform 1876"/>
          <p:cNvSpPr/>
          <p:nvPr/>
        </p:nvSpPr>
        <p:spPr>
          <a:xfrm>
            <a:off x="3886200" y="863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Freeform 1877"/>
          <p:cNvSpPr/>
          <p:nvPr/>
        </p:nvSpPr>
        <p:spPr>
          <a:xfrm>
            <a:off x="39116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Freeform 1878"/>
          <p:cNvSpPr/>
          <p:nvPr/>
        </p:nvSpPr>
        <p:spPr>
          <a:xfrm>
            <a:off x="39497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Freeform 1879"/>
          <p:cNvSpPr/>
          <p:nvPr/>
        </p:nvSpPr>
        <p:spPr>
          <a:xfrm>
            <a:off x="39751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Freeform 1880"/>
          <p:cNvSpPr/>
          <p:nvPr/>
        </p:nvSpPr>
        <p:spPr>
          <a:xfrm>
            <a:off x="40132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Freeform 1881"/>
          <p:cNvSpPr/>
          <p:nvPr/>
        </p:nvSpPr>
        <p:spPr>
          <a:xfrm>
            <a:off x="4038600" y="850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Freeform 1882"/>
          <p:cNvSpPr/>
          <p:nvPr/>
        </p:nvSpPr>
        <p:spPr>
          <a:xfrm>
            <a:off x="31750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Freeform 1883"/>
          <p:cNvSpPr/>
          <p:nvPr/>
        </p:nvSpPr>
        <p:spPr>
          <a:xfrm>
            <a:off x="32004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Freeform 1884"/>
          <p:cNvSpPr/>
          <p:nvPr/>
        </p:nvSpPr>
        <p:spPr>
          <a:xfrm>
            <a:off x="32385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Freeform 1885"/>
          <p:cNvSpPr/>
          <p:nvPr/>
        </p:nvSpPr>
        <p:spPr>
          <a:xfrm>
            <a:off x="3263900" y="1308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Freeform 1886"/>
          <p:cNvSpPr/>
          <p:nvPr/>
        </p:nvSpPr>
        <p:spPr>
          <a:xfrm>
            <a:off x="32893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Freeform 1887"/>
          <p:cNvSpPr/>
          <p:nvPr/>
        </p:nvSpPr>
        <p:spPr>
          <a:xfrm>
            <a:off x="33274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Freeform 1888"/>
          <p:cNvSpPr/>
          <p:nvPr/>
        </p:nvSpPr>
        <p:spPr>
          <a:xfrm>
            <a:off x="33528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Freeform 1889"/>
          <p:cNvSpPr/>
          <p:nvPr/>
        </p:nvSpPr>
        <p:spPr>
          <a:xfrm>
            <a:off x="33909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Freeform 1890"/>
          <p:cNvSpPr/>
          <p:nvPr/>
        </p:nvSpPr>
        <p:spPr>
          <a:xfrm>
            <a:off x="3416300" y="1295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Freeform 1891"/>
          <p:cNvSpPr/>
          <p:nvPr/>
        </p:nvSpPr>
        <p:spPr>
          <a:xfrm>
            <a:off x="34417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Freeform 1892"/>
          <p:cNvSpPr/>
          <p:nvPr/>
        </p:nvSpPr>
        <p:spPr>
          <a:xfrm>
            <a:off x="34798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Freeform 1893"/>
          <p:cNvSpPr/>
          <p:nvPr/>
        </p:nvSpPr>
        <p:spPr>
          <a:xfrm>
            <a:off x="35052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Freeform 1894"/>
          <p:cNvSpPr/>
          <p:nvPr/>
        </p:nvSpPr>
        <p:spPr>
          <a:xfrm>
            <a:off x="35433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Freeform 1895"/>
          <p:cNvSpPr/>
          <p:nvPr/>
        </p:nvSpPr>
        <p:spPr>
          <a:xfrm>
            <a:off x="3568700" y="1270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Freeform 1896"/>
          <p:cNvSpPr/>
          <p:nvPr/>
        </p:nvSpPr>
        <p:spPr>
          <a:xfrm>
            <a:off x="3594100" y="1193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Freeform 1897"/>
          <p:cNvSpPr/>
          <p:nvPr/>
        </p:nvSpPr>
        <p:spPr>
          <a:xfrm>
            <a:off x="3632200" y="10668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0"/>
                </a:lnTo>
                <a:lnTo>
                  <a:pt x="2" y="0"/>
                </a:lnTo>
                <a:lnTo>
                  <a:pt x="0" y="10"/>
                </a:lnTo>
                <a:lnTo>
                  <a:pt x="1" y="11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Freeform 1898"/>
          <p:cNvSpPr/>
          <p:nvPr/>
        </p:nvSpPr>
        <p:spPr>
          <a:xfrm>
            <a:off x="3657600" y="9271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1"/>
                </a:lnTo>
                <a:lnTo>
                  <a:pt x="3" y="0"/>
                </a:lnTo>
                <a:lnTo>
                  <a:pt x="0" y="11"/>
                </a:lnTo>
                <a:lnTo>
                  <a:pt x="1" y="11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Freeform 1899"/>
          <p:cNvSpPr/>
          <p:nvPr/>
        </p:nvSpPr>
        <p:spPr>
          <a:xfrm>
            <a:off x="3695700" y="8636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Freeform 1900"/>
          <p:cNvSpPr/>
          <p:nvPr/>
        </p:nvSpPr>
        <p:spPr>
          <a:xfrm>
            <a:off x="37211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Freeform 1901"/>
          <p:cNvSpPr/>
          <p:nvPr/>
        </p:nvSpPr>
        <p:spPr>
          <a:xfrm>
            <a:off x="37592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Freeform 1902"/>
          <p:cNvSpPr/>
          <p:nvPr/>
        </p:nvSpPr>
        <p:spPr>
          <a:xfrm>
            <a:off x="3784600" y="863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Freeform 1903"/>
          <p:cNvSpPr/>
          <p:nvPr/>
        </p:nvSpPr>
        <p:spPr>
          <a:xfrm>
            <a:off x="38100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Freeform 1904"/>
          <p:cNvSpPr/>
          <p:nvPr/>
        </p:nvSpPr>
        <p:spPr>
          <a:xfrm>
            <a:off x="38481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Freeform 1905"/>
          <p:cNvSpPr/>
          <p:nvPr/>
        </p:nvSpPr>
        <p:spPr>
          <a:xfrm>
            <a:off x="38735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Freeform 1906"/>
          <p:cNvSpPr/>
          <p:nvPr/>
        </p:nvSpPr>
        <p:spPr>
          <a:xfrm>
            <a:off x="39116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Freeform 1907"/>
          <p:cNvSpPr/>
          <p:nvPr/>
        </p:nvSpPr>
        <p:spPr>
          <a:xfrm>
            <a:off x="3937000" y="850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Freeform 1908"/>
          <p:cNvSpPr/>
          <p:nvPr/>
        </p:nvSpPr>
        <p:spPr>
          <a:xfrm>
            <a:off x="39624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Freeform 1909"/>
          <p:cNvSpPr/>
          <p:nvPr/>
        </p:nvSpPr>
        <p:spPr>
          <a:xfrm>
            <a:off x="40005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Freeform 1910"/>
          <p:cNvSpPr/>
          <p:nvPr/>
        </p:nvSpPr>
        <p:spPr>
          <a:xfrm>
            <a:off x="40259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2" name="Connector 1911"/>
          <p:cNvCxnSpPr/>
          <p:nvPr/>
        </p:nvCxnSpPr>
        <p:spPr>
          <a:xfrm flipH="1">
            <a:off x="2695090" y="2790738"/>
            <a:ext cx="888278" cy="7840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3" name="Connector 1912"/>
          <p:cNvCxnSpPr/>
          <p:nvPr/>
        </p:nvCxnSpPr>
        <p:spPr>
          <a:xfrm flipH="1">
            <a:off x="2533437" y="2683019"/>
            <a:ext cx="888277" cy="7840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4" name="Connector 1913"/>
          <p:cNvCxnSpPr/>
          <p:nvPr/>
        </p:nvCxnSpPr>
        <p:spPr>
          <a:xfrm flipH="1">
            <a:off x="2371783" y="2575300"/>
            <a:ext cx="888278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5" name="Connector 1914"/>
          <p:cNvCxnSpPr/>
          <p:nvPr/>
        </p:nvCxnSpPr>
        <p:spPr>
          <a:xfrm flipH="1" flipV="1">
            <a:off x="3260061" y="2575300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6" name="Connector 1915"/>
          <p:cNvCxnSpPr/>
          <p:nvPr/>
        </p:nvCxnSpPr>
        <p:spPr>
          <a:xfrm flipH="1" flipV="1">
            <a:off x="3082405" y="2590982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7" name="Connector 1916"/>
          <p:cNvCxnSpPr/>
          <p:nvPr/>
        </p:nvCxnSpPr>
        <p:spPr>
          <a:xfrm flipH="1" flipV="1">
            <a:off x="2904750" y="2606663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8" name="Connector 1917"/>
          <p:cNvCxnSpPr/>
          <p:nvPr/>
        </p:nvCxnSpPr>
        <p:spPr>
          <a:xfrm flipH="1" flipV="1">
            <a:off x="2727094" y="2622345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9" name="Connector 1918"/>
          <p:cNvCxnSpPr/>
          <p:nvPr/>
        </p:nvCxnSpPr>
        <p:spPr>
          <a:xfrm flipH="1" flipV="1">
            <a:off x="2549439" y="2638026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0" name="Connector 1919"/>
          <p:cNvCxnSpPr/>
          <p:nvPr/>
        </p:nvCxnSpPr>
        <p:spPr>
          <a:xfrm flipH="1" flipV="1">
            <a:off x="2371783" y="2653708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1" name="Connector 1920"/>
          <p:cNvCxnSpPr/>
          <p:nvPr/>
        </p:nvCxnSpPr>
        <p:spPr>
          <a:xfrm flipH="1">
            <a:off x="3561850" y="2790738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2" name="Connector 1921"/>
          <p:cNvCxnSpPr/>
          <p:nvPr/>
        </p:nvCxnSpPr>
        <p:spPr>
          <a:xfrm flipH="1">
            <a:off x="3400196" y="2683019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3" name="Connector 1922"/>
          <p:cNvCxnSpPr/>
          <p:nvPr/>
        </p:nvCxnSpPr>
        <p:spPr>
          <a:xfrm flipH="1">
            <a:off x="3238543" y="2575300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4" name="Connector 1923"/>
          <p:cNvCxnSpPr/>
          <p:nvPr/>
        </p:nvCxnSpPr>
        <p:spPr>
          <a:xfrm flipV="1">
            <a:off x="2695090" y="2867246"/>
            <a:ext cx="21519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5" name="Connector 1924"/>
          <p:cNvCxnSpPr/>
          <p:nvPr/>
        </p:nvCxnSpPr>
        <p:spPr>
          <a:xfrm flipV="1">
            <a:off x="2533437" y="2759527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6" name="Connector 1925"/>
          <p:cNvCxnSpPr/>
          <p:nvPr/>
        </p:nvCxnSpPr>
        <p:spPr>
          <a:xfrm flipV="1">
            <a:off x="2371783" y="2651808"/>
            <a:ext cx="21519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7" name="Connector 1926"/>
          <p:cNvCxnSpPr/>
          <p:nvPr/>
        </p:nvCxnSpPr>
        <p:spPr>
          <a:xfrm flipH="1" flipV="1">
            <a:off x="3565394" y="2778761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8" name="Connector 1927"/>
          <p:cNvCxnSpPr/>
          <p:nvPr/>
        </p:nvCxnSpPr>
        <p:spPr>
          <a:xfrm flipH="1" flipV="1">
            <a:off x="3387738" y="2794442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9" name="Connector 1928"/>
          <p:cNvCxnSpPr/>
          <p:nvPr/>
        </p:nvCxnSpPr>
        <p:spPr>
          <a:xfrm flipH="1" flipV="1">
            <a:off x="3210083" y="2810124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0" name="Connector 1929"/>
          <p:cNvCxnSpPr/>
          <p:nvPr/>
        </p:nvCxnSpPr>
        <p:spPr>
          <a:xfrm flipH="1" flipV="1">
            <a:off x="3032427" y="2825805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1" name="Connector 1930"/>
          <p:cNvCxnSpPr/>
          <p:nvPr/>
        </p:nvCxnSpPr>
        <p:spPr>
          <a:xfrm flipH="1" flipV="1">
            <a:off x="2854772" y="284148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2" name="Connector 1931"/>
          <p:cNvCxnSpPr/>
          <p:nvPr/>
        </p:nvCxnSpPr>
        <p:spPr>
          <a:xfrm flipH="1" flipV="1">
            <a:off x="2677116" y="2857168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3" name="Connector 1932"/>
          <p:cNvCxnSpPr/>
          <p:nvPr/>
        </p:nvCxnSpPr>
        <p:spPr>
          <a:xfrm>
            <a:off x="3260061" y="2575300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4" name="Connector 1933"/>
          <p:cNvCxnSpPr/>
          <p:nvPr/>
        </p:nvCxnSpPr>
        <p:spPr>
          <a:xfrm>
            <a:off x="3082405" y="2590982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5" name="Connector 1934"/>
          <p:cNvCxnSpPr/>
          <p:nvPr/>
        </p:nvCxnSpPr>
        <p:spPr>
          <a:xfrm>
            <a:off x="2904750" y="2606663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6" name="Connector 1935"/>
          <p:cNvCxnSpPr/>
          <p:nvPr/>
        </p:nvCxnSpPr>
        <p:spPr>
          <a:xfrm>
            <a:off x="2727094" y="2622345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7" name="Connector 1936"/>
          <p:cNvCxnSpPr/>
          <p:nvPr/>
        </p:nvCxnSpPr>
        <p:spPr>
          <a:xfrm>
            <a:off x="2549439" y="2638026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8" name="Connector 1937"/>
          <p:cNvCxnSpPr/>
          <p:nvPr/>
        </p:nvCxnSpPr>
        <p:spPr>
          <a:xfrm>
            <a:off x="2371783" y="2653708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9" name="Connector 1938"/>
          <p:cNvCxnSpPr/>
          <p:nvPr/>
        </p:nvCxnSpPr>
        <p:spPr>
          <a:xfrm flipH="1" flipV="1">
            <a:off x="3260061" y="2575300"/>
            <a:ext cx="323307" cy="2154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0" name="Connector 1939"/>
          <p:cNvCxnSpPr/>
          <p:nvPr/>
        </p:nvCxnSpPr>
        <p:spPr>
          <a:xfrm flipH="1" flipV="1">
            <a:off x="2371783" y="2653708"/>
            <a:ext cx="323307" cy="21543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1" name="Connector 1940"/>
          <p:cNvCxnSpPr/>
          <p:nvPr/>
        </p:nvCxnSpPr>
        <p:spPr>
          <a:xfrm flipH="1">
            <a:off x="2695090" y="2790738"/>
            <a:ext cx="888278" cy="7840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2" name="Connector 1941"/>
          <p:cNvCxnSpPr/>
          <p:nvPr/>
        </p:nvCxnSpPr>
        <p:spPr>
          <a:xfrm flipH="1">
            <a:off x="2371783" y="2575300"/>
            <a:ext cx="888278" cy="784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3" name="Connector 1942"/>
          <p:cNvCxnSpPr/>
          <p:nvPr/>
        </p:nvCxnSpPr>
        <p:spPr>
          <a:xfrm flipH="1">
            <a:off x="3561850" y="2161749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4" name="Connector 1943"/>
          <p:cNvCxnSpPr/>
          <p:nvPr/>
        </p:nvCxnSpPr>
        <p:spPr>
          <a:xfrm flipH="1">
            <a:off x="3400196" y="2054030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" name="Connector 1944"/>
          <p:cNvCxnSpPr/>
          <p:nvPr/>
        </p:nvCxnSpPr>
        <p:spPr>
          <a:xfrm flipH="1">
            <a:off x="3238543" y="1946311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" name="Connector 1945"/>
          <p:cNvCxnSpPr/>
          <p:nvPr/>
        </p:nvCxnSpPr>
        <p:spPr>
          <a:xfrm>
            <a:off x="3260061" y="1946311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7" name="Connector 1946"/>
          <p:cNvCxnSpPr/>
          <p:nvPr/>
        </p:nvCxnSpPr>
        <p:spPr>
          <a:xfrm>
            <a:off x="3082405" y="1961993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8" name="Connector 1947"/>
          <p:cNvCxnSpPr/>
          <p:nvPr/>
        </p:nvCxnSpPr>
        <p:spPr>
          <a:xfrm>
            <a:off x="2904750" y="1977674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9" name="Connector 1948"/>
          <p:cNvCxnSpPr/>
          <p:nvPr/>
        </p:nvCxnSpPr>
        <p:spPr>
          <a:xfrm>
            <a:off x="2727094" y="1993356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0" name="Connector 1949"/>
          <p:cNvCxnSpPr/>
          <p:nvPr/>
        </p:nvCxnSpPr>
        <p:spPr>
          <a:xfrm>
            <a:off x="2549439" y="200903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1" name="Connector 1950"/>
          <p:cNvCxnSpPr/>
          <p:nvPr/>
        </p:nvCxnSpPr>
        <p:spPr>
          <a:xfrm>
            <a:off x="2371783" y="2024719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2" name="Connector 1951"/>
          <p:cNvCxnSpPr/>
          <p:nvPr/>
        </p:nvCxnSpPr>
        <p:spPr>
          <a:xfrm flipH="1" flipV="1">
            <a:off x="3260061" y="1946311"/>
            <a:ext cx="323307" cy="21543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3" name="Connector 1952"/>
          <p:cNvCxnSpPr/>
          <p:nvPr/>
        </p:nvCxnSpPr>
        <p:spPr>
          <a:xfrm flipH="1">
            <a:off x="2371783" y="1946311"/>
            <a:ext cx="888278" cy="784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4" name="Connector 1953"/>
          <p:cNvCxnSpPr/>
          <p:nvPr/>
        </p:nvCxnSpPr>
        <p:spPr>
          <a:xfrm flipV="1">
            <a:off x="3583368" y="2769137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5" name="Connector 1954"/>
          <p:cNvCxnSpPr/>
          <p:nvPr/>
        </p:nvCxnSpPr>
        <p:spPr>
          <a:xfrm flipV="1">
            <a:off x="3405712" y="2784819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6" name="Connector 1955"/>
          <p:cNvCxnSpPr/>
          <p:nvPr/>
        </p:nvCxnSpPr>
        <p:spPr>
          <a:xfrm flipV="1">
            <a:off x="3228057" y="2800500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7" name="Connector 1956"/>
          <p:cNvCxnSpPr/>
          <p:nvPr/>
        </p:nvCxnSpPr>
        <p:spPr>
          <a:xfrm flipV="1">
            <a:off x="3050401" y="2816182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8" name="Connector 1957"/>
          <p:cNvCxnSpPr/>
          <p:nvPr/>
        </p:nvCxnSpPr>
        <p:spPr>
          <a:xfrm flipV="1">
            <a:off x="2872746" y="2831864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9" name="Connector 1958"/>
          <p:cNvCxnSpPr/>
          <p:nvPr/>
        </p:nvCxnSpPr>
        <p:spPr>
          <a:xfrm flipV="1">
            <a:off x="2695090" y="2847545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0" name="Connector 1959"/>
          <p:cNvCxnSpPr/>
          <p:nvPr/>
        </p:nvCxnSpPr>
        <p:spPr>
          <a:xfrm flipH="1">
            <a:off x="3561850" y="2632485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1" name="Connector 1960"/>
          <p:cNvCxnSpPr/>
          <p:nvPr/>
        </p:nvCxnSpPr>
        <p:spPr>
          <a:xfrm flipH="1">
            <a:off x="3561850" y="2353606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2" name="Connector 1961"/>
          <p:cNvCxnSpPr/>
          <p:nvPr/>
        </p:nvCxnSpPr>
        <p:spPr>
          <a:xfrm flipV="1">
            <a:off x="3583368" y="2161749"/>
            <a:ext cx="0" cy="62898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3" name="Connector 1962"/>
          <p:cNvCxnSpPr/>
          <p:nvPr/>
        </p:nvCxnSpPr>
        <p:spPr>
          <a:xfrm flipV="1">
            <a:off x="3260061" y="1946311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4" name="Connector 1963"/>
          <p:cNvCxnSpPr/>
          <p:nvPr/>
        </p:nvCxnSpPr>
        <p:spPr>
          <a:xfrm flipV="1">
            <a:off x="3082405" y="1961993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5" name="Connector 1964"/>
          <p:cNvCxnSpPr/>
          <p:nvPr/>
        </p:nvCxnSpPr>
        <p:spPr>
          <a:xfrm flipV="1">
            <a:off x="2904750" y="1977674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6" name="Connector 1965"/>
          <p:cNvCxnSpPr/>
          <p:nvPr/>
        </p:nvCxnSpPr>
        <p:spPr>
          <a:xfrm flipV="1">
            <a:off x="2727094" y="1993356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7" name="Connector 1966"/>
          <p:cNvCxnSpPr/>
          <p:nvPr/>
        </p:nvCxnSpPr>
        <p:spPr>
          <a:xfrm flipV="1">
            <a:off x="2549439" y="2009037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8" name="Connector 1967"/>
          <p:cNvCxnSpPr/>
          <p:nvPr/>
        </p:nvCxnSpPr>
        <p:spPr>
          <a:xfrm flipV="1">
            <a:off x="2371783" y="2024719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9" name="Connector 1968"/>
          <p:cNvCxnSpPr/>
          <p:nvPr/>
        </p:nvCxnSpPr>
        <p:spPr>
          <a:xfrm flipV="1">
            <a:off x="3260061" y="2553700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0" name="Connector 1969"/>
          <p:cNvCxnSpPr/>
          <p:nvPr/>
        </p:nvCxnSpPr>
        <p:spPr>
          <a:xfrm flipV="1">
            <a:off x="3082405" y="2569381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1" name="Connector 1970"/>
          <p:cNvCxnSpPr/>
          <p:nvPr/>
        </p:nvCxnSpPr>
        <p:spPr>
          <a:xfrm flipV="1">
            <a:off x="2904750" y="2585063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2" name="Connector 1971"/>
          <p:cNvCxnSpPr/>
          <p:nvPr/>
        </p:nvCxnSpPr>
        <p:spPr>
          <a:xfrm flipV="1">
            <a:off x="2727094" y="2600745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3" name="Connector 1972"/>
          <p:cNvCxnSpPr/>
          <p:nvPr/>
        </p:nvCxnSpPr>
        <p:spPr>
          <a:xfrm flipV="1">
            <a:off x="2549439" y="2616426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4" name="Connector 1973"/>
          <p:cNvCxnSpPr/>
          <p:nvPr/>
        </p:nvCxnSpPr>
        <p:spPr>
          <a:xfrm flipV="1">
            <a:off x="2371783" y="2632108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5" name="Connector 1974"/>
          <p:cNvCxnSpPr/>
          <p:nvPr/>
        </p:nvCxnSpPr>
        <p:spPr>
          <a:xfrm>
            <a:off x="3260061" y="1946311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6" name="Connector 1975"/>
          <p:cNvCxnSpPr/>
          <p:nvPr/>
        </p:nvCxnSpPr>
        <p:spPr>
          <a:xfrm>
            <a:off x="3082405" y="1961993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7" name="Connector 1976"/>
          <p:cNvCxnSpPr/>
          <p:nvPr/>
        </p:nvCxnSpPr>
        <p:spPr>
          <a:xfrm>
            <a:off x="2904750" y="1977674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8" name="Connector 1977"/>
          <p:cNvCxnSpPr/>
          <p:nvPr/>
        </p:nvCxnSpPr>
        <p:spPr>
          <a:xfrm>
            <a:off x="2727094" y="1993356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9" name="Connector 1978"/>
          <p:cNvCxnSpPr/>
          <p:nvPr/>
        </p:nvCxnSpPr>
        <p:spPr>
          <a:xfrm>
            <a:off x="2549439" y="2009037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0" name="Connector 1979"/>
          <p:cNvCxnSpPr/>
          <p:nvPr/>
        </p:nvCxnSpPr>
        <p:spPr>
          <a:xfrm>
            <a:off x="2371783" y="2024719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1" name="Connector 1980"/>
          <p:cNvCxnSpPr/>
          <p:nvPr/>
        </p:nvCxnSpPr>
        <p:spPr>
          <a:xfrm flipH="1">
            <a:off x="2371783" y="2417047"/>
            <a:ext cx="888278" cy="784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2" name="Connector 1981"/>
          <p:cNvCxnSpPr/>
          <p:nvPr/>
        </p:nvCxnSpPr>
        <p:spPr>
          <a:xfrm flipH="1">
            <a:off x="2371783" y="2138169"/>
            <a:ext cx="888278" cy="7840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3" name="Connector 1982"/>
          <p:cNvCxnSpPr/>
          <p:nvPr/>
        </p:nvCxnSpPr>
        <p:spPr>
          <a:xfrm flipH="1">
            <a:off x="3238543" y="2417047"/>
            <a:ext cx="21518" cy="19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4" name="Connector 1983"/>
          <p:cNvCxnSpPr/>
          <p:nvPr/>
        </p:nvCxnSpPr>
        <p:spPr>
          <a:xfrm flipH="1">
            <a:off x="3238543" y="2138169"/>
            <a:ext cx="21518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5" name="Connector 1984"/>
          <p:cNvCxnSpPr/>
          <p:nvPr/>
        </p:nvCxnSpPr>
        <p:spPr>
          <a:xfrm flipV="1">
            <a:off x="2371783" y="2493556"/>
            <a:ext cx="21519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6" name="Connector 1985"/>
          <p:cNvCxnSpPr/>
          <p:nvPr/>
        </p:nvCxnSpPr>
        <p:spPr>
          <a:xfrm flipV="1">
            <a:off x="2371783" y="2214677"/>
            <a:ext cx="21519" cy="18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7" name="Connector 1986"/>
          <p:cNvCxnSpPr/>
          <p:nvPr/>
        </p:nvCxnSpPr>
        <p:spPr>
          <a:xfrm flipV="1">
            <a:off x="3260061" y="1946311"/>
            <a:ext cx="0" cy="62898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8" name="Connector 1987"/>
          <p:cNvCxnSpPr/>
          <p:nvPr/>
        </p:nvCxnSpPr>
        <p:spPr>
          <a:xfrm flipV="1">
            <a:off x="2371783" y="2024719"/>
            <a:ext cx="0" cy="62898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9" name="Connector 1988"/>
          <p:cNvCxnSpPr/>
          <p:nvPr/>
        </p:nvCxnSpPr>
        <p:spPr>
          <a:xfrm flipV="1">
            <a:off x="3583368" y="2161749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0" name="Connector 1989"/>
          <p:cNvCxnSpPr/>
          <p:nvPr/>
        </p:nvCxnSpPr>
        <p:spPr>
          <a:xfrm flipV="1">
            <a:off x="3421714" y="2054030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1" name="Connector 1990"/>
          <p:cNvCxnSpPr/>
          <p:nvPr/>
        </p:nvCxnSpPr>
        <p:spPr>
          <a:xfrm flipV="1">
            <a:off x="3260061" y="1946311"/>
            <a:ext cx="0" cy="62898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2" name="Connector 1991"/>
          <p:cNvCxnSpPr/>
          <p:nvPr/>
        </p:nvCxnSpPr>
        <p:spPr>
          <a:xfrm flipV="1">
            <a:off x="3583368" y="2769137"/>
            <a:ext cx="0" cy="216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3" name="Connector 1992"/>
          <p:cNvCxnSpPr/>
          <p:nvPr/>
        </p:nvCxnSpPr>
        <p:spPr>
          <a:xfrm flipV="1">
            <a:off x="3421714" y="2661419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4" name="Connector 1993"/>
          <p:cNvCxnSpPr/>
          <p:nvPr/>
        </p:nvCxnSpPr>
        <p:spPr>
          <a:xfrm flipV="1">
            <a:off x="3260061" y="2553700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5" name="Connector 1994"/>
          <p:cNvCxnSpPr/>
          <p:nvPr/>
        </p:nvCxnSpPr>
        <p:spPr>
          <a:xfrm>
            <a:off x="3583368" y="2161749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6" name="Connector 1995"/>
          <p:cNvCxnSpPr/>
          <p:nvPr/>
        </p:nvCxnSpPr>
        <p:spPr>
          <a:xfrm>
            <a:off x="3421714" y="2054030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7" name="Connector 1996"/>
          <p:cNvCxnSpPr/>
          <p:nvPr/>
        </p:nvCxnSpPr>
        <p:spPr>
          <a:xfrm>
            <a:off x="3260061" y="1946311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8" name="Connector 1997"/>
          <p:cNvCxnSpPr/>
          <p:nvPr/>
        </p:nvCxnSpPr>
        <p:spPr>
          <a:xfrm flipH="1" flipV="1">
            <a:off x="3260061" y="2417047"/>
            <a:ext cx="323307" cy="21543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9" name="Connector 1998"/>
          <p:cNvCxnSpPr/>
          <p:nvPr/>
        </p:nvCxnSpPr>
        <p:spPr>
          <a:xfrm flipH="1" flipV="1">
            <a:off x="3260061" y="2138169"/>
            <a:ext cx="323307" cy="21543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0" name="Connector 1999"/>
          <p:cNvCxnSpPr/>
          <p:nvPr/>
        </p:nvCxnSpPr>
        <p:spPr>
          <a:xfrm flipH="1" flipV="1">
            <a:off x="3565394" y="2620508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1" name="Connector 2000"/>
          <p:cNvCxnSpPr/>
          <p:nvPr/>
        </p:nvCxnSpPr>
        <p:spPr>
          <a:xfrm flipH="1" flipV="1">
            <a:off x="3565394" y="2341629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2" name="Connector 2001"/>
          <p:cNvCxnSpPr/>
          <p:nvPr/>
        </p:nvCxnSpPr>
        <p:spPr>
          <a:xfrm>
            <a:off x="3260061" y="2417047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3" name="Connector 2002"/>
          <p:cNvCxnSpPr/>
          <p:nvPr/>
        </p:nvCxnSpPr>
        <p:spPr>
          <a:xfrm>
            <a:off x="3260061" y="2138169"/>
            <a:ext cx="17974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4" name="Connector 2003"/>
          <p:cNvCxnSpPr/>
          <p:nvPr/>
        </p:nvCxnSpPr>
        <p:spPr>
          <a:xfrm flipV="1">
            <a:off x="2695090" y="2847545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5" name="Connector 2004"/>
          <p:cNvCxnSpPr/>
          <p:nvPr/>
        </p:nvCxnSpPr>
        <p:spPr>
          <a:xfrm flipV="1">
            <a:off x="2533437" y="2739826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6" name="Connector 2005"/>
          <p:cNvCxnSpPr/>
          <p:nvPr/>
        </p:nvCxnSpPr>
        <p:spPr>
          <a:xfrm flipV="1">
            <a:off x="2371783" y="2632108"/>
            <a:ext cx="0" cy="216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7" name="Connector 2006"/>
          <p:cNvCxnSpPr/>
          <p:nvPr/>
        </p:nvCxnSpPr>
        <p:spPr>
          <a:xfrm>
            <a:off x="2371783" y="2495455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8" name="Connector 2007"/>
          <p:cNvCxnSpPr/>
          <p:nvPr/>
        </p:nvCxnSpPr>
        <p:spPr>
          <a:xfrm>
            <a:off x="2371783" y="2216576"/>
            <a:ext cx="17975" cy="1197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9" name="Freeform 2008"/>
          <p:cNvSpPr/>
          <p:nvPr/>
        </p:nvSpPr>
        <p:spPr>
          <a:xfrm>
            <a:off x="26797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Freeform 2009"/>
          <p:cNvSpPr/>
          <p:nvPr/>
        </p:nvSpPr>
        <p:spPr>
          <a:xfrm>
            <a:off x="2717800" y="280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Freeform 2010"/>
          <p:cNvSpPr/>
          <p:nvPr/>
        </p:nvSpPr>
        <p:spPr>
          <a:xfrm>
            <a:off x="2743200" y="280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Freeform 2011"/>
          <p:cNvSpPr/>
          <p:nvPr/>
        </p:nvSpPr>
        <p:spPr>
          <a:xfrm>
            <a:off x="27813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Freeform 2012"/>
          <p:cNvSpPr/>
          <p:nvPr/>
        </p:nvSpPr>
        <p:spPr>
          <a:xfrm>
            <a:off x="28067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Freeform 2013"/>
          <p:cNvSpPr/>
          <p:nvPr/>
        </p:nvSpPr>
        <p:spPr>
          <a:xfrm>
            <a:off x="28321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Freeform 2014"/>
          <p:cNvSpPr/>
          <p:nvPr/>
        </p:nvSpPr>
        <p:spPr>
          <a:xfrm>
            <a:off x="28702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Freeform 2015"/>
          <p:cNvSpPr/>
          <p:nvPr/>
        </p:nvSpPr>
        <p:spPr>
          <a:xfrm>
            <a:off x="2895600" y="279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Freeform 2016"/>
          <p:cNvSpPr/>
          <p:nvPr/>
        </p:nvSpPr>
        <p:spPr>
          <a:xfrm>
            <a:off x="29337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Freeform 2017"/>
          <p:cNvSpPr/>
          <p:nvPr/>
        </p:nvSpPr>
        <p:spPr>
          <a:xfrm>
            <a:off x="2959100" y="276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Freeform 2018"/>
          <p:cNvSpPr/>
          <p:nvPr/>
        </p:nvSpPr>
        <p:spPr>
          <a:xfrm>
            <a:off x="29845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Freeform 2019"/>
          <p:cNvSpPr/>
          <p:nvPr/>
        </p:nvSpPr>
        <p:spPr>
          <a:xfrm>
            <a:off x="30226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Freeform 2020"/>
          <p:cNvSpPr/>
          <p:nvPr/>
        </p:nvSpPr>
        <p:spPr>
          <a:xfrm>
            <a:off x="30480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Freeform 2021"/>
          <p:cNvSpPr/>
          <p:nvPr/>
        </p:nvSpPr>
        <p:spPr>
          <a:xfrm>
            <a:off x="30861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Freeform 2022"/>
          <p:cNvSpPr/>
          <p:nvPr/>
        </p:nvSpPr>
        <p:spPr>
          <a:xfrm>
            <a:off x="31115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Freeform 2023"/>
          <p:cNvSpPr/>
          <p:nvPr/>
        </p:nvSpPr>
        <p:spPr>
          <a:xfrm>
            <a:off x="31496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Freeform 2024"/>
          <p:cNvSpPr/>
          <p:nvPr/>
        </p:nvSpPr>
        <p:spPr>
          <a:xfrm>
            <a:off x="3175000" y="276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Freeform 2025"/>
          <p:cNvSpPr/>
          <p:nvPr/>
        </p:nvSpPr>
        <p:spPr>
          <a:xfrm>
            <a:off x="32004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Freeform 2026"/>
          <p:cNvSpPr/>
          <p:nvPr/>
        </p:nvSpPr>
        <p:spPr>
          <a:xfrm>
            <a:off x="32385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Freeform 2027"/>
          <p:cNvSpPr/>
          <p:nvPr/>
        </p:nvSpPr>
        <p:spPr>
          <a:xfrm>
            <a:off x="32639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Freeform 2028"/>
          <p:cNvSpPr/>
          <p:nvPr/>
        </p:nvSpPr>
        <p:spPr>
          <a:xfrm>
            <a:off x="3302000" y="273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Freeform 2029"/>
          <p:cNvSpPr/>
          <p:nvPr/>
        </p:nvSpPr>
        <p:spPr>
          <a:xfrm>
            <a:off x="33274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Freeform 2030"/>
          <p:cNvSpPr/>
          <p:nvPr/>
        </p:nvSpPr>
        <p:spPr>
          <a:xfrm>
            <a:off x="33528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Freeform 2031"/>
          <p:cNvSpPr/>
          <p:nvPr/>
        </p:nvSpPr>
        <p:spPr>
          <a:xfrm>
            <a:off x="33909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Freeform 2032"/>
          <p:cNvSpPr/>
          <p:nvPr/>
        </p:nvSpPr>
        <p:spPr>
          <a:xfrm>
            <a:off x="34163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Freeform 2033"/>
          <p:cNvSpPr/>
          <p:nvPr/>
        </p:nvSpPr>
        <p:spPr>
          <a:xfrm>
            <a:off x="3454400" y="2743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Freeform 2034"/>
          <p:cNvSpPr/>
          <p:nvPr/>
        </p:nvSpPr>
        <p:spPr>
          <a:xfrm>
            <a:off x="34798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Freeform 2035"/>
          <p:cNvSpPr/>
          <p:nvPr/>
        </p:nvSpPr>
        <p:spPr>
          <a:xfrm>
            <a:off x="35052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Freeform 2036"/>
          <p:cNvSpPr/>
          <p:nvPr/>
        </p:nvSpPr>
        <p:spPr>
          <a:xfrm>
            <a:off x="35433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Freeform 2037"/>
          <p:cNvSpPr/>
          <p:nvPr/>
        </p:nvSpPr>
        <p:spPr>
          <a:xfrm>
            <a:off x="26670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Freeform 2038"/>
          <p:cNvSpPr/>
          <p:nvPr/>
        </p:nvSpPr>
        <p:spPr>
          <a:xfrm>
            <a:off x="27051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Freeform 2039"/>
          <p:cNvSpPr/>
          <p:nvPr/>
        </p:nvSpPr>
        <p:spPr>
          <a:xfrm>
            <a:off x="27305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Freeform 2040"/>
          <p:cNvSpPr/>
          <p:nvPr/>
        </p:nvSpPr>
        <p:spPr>
          <a:xfrm>
            <a:off x="27686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Freeform 2041"/>
          <p:cNvSpPr/>
          <p:nvPr/>
        </p:nvSpPr>
        <p:spPr>
          <a:xfrm>
            <a:off x="2794000" y="279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Freeform 2042"/>
          <p:cNvSpPr/>
          <p:nvPr/>
        </p:nvSpPr>
        <p:spPr>
          <a:xfrm>
            <a:off x="28321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Freeform 2043"/>
          <p:cNvSpPr/>
          <p:nvPr/>
        </p:nvSpPr>
        <p:spPr>
          <a:xfrm>
            <a:off x="28575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Freeform 2044"/>
          <p:cNvSpPr/>
          <p:nvPr/>
        </p:nvSpPr>
        <p:spPr>
          <a:xfrm>
            <a:off x="28829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Freeform 2045"/>
          <p:cNvSpPr/>
          <p:nvPr/>
        </p:nvSpPr>
        <p:spPr>
          <a:xfrm>
            <a:off x="2921000" y="276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Freeform 2046"/>
          <p:cNvSpPr/>
          <p:nvPr/>
        </p:nvSpPr>
        <p:spPr>
          <a:xfrm>
            <a:off x="2946400" y="275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Freeform 2047"/>
          <p:cNvSpPr/>
          <p:nvPr/>
        </p:nvSpPr>
        <p:spPr>
          <a:xfrm>
            <a:off x="29845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Freeform 2048"/>
          <p:cNvSpPr/>
          <p:nvPr/>
        </p:nvSpPr>
        <p:spPr>
          <a:xfrm>
            <a:off x="30099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Freeform 2049"/>
          <p:cNvSpPr/>
          <p:nvPr/>
        </p:nvSpPr>
        <p:spPr>
          <a:xfrm>
            <a:off x="30353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Freeform 2050"/>
          <p:cNvSpPr/>
          <p:nvPr/>
        </p:nvSpPr>
        <p:spPr>
          <a:xfrm>
            <a:off x="3073400" y="276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Freeform 2051"/>
          <p:cNvSpPr/>
          <p:nvPr/>
        </p:nvSpPr>
        <p:spPr>
          <a:xfrm>
            <a:off x="30988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Freeform 2052"/>
          <p:cNvSpPr/>
          <p:nvPr/>
        </p:nvSpPr>
        <p:spPr>
          <a:xfrm>
            <a:off x="31369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Freeform 2053"/>
          <p:cNvSpPr/>
          <p:nvPr/>
        </p:nvSpPr>
        <p:spPr>
          <a:xfrm>
            <a:off x="31623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Freeform 2054"/>
          <p:cNvSpPr/>
          <p:nvPr/>
        </p:nvSpPr>
        <p:spPr>
          <a:xfrm>
            <a:off x="3187700" y="274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Freeform 2055"/>
          <p:cNvSpPr/>
          <p:nvPr/>
        </p:nvSpPr>
        <p:spPr>
          <a:xfrm>
            <a:off x="3225800" y="273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Freeform 2056"/>
          <p:cNvSpPr/>
          <p:nvPr/>
        </p:nvSpPr>
        <p:spPr>
          <a:xfrm>
            <a:off x="32512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Freeform 2057"/>
          <p:cNvSpPr/>
          <p:nvPr/>
        </p:nvSpPr>
        <p:spPr>
          <a:xfrm>
            <a:off x="32893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Freeform 2058"/>
          <p:cNvSpPr/>
          <p:nvPr/>
        </p:nvSpPr>
        <p:spPr>
          <a:xfrm>
            <a:off x="33147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Freeform 2059"/>
          <p:cNvSpPr/>
          <p:nvPr/>
        </p:nvSpPr>
        <p:spPr>
          <a:xfrm>
            <a:off x="33528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Freeform 2060"/>
          <p:cNvSpPr/>
          <p:nvPr/>
        </p:nvSpPr>
        <p:spPr>
          <a:xfrm>
            <a:off x="3378200" y="2743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Freeform 2061"/>
          <p:cNvSpPr/>
          <p:nvPr/>
        </p:nvSpPr>
        <p:spPr>
          <a:xfrm>
            <a:off x="34036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Freeform 2062"/>
          <p:cNvSpPr/>
          <p:nvPr/>
        </p:nvSpPr>
        <p:spPr>
          <a:xfrm>
            <a:off x="34417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Freeform 2063"/>
          <p:cNvSpPr/>
          <p:nvPr/>
        </p:nvSpPr>
        <p:spPr>
          <a:xfrm>
            <a:off x="34671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Freeform 2064"/>
          <p:cNvSpPr/>
          <p:nvPr/>
        </p:nvSpPr>
        <p:spPr>
          <a:xfrm>
            <a:off x="3505200" y="2730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Freeform 2065"/>
          <p:cNvSpPr/>
          <p:nvPr/>
        </p:nvSpPr>
        <p:spPr>
          <a:xfrm>
            <a:off x="35306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Freeform 2066"/>
          <p:cNvSpPr/>
          <p:nvPr/>
        </p:nvSpPr>
        <p:spPr>
          <a:xfrm>
            <a:off x="26670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Freeform 2067"/>
          <p:cNvSpPr/>
          <p:nvPr/>
        </p:nvSpPr>
        <p:spPr>
          <a:xfrm>
            <a:off x="2692400" y="279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Freeform 2068"/>
          <p:cNvSpPr/>
          <p:nvPr/>
        </p:nvSpPr>
        <p:spPr>
          <a:xfrm>
            <a:off x="27178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Freeform 2069"/>
          <p:cNvSpPr/>
          <p:nvPr/>
        </p:nvSpPr>
        <p:spPr>
          <a:xfrm>
            <a:off x="27559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Freeform 2070"/>
          <p:cNvSpPr/>
          <p:nvPr/>
        </p:nvSpPr>
        <p:spPr>
          <a:xfrm>
            <a:off x="27813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Freeform 2071"/>
          <p:cNvSpPr/>
          <p:nvPr/>
        </p:nvSpPr>
        <p:spPr>
          <a:xfrm>
            <a:off x="28194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Freeform 2072"/>
          <p:cNvSpPr/>
          <p:nvPr/>
        </p:nvSpPr>
        <p:spPr>
          <a:xfrm>
            <a:off x="2844800" y="278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Freeform 2073"/>
          <p:cNvSpPr/>
          <p:nvPr/>
        </p:nvSpPr>
        <p:spPr>
          <a:xfrm>
            <a:off x="28702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Freeform 2074"/>
          <p:cNvSpPr/>
          <p:nvPr/>
        </p:nvSpPr>
        <p:spPr>
          <a:xfrm>
            <a:off x="29083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Freeform 2075"/>
          <p:cNvSpPr/>
          <p:nvPr/>
        </p:nvSpPr>
        <p:spPr>
          <a:xfrm>
            <a:off x="29337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Freeform 2076"/>
          <p:cNvSpPr/>
          <p:nvPr/>
        </p:nvSpPr>
        <p:spPr>
          <a:xfrm>
            <a:off x="29718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Freeform 2077"/>
          <p:cNvSpPr/>
          <p:nvPr/>
        </p:nvSpPr>
        <p:spPr>
          <a:xfrm>
            <a:off x="29972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Freeform 2078"/>
          <p:cNvSpPr/>
          <p:nvPr/>
        </p:nvSpPr>
        <p:spPr>
          <a:xfrm>
            <a:off x="30353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Freeform 2079"/>
          <p:cNvSpPr/>
          <p:nvPr/>
        </p:nvSpPr>
        <p:spPr>
          <a:xfrm>
            <a:off x="30607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Freeform 2080"/>
          <p:cNvSpPr/>
          <p:nvPr/>
        </p:nvSpPr>
        <p:spPr>
          <a:xfrm>
            <a:off x="30861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Freeform 2081"/>
          <p:cNvSpPr/>
          <p:nvPr/>
        </p:nvSpPr>
        <p:spPr>
          <a:xfrm>
            <a:off x="3124200" y="2755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Freeform 2082"/>
          <p:cNvSpPr/>
          <p:nvPr/>
        </p:nvSpPr>
        <p:spPr>
          <a:xfrm>
            <a:off x="31496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Freeform 2083"/>
          <p:cNvSpPr/>
          <p:nvPr/>
        </p:nvSpPr>
        <p:spPr>
          <a:xfrm>
            <a:off x="31877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Freeform 2084"/>
          <p:cNvSpPr/>
          <p:nvPr/>
        </p:nvSpPr>
        <p:spPr>
          <a:xfrm>
            <a:off x="32131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Freeform 2085"/>
          <p:cNvSpPr/>
          <p:nvPr/>
        </p:nvSpPr>
        <p:spPr>
          <a:xfrm>
            <a:off x="32385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Freeform 2086"/>
          <p:cNvSpPr/>
          <p:nvPr/>
        </p:nvSpPr>
        <p:spPr>
          <a:xfrm>
            <a:off x="32766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Freeform 2087"/>
          <p:cNvSpPr/>
          <p:nvPr/>
        </p:nvSpPr>
        <p:spPr>
          <a:xfrm>
            <a:off x="33020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Freeform 2088"/>
          <p:cNvSpPr/>
          <p:nvPr/>
        </p:nvSpPr>
        <p:spPr>
          <a:xfrm>
            <a:off x="33401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Freeform 2089"/>
          <p:cNvSpPr/>
          <p:nvPr/>
        </p:nvSpPr>
        <p:spPr>
          <a:xfrm>
            <a:off x="33655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Freeform 2090"/>
          <p:cNvSpPr/>
          <p:nvPr/>
        </p:nvSpPr>
        <p:spPr>
          <a:xfrm>
            <a:off x="33909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Freeform 2091"/>
          <p:cNvSpPr/>
          <p:nvPr/>
        </p:nvSpPr>
        <p:spPr>
          <a:xfrm>
            <a:off x="3429000" y="2730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Freeform 2092"/>
          <p:cNvSpPr/>
          <p:nvPr/>
        </p:nvSpPr>
        <p:spPr>
          <a:xfrm>
            <a:off x="34544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Freeform 2093"/>
          <p:cNvSpPr/>
          <p:nvPr/>
        </p:nvSpPr>
        <p:spPr>
          <a:xfrm>
            <a:off x="34925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Freeform 2094"/>
          <p:cNvSpPr/>
          <p:nvPr/>
        </p:nvSpPr>
        <p:spPr>
          <a:xfrm>
            <a:off x="35179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Freeform 2095"/>
          <p:cNvSpPr/>
          <p:nvPr/>
        </p:nvSpPr>
        <p:spPr>
          <a:xfrm>
            <a:off x="26543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Freeform 2096"/>
          <p:cNvSpPr/>
          <p:nvPr/>
        </p:nvSpPr>
        <p:spPr>
          <a:xfrm>
            <a:off x="26797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Freeform 2097"/>
          <p:cNvSpPr/>
          <p:nvPr/>
        </p:nvSpPr>
        <p:spPr>
          <a:xfrm>
            <a:off x="27178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Freeform 2098"/>
          <p:cNvSpPr/>
          <p:nvPr/>
        </p:nvSpPr>
        <p:spPr>
          <a:xfrm>
            <a:off x="2743200" y="278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Freeform 2099"/>
          <p:cNvSpPr/>
          <p:nvPr/>
        </p:nvSpPr>
        <p:spPr>
          <a:xfrm>
            <a:off x="27686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Freeform 2100"/>
          <p:cNvSpPr/>
          <p:nvPr/>
        </p:nvSpPr>
        <p:spPr>
          <a:xfrm>
            <a:off x="28067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Freeform 2101"/>
          <p:cNvSpPr/>
          <p:nvPr/>
        </p:nvSpPr>
        <p:spPr>
          <a:xfrm>
            <a:off x="28321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Freeform 2102"/>
          <p:cNvSpPr/>
          <p:nvPr/>
        </p:nvSpPr>
        <p:spPr>
          <a:xfrm>
            <a:off x="28702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Freeform 2103"/>
          <p:cNvSpPr/>
          <p:nvPr/>
        </p:nvSpPr>
        <p:spPr>
          <a:xfrm>
            <a:off x="28956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Freeform 2104"/>
          <p:cNvSpPr/>
          <p:nvPr/>
        </p:nvSpPr>
        <p:spPr>
          <a:xfrm>
            <a:off x="2921000" y="274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Freeform 2105"/>
          <p:cNvSpPr/>
          <p:nvPr/>
        </p:nvSpPr>
        <p:spPr>
          <a:xfrm>
            <a:off x="29591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Freeform 2106"/>
          <p:cNvSpPr/>
          <p:nvPr/>
        </p:nvSpPr>
        <p:spPr>
          <a:xfrm>
            <a:off x="2984500" y="2755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Freeform 2107"/>
          <p:cNvSpPr/>
          <p:nvPr/>
        </p:nvSpPr>
        <p:spPr>
          <a:xfrm>
            <a:off x="3022600" y="2755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Freeform 2108"/>
          <p:cNvSpPr/>
          <p:nvPr/>
        </p:nvSpPr>
        <p:spPr>
          <a:xfrm>
            <a:off x="30480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Freeform 2109"/>
          <p:cNvSpPr/>
          <p:nvPr/>
        </p:nvSpPr>
        <p:spPr>
          <a:xfrm>
            <a:off x="30734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Freeform 2110"/>
          <p:cNvSpPr/>
          <p:nvPr/>
        </p:nvSpPr>
        <p:spPr>
          <a:xfrm>
            <a:off x="31115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Freeform 2111"/>
          <p:cNvSpPr/>
          <p:nvPr/>
        </p:nvSpPr>
        <p:spPr>
          <a:xfrm>
            <a:off x="31369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Freeform 2112"/>
          <p:cNvSpPr/>
          <p:nvPr/>
        </p:nvSpPr>
        <p:spPr>
          <a:xfrm>
            <a:off x="31750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Freeform 2113"/>
          <p:cNvSpPr/>
          <p:nvPr/>
        </p:nvSpPr>
        <p:spPr>
          <a:xfrm>
            <a:off x="32004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Freeform 2114"/>
          <p:cNvSpPr/>
          <p:nvPr/>
        </p:nvSpPr>
        <p:spPr>
          <a:xfrm>
            <a:off x="32385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Freeform 2115"/>
          <p:cNvSpPr/>
          <p:nvPr/>
        </p:nvSpPr>
        <p:spPr>
          <a:xfrm>
            <a:off x="32639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Freeform 2116"/>
          <p:cNvSpPr/>
          <p:nvPr/>
        </p:nvSpPr>
        <p:spPr>
          <a:xfrm>
            <a:off x="32893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Freeform 2117"/>
          <p:cNvSpPr/>
          <p:nvPr/>
        </p:nvSpPr>
        <p:spPr>
          <a:xfrm>
            <a:off x="3327400" y="2730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Freeform 2118"/>
          <p:cNvSpPr/>
          <p:nvPr/>
        </p:nvSpPr>
        <p:spPr>
          <a:xfrm>
            <a:off x="33528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Freeform 2119"/>
          <p:cNvSpPr/>
          <p:nvPr/>
        </p:nvSpPr>
        <p:spPr>
          <a:xfrm>
            <a:off x="33909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Freeform 2120"/>
          <p:cNvSpPr/>
          <p:nvPr/>
        </p:nvSpPr>
        <p:spPr>
          <a:xfrm>
            <a:off x="34163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Freeform 2121"/>
          <p:cNvSpPr/>
          <p:nvPr/>
        </p:nvSpPr>
        <p:spPr>
          <a:xfrm>
            <a:off x="34417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Freeform 2122"/>
          <p:cNvSpPr/>
          <p:nvPr/>
        </p:nvSpPr>
        <p:spPr>
          <a:xfrm>
            <a:off x="34798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Freeform 2123"/>
          <p:cNvSpPr/>
          <p:nvPr/>
        </p:nvSpPr>
        <p:spPr>
          <a:xfrm>
            <a:off x="3505200" y="270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Freeform 2124"/>
          <p:cNvSpPr/>
          <p:nvPr/>
        </p:nvSpPr>
        <p:spPr>
          <a:xfrm>
            <a:off x="2641600" y="2781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Freeform 2125"/>
          <p:cNvSpPr/>
          <p:nvPr/>
        </p:nvSpPr>
        <p:spPr>
          <a:xfrm>
            <a:off x="26670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Freeform 2126"/>
          <p:cNvSpPr/>
          <p:nvPr/>
        </p:nvSpPr>
        <p:spPr>
          <a:xfrm>
            <a:off x="27051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Freeform 2127"/>
          <p:cNvSpPr/>
          <p:nvPr/>
        </p:nvSpPr>
        <p:spPr>
          <a:xfrm>
            <a:off x="27305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Freeform 2128"/>
          <p:cNvSpPr/>
          <p:nvPr/>
        </p:nvSpPr>
        <p:spPr>
          <a:xfrm>
            <a:off x="27559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Freeform 2129"/>
          <p:cNvSpPr/>
          <p:nvPr/>
        </p:nvSpPr>
        <p:spPr>
          <a:xfrm>
            <a:off x="2794000" y="276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Freeform 2130"/>
          <p:cNvSpPr/>
          <p:nvPr/>
        </p:nvSpPr>
        <p:spPr>
          <a:xfrm>
            <a:off x="28194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Freeform 2131"/>
          <p:cNvSpPr/>
          <p:nvPr/>
        </p:nvSpPr>
        <p:spPr>
          <a:xfrm>
            <a:off x="28575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Freeform 2132"/>
          <p:cNvSpPr/>
          <p:nvPr/>
        </p:nvSpPr>
        <p:spPr>
          <a:xfrm>
            <a:off x="28829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Freeform 2133"/>
          <p:cNvSpPr/>
          <p:nvPr/>
        </p:nvSpPr>
        <p:spPr>
          <a:xfrm>
            <a:off x="29210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Freeform 2134"/>
          <p:cNvSpPr/>
          <p:nvPr/>
        </p:nvSpPr>
        <p:spPr>
          <a:xfrm>
            <a:off x="29464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Freeform 2135"/>
          <p:cNvSpPr/>
          <p:nvPr/>
        </p:nvSpPr>
        <p:spPr>
          <a:xfrm>
            <a:off x="29718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Freeform 2136"/>
          <p:cNvSpPr/>
          <p:nvPr/>
        </p:nvSpPr>
        <p:spPr>
          <a:xfrm>
            <a:off x="30099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Freeform 2137"/>
          <p:cNvSpPr/>
          <p:nvPr/>
        </p:nvSpPr>
        <p:spPr>
          <a:xfrm>
            <a:off x="30353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Freeform 2138"/>
          <p:cNvSpPr/>
          <p:nvPr/>
        </p:nvSpPr>
        <p:spPr>
          <a:xfrm>
            <a:off x="3073400" y="2743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Freeform 2139"/>
          <p:cNvSpPr/>
          <p:nvPr/>
        </p:nvSpPr>
        <p:spPr>
          <a:xfrm>
            <a:off x="30988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Freeform 2140"/>
          <p:cNvSpPr/>
          <p:nvPr/>
        </p:nvSpPr>
        <p:spPr>
          <a:xfrm>
            <a:off x="31242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Freeform 2141"/>
          <p:cNvSpPr/>
          <p:nvPr/>
        </p:nvSpPr>
        <p:spPr>
          <a:xfrm>
            <a:off x="31623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Freeform 2142"/>
          <p:cNvSpPr/>
          <p:nvPr/>
        </p:nvSpPr>
        <p:spPr>
          <a:xfrm>
            <a:off x="3187700" y="270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Freeform 2143"/>
          <p:cNvSpPr/>
          <p:nvPr/>
        </p:nvSpPr>
        <p:spPr>
          <a:xfrm>
            <a:off x="32258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Freeform 2144"/>
          <p:cNvSpPr/>
          <p:nvPr/>
        </p:nvSpPr>
        <p:spPr>
          <a:xfrm>
            <a:off x="32512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Freeform 2145"/>
          <p:cNvSpPr/>
          <p:nvPr/>
        </p:nvSpPr>
        <p:spPr>
          <a:xfrm>
            <a:off x="32766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Freeform 2146"/>
          <p:cNvSpPr/>
          <p:nvPr/>
        </p:nvSpPr>
        <p:spPr>
          <a:xfrm>
            <a:off x="33147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Freeform 2147"/>
          <p:cNvSpPr/>
          <p:nvPr/>
        </p:nvSpPr>
        <p:spPr>
          <a:xfrm>
            <a:off x="33401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Freeform 2148"/>
          <p:cNvSpPr/>
          <p:nvPr/>
        </p:nvSpPr>
        <p:spPr>
          <a:xfrm>
            <a:off x="3378200" y="2717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Freeform 2149"/>
          <p:cNvSpPr/>
          <p:nvPr/>
        </p:nvSpPr>
        <p:spPr>
          <a:xfrm>
            <a:off x="34036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Freeform 2150"/>
          <p:cNvSpPr/>
          <p:nvPr/>
        </p:nvSpPr>
        <p:spPr>
          <a:xfrm>
            <a:off x="34417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Freeform 2151"/>
          <p:cNvSpPr/>
          <p:nvPr/>
        </p:nvSpPr>
        <p:spPr>
          <a:xfrm>
            <a:off x="34671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Freeform 2152"/>
          <p:cNvSpPr/>
          <p:nvPr/>
        </p:nvSpPr>
        <p:spPr>
          <a:xfrm>
            <a:off x="3492500" y="2705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Freeform 2153"/>
          <p:cNvSpPr/>
          <p:nvPr/>
        </p:nvSpPr>
        <p:spPr>
          <a:xfrm>
            <a:off x="26289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Freeform 2154"/>
          <p:cNvSpPr/>
          <p:nvPr/>
        </p:nvSpPr>
        <p:spPr>
          <a:xfrm>
            <a:off x="2654300" y="276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Freeform 2155"/>
          <p:cNvSpPr/>
          <p:nvPr/>
        </p:nvSpPr>
        <p:spPr>
          <a:xfrm>
            <a:off x="2692400" y="2768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Freeform 2156"/>
          <p:cNvSpPr/>
          <p:nvPr/>
        </p:nvSpPr>
        <p:spPr>
          <a:xfrm>
            <a:off x="27178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Freeform 2157"/>
          <p:cNvSpPr/>
          <p:nvPr/>
        </p:nvSpPr>
        <p:spPr>
          <a:xfrm>
            <a:off x="27559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Freeform 2158"/>
          <p:cNvSpPr/>
          <p:nvPr/>
        </p:nvSpPr>
        <p:spPr>
          <a:xfrm>
            <a:off x="27813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Freeform 2159"/>
          <p:cNvSpPr/>
          <p:nvPr/>
        </p:nvSpPr>
        <p:spPr>
          <a:xfrm>
            <a:off x="28067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Freeform 2160"/>
          <p:cNvSpPr/>
          <p:nvPr/>
        </p:nvSpPr>
        <p:spPr>
          <a:xfrm>
            <a:off x="2844800" y="2755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Freeform 2161"/>
          <p:cNvSpPr/>
          <p:nvPr/>
        </p:nvSpPr>
        <p:spPr>
          <a:xfrm>
            <a:off x="28702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Freeform 2162"/>
          <p:cNvSpPr/>
          <p:nvPr/>
        </p:nvSpPr>
        <p:spPr>
          <a:xfrm>
            <a:off x="2908300" y="273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Freeform 2163"/>
          <p:cNvSpPr/>
          <p:nvPr/>
        </p:nvSpPr>
        <p:spPr>
          <a:xfrm>
            <a:off x="29337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Freeform 2164"/>
          <p:cNvSpPr/>
          <p:nvPr/>
        </p:nvSpPr>
        <p:spPr>
          <a:xfrm>
            <a:off x="29591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Freeform 2165"/>
          <p:cNvSpPr/>
          <p:nvPr/>
        </p:nvSpPr>
        <p:spPr>
          <a:xfrm>
            <a:off x="2997200" y="2743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Freeform 2166"/>
          <p:cNvSpPr/>
          <p:nvPr/>
        </p:nvSpPr>
        <p:spPr>
          <a:xfrm>
            <a:off x="30226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Freeform 2167"/>
          <p:cNvSpPr/>
          <p:nvPr/>
        </p:nvSpPr>
        <p:spPr>
          <a:xfrm>
            <a:off x="30607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Freeform 2168"/>
          <p:cNvSpPr/>
          <p:nvPr/>
        </p:nvSpPr>
        <p:spPr>
          <a:xfrm>
            <a:off x="30861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Freeform 2169"/>
          <p:cNvSpPr/>
          <p:nvPr/>
        </p:nvSpPr>
        <p:spPr>
          <a:xfrm>
            <a:off x="3124200" y="2730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Freeform 2170"/>
          <p:cNvSpPr/>
          <p:nvPr/>
        </p:nvSpPr>
        <p:spPr>
          <a:xfrm>
            <a:off x="31496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Freeform 2171"/>
          <p:cNvSpPr/>
          <p:nvPr/>
        </p:nvSpPr>
        <p:spPr>
          <a:xfrm>
            <a:off x="3175000" y="270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Freeform 2172"/>
          <p:cNvSpPr/>
          <p:nvPr/>
        </p:nvSpPr>
        <p:spPr>
          <a:xfrm>
            <a:off x="3213100" y="2705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Freeform 2173"/>
          <p:cNvSpPr/>
          <p:nvPr/>
        </p:nvSpPr>
        <p:spPr>
          <a:xfrm>
            <a:off x="32385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Freeform 2174"/>
          <p:cNvSpPr/>
          <p:nvPr/>
        </p:nvSpPr>
        <p:spPr>
          <a:xfrm>
            <a:off x="32766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Freeform 2175"/>
          <p:cNvSpPr/>
          <p:nvPr/>
        </p:nvSpPr>
        <p:spPr>
          <a:xfrm>
            <a:off x="33020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Freeform 2176"/>
          <p:cNvSpPr/>
          <p:nvPr/>
        </p:nvSpPr>
        <p:spPr>
          <a:xfrm>
            <a:off x="3327400" y="270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Freeform 2177"/>
          <p:cNvSpPr/>
          <p:nvPr/>
        </p:nvSpPr>
        <p:spPr>
          <a:xfrm>
            <a:off x="33655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Freeform 2178"/>
          <p:cNvSpPr/>
          <p:nvPr/>
        </p:nvSpPr>
        <p:spPr>
          <a:xfrm>
            <a:off x="3390900" y="270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Freeform 2179"/>
          <p:cNvSpPr/>
          <p:nvPr/>
        </p:nvSpPr>
        <p:spPr>
          <a:xfrm>
            <a:off x="3429000" y="2705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Freeform 2180"/>
          <p:cNvSpPr/>
          <p:nvPr/>
        </p:nvSpPr>
        <p:spPr>
          <a:xfrm>
            <a:off x="34544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Freeform 2181"/>
          <p:cNvSpPr/>
          <p:nvPr/>
        </p:nvSpPr>
        <p:spPr>
          <a:xfrm>
            <a:off x="3479800" y="269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Freeform 2182"/>
          <p:cNvSpPr/>
          <p:nvPr/>
        </p:nvSpPr>
        <p:spPr>
          <a:xfrm>
            <a:off x="26162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Freeform 2183"/>
          <p:cNvSpPr/>
          <p:nvPr/>
        </p:nvSpPr>
        <p:spPr>
          <a:xfrm>
            <a:off x="26416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Freeform 2184"/>
          <p:cNvSpPr/>
          <p:nvPr/>
        </p:nvSpPr>
        <p:spPr>
          <a:xfrm>
            <a:off x="26797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Freeform 2185"/>
          <p:cNvSpPr/>
          <p:nvPr/>
        </p:nvSpPr>
        <p:spPr>
          <a:xfrm>
            <a:off x="2705100" y="275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Freeform 2186"/>
          <p:cNvSpPr/>
          <p:nvPr/>
        </p:nvSpPr>
        <p:spPr>
          <a:xfrm>
            <a:off x="2743200" y="2755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Freeform 2187"/>
          <p:cNvSpPr/>
          <p:nvPr/>
        </p:nvSpPr>
        <p:spPr>
          <a:xfrm>
            <a:off x="27686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Freeform 2188"/>
          <p:cNvSpPr/>
          <p:nvPr/>
        </p:nvSpPr>
        <p:spPr>
          <a:xfrm>
            <a:off x="28067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Freeform 2189"/>
          <p:cNvSpPr/>
          <p:nvPr/>
        </p:nvSpPr>
        <p:spPr>
          <a:xfrm>
            <a:off x="28321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Freeform 2190"/>
          <p:cNvSpPr/>
          <p:nvPr/>
        </p:nvSpPr>
        <p:spPr>
          <a:xfrm>
            <a:off x="28575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Freeform 2191"/>
          <p:cNvSpPr/>
          <p:nvPr/>
        </p:nvSpPr>
        <p:spPr>
          <a:xfrm>
            <a:off x="28956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Freeform 2192"/>
          <p:cNvSpPr/>
          <p:nvPr/>
        </p:nvSpPr>
        <p:spPr>
          <a:xfrm>
            <a:off x="29210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Freeform 2193"/>
          <p:cNvSpPr/>
          <p:nvPr/>
        </p:nvSpPr>
        <p:spPr>
          <a:xfrm>
            <a:off x="29591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Freeform 2194"/>
          <p:cNvSpPr/>
          <p:nvPr/>
        </p:nvSpPr>
        <p:spPr>
          <a:xfrm>
            <a:off x="29845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Freeform 2195"/>
          <p:cNvSpPr/>
          <p:nvPr/>
        </p:nvSpPr>
        <p:spPr>
          <a:xfrm>
            <a:off x="30099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Freeform 2196"/>
          <p:cNvSpPr/>
          <p:nvPr/>
        </p:nvSpPr>
        <p:spPr>
          <a:xfrm>
            <a:off x="3048000" y="2730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Freeform 2197"/>
          <p:cNvSpPr/>
          <p:nvPr/>
        </p:nvSpPr>
        <p:spPr>
          <a:xfrm>
            <a:off x="30734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Freeform 2198"/>
          <p:cNvSpPr/>
          <p:nvPr/>
        </p:nvSpPr>
        <p:spPr>
          <a:xfrm>
            <a:off x="31115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Freeform 2199"/>
          <p:cNvSpPr/>
          <p:nvPr/>
        </p:nvSpPr>
        <p:spPr>
          <a:xfrm>
            <a:off x="3136900" y="2705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Freeform 2200"/>
          <p:cNvSpPr/>
          <p:nvPr/>
        </p:nvSpPr>
        <p:spPr>
          <a:xfrm>
            <a:off x="3162300" y="269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Freeform 2201"/>
          <p:cNvSpPr/>
          <p:nvPr/>
        </p:nvSpPr>
        <p:spPr>
          <a:xfrm>
            <a:off x="32004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Freeform 2202"/>
          <p:cNvSpPr/>
          <p:nvPr/>
        </p:nvSpPr>
        <p:spPr>
          <a:xfrm>
            <a:off x="3225800" y="269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Freeform 2203"/>
          <p:cNvSpPr/>
          <p:nvPr/>
        </p:nvSpPr>
        <p:spPr>
          <a:xfrm>
            <a:off x="32639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Freeform 2204"/>
          <p:cNvSpPr/>
          <p:nvPr/>
        </p:nvSpPr>
        <p:spPr>
          <a:xfrm>
            <a:off x="32893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Freeform 2205"/>
          <p:cNvSpPr/>
          <p:nvPr/>
        </p:nvSpPr>
        <p:spPr>
          <a:xfrm>
            <a:off x="3327400" y="2705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Freeform 2206"/>
          <p:cNvSpPr/>
          <p:nvPr/>
        </p:nvSpPr>
        <p:spPr>
          <a:xfrm>
            <a:off x="33528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Freeform 2207"/>
          <p:cNvSpPr/>
          <p:nvPr/>
        </p:nvSpPr>
        <p:spPr>
          <a:xfrm>
            <a:off x="3378200" y="269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Freeform 2208"/>
          <p:cNvSpPr/>
          <p:nvPr/>
        </p:nvSpPr>
        <p:spPr>
          <a:xfrm>
            <a:off x="34163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Freeform 2209"/>
          <p:cNvSpPr/>
          <p:nvPr/>
        </p:nvSpPr>
        <p:spPr>
          <a:xfrm>
            <a:off x="34417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Freeform 2210"/>
          <p:cNvSpPr/>
          <p:nvPr/>
        </p:nvSpPr>
        <p:spPr>
          <a:xfrm>
            <a:off x="3479800" y="2692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Freeform 2211"/>
          <p:cNvSpPr/>
          <p:nvPr/>
        </p:nvSpPr>
        <p:spPr>
          <a:xfrm>
            <a:off x="2603500" y="275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Freeform 2212"/>
          <p:cNvSpPr/>
          <p:nvPr/>
        </p:nvSpPr>
        <p:spPr>
          <a:xfrm>
            <a:off x="2641600" y="2755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Freeform 2213"/>
          <p:cNvSpPr/>
          <p:nvPr/>
        </p:nvSpPr>
        <p:spPr>
          <a:xfrm>
            <a:off x="26670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Freeform 2214"/>
          <p:cNvSpPr/>
          <p:nvPr/>
        </p:nvSpPr>
        <p:spPr>
          <a:xfrm>
            <a:off x="26924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Freeform 2215"/>
          <p:cNvSpPr/>
          <p:nvPr/>
        </p:nvSpPr>
        <p:spPr>
          <a:xfrm>
            <a:off x="27305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Freeform 2216"/>
          <p:cNvSpPr/>
          <p:nvPr/>
        </p:nvSpPr>
        <p:spPr>
          <a:xfrm>
            <a:off x="27559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Freeform 2217"/>
          <p:cNvSpPr/>
          <p:nvPr/>
        </p:nvSpPr>
        <p:spPr>
          <a:xfrm>
            <a:off x="2794000" y="2743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Freeform 2218"/>
          <p:cNvSpPr/>
          <p:nvPr/>
        </p:nvSpPr>
        <p:spPr>
          <a:xfrm>
            <a:off x="28194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Freeform 2219"/>
          <p:cNvSpPr/>
          <p:nvPr/>
        </p:nvSpPr>
        <p:spPr>
          <a:xfrm>
            <a:off x="28448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Freeform 2220"/>
          <p:cNvSpPr/>
          <p:nvPr/>
        </p:nvSpPr>
        <p:spPr>
          <a:xfrm>
            <a:off x="28829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Freeform 2221"/>
          <p:cNvSpPr/>
          <p:nvPr/>
        </p:nvSpPr>
        <p:spPr>
          <a:xfrm>
            <a:off x="29083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Freeform 2222"/>
          <p:cNvSpPr/>
          <p:nvPr/>
        </p:nvSpPr>
        <p:spPr>
          <a:xfrm>
            <a:off x="29464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Freeform 2223"/>
          <p:cNvSpPr/>
          <p:nvPr/>
        </p:nvSpPr>
        <p:spPr>
          <a:xfrm>
            <a:off x="29718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Freeform 2224"/>
          <p:cNvSpPr/>
          <p:nvPr/>
        </p:nvSpPr>
        <p:spPr>
          <a:xfrm>
            <a:off x="30099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Freeform 2225"/>
          <p:cNvSpPr/>
          <p:nvPr/>
        </p:nvSpPr>
        <p:spPr>
          <a:xfrm>
            <a:off x="30353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Freeform 2226"/>
          <p:cNvSpPr/>
          <p:nvPr/>
        </p:nvSpPr>
        <p:spPr>
          <a:xfrm>
            <a:off x="30607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Freeform 2227"/>
          <p:cNvSpPr/>
          <p:nvPr/>
        </p:nvSpPr>
        <p:spPr>
          <a:xfrm>
            <a:off x="30988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Freeform 2228"/>
          <p:cNvSpPr/>
          <p:nvPr/>
        </p:nvSpPr>
        <p:spPr>
          <a:xfrm>
            <a:off x="31242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Freeform 2229"/>
          <p:cNvSpPr/>
          <p:nvPr/>
        </p:nvSpPr>
        <p:spPr>
          <a:xfrm>
            <a:off x="31623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Freeform 2230"/>
          <p:cNvSpPr/>
          <p:nvPr/>
        </p:nvSpPr>
        <p:spPr>
          <a:xfrm>
            <a:off x="31877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Freeform 2231"/>
          <p:cNvSpPr/>
          <p:nvPr/>
        </p:nvSpPr>
        <p:spPr>
          <a:xfrm>
            <a:off x="3213100" y="267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Freeform 2232"/>
          <p:cNvSpPr/>
          <p:nvPr/>
        </p:nvSpPr>
        <p:spPr>
          <a:xfrm>
            <a:off x="32512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Freeform 2233"/>
          <p:cNvSpPr/>
          <p:nvPr/>
        </p:nvSpPr>
        <p:spPr>
          <a:xfrm>
            <a:off x="3276600" y="269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Freeform 2234"/>
          <p:cNvSpPr/>
          <p:nvPr/>
        </p:nvSpPr>
        <p:spPr>
          <a:xfrm>
            <a:off x="33147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Freeform 2235"/>
          <p:cNvSpPr/>
          <p:nvPr/>
        </p:nvSpPr>
        <p:spPr>
          <a:xfrm>
            <a:off x="33401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Freeform 2236"/>
          <p:cNvSpPr/>
          <p:nvPr/>
        </p:nvSpPr>
        <p:spPr>
          <a:xfrm>
            <a:off x="3365500" y="2692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Freeform 2237"/>
          <p:cNvSpPr/>
          <p:nvPr/>
        </p:nvSpPr>
        <p:spPr>
          <a:xfrm>
            <a:off x="34036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Freeform 2238"/>
          <p:cNvSpPr/>
          <p:nvPr/>
        </p:nvSpPr>
        <p:spPr>
          <a:xfrm>
            <a:off x="3429000" y="267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Freeform 2239"/>
          <p:cNvSpPr/>
          <p:nvPr/>
        </p:nvSpPr>
        <p:spPr>
          <a:xfrm>
            <a:off x="34671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Freeform 2240"/>
          <p:cNvSpPr/>
          <p:nvPr/>
        </p:nvSpPr>
        <p:spPr>
          <a:xfrm>
            <a:off x="25908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Freeform 2241"/>
          <p:cNvSpPr/>
          <p:nvPr/>
        </p:nvSpPr>
        <p:spPr>
          <a:xfrm>
            <a:off x="26289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Freeform 2242"/>
          <p:cNvSpPr/>
          <p:nvPr/>
        </p:nvSpPr>
        <p:spPr>
          <a:xfrm>
            <a:off x="2654300" y="274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Freeform 2243"/>
          <p:cNvSpPr/>
          <p:nvPr/>
        </p:nvSpPr>
        <p:spPr>
          <a:xfrm>
            <a:off x="2692400" y="2743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Freeform 2244"/>
          <p:cNvSpPr/>
          <p:nvPr/>
        </p:nvSpPr>
        <p:spPr>
          <a:xfrm>
            <a:off x="27178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Freeform 2245"/>
          <p:cNvSpPr/>
          <p:nvPr/>
        </p:nvSpPr>
        <p:spPr>
          <a:xfrm>
            <a:off x="27432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Freeform 2246"/>
          <p:cNvSpPr/>
          <p:nvPr/>
        </p:nvSpPr>
        <p:spPr>
          <a:xfrm>
            <a:off x="27813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Freeform 2247"/>
          <p:cNvSpPr/>
          <p:nvPr/>
        </p:nvSpPr>
        <p:spPr>
          <a:xfrm>
            <a:off x="28067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Freeform 2248"/>
          <p:cNvSpPr/>
          <p:nvPr/>
        </p:nvSpPr>
        <p:spPr>
          <a:xfrm>
            <a:off x="28448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Freeform 2249"/>
          <p:cNvSpPr/>
          <p:nvPr/>
        </p:nvSpPr>
        <p:spPr>
          <a:xfrm>
            <a:off x="2870200" y="2705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Freeform 2250"/>
          <p:cNvSpPr/>
          <p:nvPr/>
        </p:nvSpPr>
        <p:spPr>
          <a:xfrm>
            <a:off x="2895600" y="270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Freeform 2251"/>
          <p:cNvSpPr/>
          <p:nvPr/>
        </p:nvSpPr>
        <p:spPr>
          <a:xfrm>
            <a:off x="29337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Freeform 2252"/>
          <p:cNvSpPr/>
          <p:nvPr/>
        </p:nvSpPr>
        <p:spPr>
          <a:xfrm>
            <a:off x="29591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Freeform 2253"/>
          <p:cNvSpPr/>
          <p:nvPr/>
        </p:nvSpPr>
        <p:spPr>
          <a:xfrm>
            <a:off x="2997200" y="2717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Freeform 2254"/>
          <p:cNvSpPr/>
          <p:nvPr/>
        </p:nvSpPr>
        <p:spPr>
          <a:xfrm>
            <a:off x="30226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Freeform 2255"/>
          <p:cNvSpPr/>
          <p:nvPr/>
        </p:nvSpPr>
        <p:spPr>
          <a:xfrm>
            <a:off x="3048000" y="270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Freeform 2256"/>
          <p:cNvSpPr/>
          <p:nvPr/>
        </p:nvSpPr>
        <p:spPr>
          <a:xfrm>
            <a:off x="30861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Freeform 2257"/>
          <p:cNvSpPr/>
          <p:nvPr/>
        </p:nvSpPr>
        <p:spPr>
          <a:xfrm>
            <a:off x="3111500" y="269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Freeform 2258"/>
          <p:cNvSpPr/>
          <p:nvPr/>
        </p:nvSpPr>
        <p:spPr>
          <a:xfrm>
            <a:off x="3149600" y="2679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Freeform 2259"/>
          <p:cNvSpPr/>
          <p:nvPr/>
        </p:nvSpPr>
        <p:spPr>
          <a:xfrm>
            <a:off x="31750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Freeform 2260"/>
          <p:cNvSpPr/>
          <p:nvPr/>
        </p:nvSpPr>
        <p:spPr>
          <a:xfrm>
            <a:off x="32131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Freeform 2261"/>
          <p:cNvSpPr/>
          <p:nvPr/>
        </p:nvSpPr>
        <p:spPr>
          <a:xfrm>
            <a:off x="32385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Freeform 2262"/>
          <p:cNvSpPr/>
          <p:nvPr/>
        </p:nvSpPr>
        <p:spPr>
          <a:xfrm>
            <a:off x="3263900" y="2692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Freeform 2263"/>
          <p:cNvSpPr/>
          <p:nvPr/>
        </p:nvSpPr>
        <p:spPr>
          <a:xfrm>
            <a:off x="33020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Freeform 2264"/>
          <p:cNvSpPr/>
          <p:nvPr/>
        </p:nvSpPr>
        <p:spPr>
          <a:xfrm>
            <a:off x="33274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Freeform 2265"/>
          <p:cNvSpPr/>
          <p:nvPr/>
        </p:nvSpPr>
        <p:spPr>
          <a:xfrm>
            <a:off x="33655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Freeform 2266"/>
          <p:cNvSpPr/>
          <p:nvPr/>
        </p:nvSpPr>
        <p:spPr>
          <a:xfrm>
            <a:off x="33909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Freeform 2267"/>
          <p:cNvSpPr/>
          <p:nvPr/>
        </p:nvSpPr>
        <p:spPr>
          <a:xfrm>
            <a:off x="3416300" y="2679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Freeform 2268"/>
          <p:cNvSpPr/>
          <p:nvPr/>
        </p:nvSpPr>
        <p:spPr>
          <a:xfrm>
            <a:off x="34544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Freeform 2269"/>
          <p:cNvSpPr/>
          <p:nvPr/>
        </p:nvSpPr>
        <p:spPr>
          <a:xfrm>
            <a:off x="25781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Freeform 2270"/>
          <p:cNvSpPr/>
          <p:nvPr/>
        </p:nvSpPr>
        <p:spPr>
          <a:xfrm>
            <a:off x="2616200" y="2743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Freeform 2271"/>
          <p:cNvSpPr/>
          <p:nvPr/>
        </p:nvSpPr>
        <p:spPr>
          <a:xfrm>
            <a:off x="26416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Freeform 2272"/>
          <p:cNvSpPr/>
          <p:nvPr/>
        </p:nvSpPr>
        <p:spPr>
          <a:xfrm>
            <a:off x="26797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Freeform 2273"/>
          <p:cNvSpPr/>
          <p:nvPr/>
        </p:nvSpPr>
        <p:spPr>
          <a:xfrm>
            <a:off x="27051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Freeform 2274"/>
          <p:cNvSpPr/>
          <p:nvPr/>
        </p:nvSpPr>
        <p:spPr>
          <a:xfrm>
            <a:off x="2730500" y="2730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Freeform 2275"/>
          <p:cNvSpPr/>
          <p:nvPr/>
        </p:nvSpPr>
        <p:spPr>
          <a:xfrm>
            <a:off x="27686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Freeform 2276"/>
          <p:cNvSpPr/>
          <p:nvPr/>
        </p:nvSpPr>
        <p:spPr>
          <a:xfrm>
            <a:off x="27940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Freeform 2277"/>
          <p:cNvSpPr/>
          <p:nvPr/>
        </p:nvSpPr>
        <p:spPr>
          <a:xfrm>
            <a:off x="28321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Freeform 2278"/>
          <p:cNvSpPr/>
          <p:nvPr/>
        </p:nvSpPr>
        <p:spPr>
          <a:xfrm>
            <a:off x="28575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Freeform 2279"/>
          <p:cNvSpPr/>
          <p:nvPr/>
        </p:nvSpPr>
        <p:spPr>
          <a:xfrm>
            <a:off x="28956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Freeform 2280"/>
          <p:cNvSpPr/>
          <p:nvPr/>
        </p:nvSpPr>
        <p:spPr>
          <a:xfrm>
            <a:off x="29210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Freeform 2281"/>
          <p:cNvSpPr/>
          <p:nvPr/>
        </p:nvSpPr>
        <p:spPr>
          <a:xfrm>
            <a:off x="2946400" y="270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Freeform 2282"/>
          <p:cNvSpPr/>
          <p:nvPr/>
        </p:nvSpPr>
        <p:spPr>
          <a:xfrm>
            <a:off x="29845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Freeform 2283"/>
          <p:cNvSpPr/>
          <p:nvPr/>
        </p:nvSpPr>
        <p:spPr>
          <a:xfrm>
            <a:off x="30099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Freeform 2284"/>
          <p:cNvSpPr/>
          <p:nvPr/>
        </p:nvSpPr>
        <p:spPr>
          <a:xfrm>
            <a:off x="3048000" y="2705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Freeform 2285"/>
          <p:cNvSpPr/>
          <p:nvPr/>
        </p:nvSpPr>
        <p:spPr>
          <a:xfrm>
            <a:off x="30734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Freeform 2286"/>
          <p:cNvSpPr/>
          <p:nvPr/>
        </p:nvSpPr>
        <p:spPr>
          <a:xfrm>
            <a:off x="3098800" y="269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Freeform 2287"/>
          <p:cNvSpPr/>
          <p:nvPr/>
        </p:nvSpPr>
        <p:spPr>
          <a:xfrm>
            <a:off x="31369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Freeform 2288"/>
          <p:cNvSpPr/>
          <p:nvPr/>
        </p:nvSpPr>
        <p:spPr>
          <a:xfrm>
            <a:off x="3162300" y="266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Freeform 2289"/>
          <p:cNvSpPr/>
          <p:nvPr/>
        </p:nvSpPr>
        <p:spPr>
          <a:xfrm>
            <a:off x="32004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Freeform 2290"/>
          <p:cNvSpPr/>
          <p:nvPr/>
        </p:nvSpPr>
        <p:spPr>
          <a:xfrm>
            <a:off x="32258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Freeform 2291"/>
          <p:cNvSpPr/>
          <p:nvPr/>
        </p:nvSpPr>
        <p:spPr>
          <a:xfrm>
            <a:off x="3251200" y="267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Freeform 2292"/>
          <p:cNvSpPr/>
          <p:nvPr/>
        </p:nvSpPr>
        <p:spPr>
          <a:xfrm>
            <a:off x="32893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Freeform 2293"/>
          <p:cNvSpPr/>
          <p:nvPr/>
        </p:nvSpPr>
        <p:spPr>
          <a:xfrm>
            <a:off x="3314700" y="2679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Freeform 2294"/>
          <p:cNvSpPr/>
          <p:nvPr/>
        </p:nvSpPr>
        <p:spPr>
          <a:xfrm>
            <a:off x="33528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Freeform 2295"/>
          <p:cNvSpPr/>
          <p:nvPr/>
        </p:nvSpPr>
        <p:spPr>
          <a:xfrm>
            <a:off x="33782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Freeform 2296"/>
          <p:cNvSpPr/>
          <p:nvPr/>
        </p:nvSpPr>
        <p:spPr>
          <a:xfrm>
            <a:off x="34163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Freeform 2297"/>
          <p:cNvSpPr/>
          <p:nvPr/>
        </p:nvSpPr>
        <p:spPr>
          <a:xfrm>
            <a:off x="34417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Freeform 2298"/>
          <p:cNvSpPr/>
          <p:nvPr/>
        </p:nvSpPr>
        <p:spPr>
          <a:xfrm>
            <a:off x="25781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Freeform 2299"/>
          <p:cNvSpPr/>
          <p:nvPr/>
        </p:nvSpPr>
        <p:spPr>
          <a:xfrm>
            <a:off x="2603500" y="273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Freeform 2300"/>
          <p:cNvSpPr/>
          <p:nvPr/>
        </p:nvSpPr>
        <p:spPr>
          <a:xfrm>
            <a:off x="26289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Freeform 2301"/>
          <p:cNvSpPr/>
          <p:nvPr/>
        </p:nvSpPr>
        <p:spPr>
          <a:xfrm>
            <a:off x="2667000" y="2730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Freeform 2302"/>
          <p:cNvSpPr/>
          <p:nvPr/>
        </p:nvSpPr>
        <p:spPr>
          <a:xfrm>
            <a:off x="26924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Freeform 2303"/>
          <p:cNvSpPr/>
          <p:nvPr/>
        </p:nvSpPr>
        <p:spPr>
          <a:xfrm>
            <a:off x="27305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Freeform 2304"/>
          <p:cNvSpPr/>
          <p:nvPr/>
        </p:nvSpPr>
        <p:spPr>
          <a:xfrm>
            <a:off x="2755900" y="271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Freeform 2305"/>
          <p:cNvSpPr/>
          <p:nvPr/>
        </p:nvSpPr>
        <p:spPr>
          <a:xfrm>
            <a:off x="2781300" y="2717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Freeform 2306"/>
          <p:cNvSpPr/>
          <p:nvPr/>
        </p:nvSpPr>
        <p:spPr>
          <a:xfrm>
            <a:off x="2819400" y="270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Freeform 2307"/>
          <p:cNvSpPr/>
          <p:nvPr/>
        </p:nvSpPr>
        <p:spPr>
          <a:xfrm>
            <a:off x="2844800" y="269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Freeform 2308"/>
          <p:cNvSpPr/>
          <p:nvPr/>
        </p:nvSpPr>
        <p:spPr>
          <a:xfrm>
            <a:off x="28829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Freeform 2309"/>
          <p:cNvSpPr/>
          <p:nvPr/>
        </p:nvSpPr>
        <p:spPr>
          <a:xfrm>
            <a:off x="2908300" y="2705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Freeform 2310"/>
          <p:cNvSpPr/>
          <p:nvPr/>
        </p:nvSpPr>
        <p:spPr>
          <a:xfrm>
            <a:off x="2933700" y="2705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Freeform 2311"/>
          <p:cNvSpPr/>
          <p:nvPr/>
        </p:nvSpPr>
        <p:spPr>
          <a:xfrm>
            <a:off x="29718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Freeform 2312"/>
          <p:cNvSpPr/>
          <p:nvPr/>
        </p:nvSpPr>
        <p:spPr>
          <a:xfrm>
            <a:off x="2997200" y="269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Freeform 2313"/>
          <p:cNvSpPr/>
          <p:nvPr/>
        </p:nvSpPr>
        <p:spPr>
          <a:xfrm>
            <a:off x="30353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Freeform 2314"/>
          <p:cNvSpPr/>
          <p:nvPr/>
        </p:nvSpPr>
        <p:spPr>
          <a:xfrm>
            <a:off x="30607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Freeform 2315"/>
          <p:cNvSpPr/>
          <p:nvPr/>
        </p:nvSpPr>
        <p:spPr>
          <a:xfrm>
            <a:off x="30988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Freeform 2316"/>
          <p:cNvSpPr/>
          <p:nvPr/>
        </p:nvSpPr>
        <p:spPr>
          <a:xfrm>
            <a:off x="3124200" y="266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Freeform 2317"/>
          <p:cNvSpPr/>
          <p:nvPr/>
        </p:nvSpPr>
        <p:spPr>
          <a:xfrm>
            <a:off x="3149600" y="266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Freeform 2318"/>
          <p:cNvSpPr/>
          <p:nvPr/>
        </p:nvSpPr>
        <p:spPr>
          <a:xfrm>
            <a:off x="31877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Freeform 2319"/>
          <p:cNvSpPr/>
          <p:nvPr/>
        </p:nvSpPr>
        <p:spPr>
          <a:xfrm>
            <a:off x="32131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Freeform 2320"/>
          <p:cNvSpPr/>
          <p:nvPr/>
        </p:nvSpPr>
        <p:spPr>
          <a:xfrm>
            <a:off x="32512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Freeform 2321"/>
          <p:cNvSpPr/>
          <p:nvPr/>
        </p:nvSpPr>
        <p:spPr>
          <a:xfrm>
            <a:off x="32766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Freeform 2322"/>
          <p:cNvSpPr/>
          <p:nvPr/>
        </p:nvSpPr>
        <p:spPr>
          <a:xfrm>
            <a:off x="3302000" y="266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Freeform 2323"/>
          <p:cNvSpPr/>
          <p:nvPr/>
        </p:nvSpPr>
        <p:spPr>
          <a:xfrm>
            <a:off x="33401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Freeform 2324"/>
          <p:cNvSpPr/>
          <p:nvPr/>
        </p:nvSpPr>
        <p:spPr>
          <a:xfrm>
            <a:off x="3365500" y="2667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Freeform 2325"/>
          <p:cNvSpPr/>
          <p:nvPr/>
        </p:nvSpPr>
        <p:spPr>
          <a:xfrm>
            <a:off x="34036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Freeform 2326"/>
          <p:cNvSpPr/>
          <p:nvPr/>
        </p:nvSpPr>
        <p:spPr>
          <a:xfrm>
            <a:off x="34290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Freeform 2327"/>
          <p:cNvSpPr/>
          <p:nvPr/>
        </p:nvSpPr>
        <p:spPr>
          <a:xfrm>
            <a:off x="2565400" y="2705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Freeform 2328"/>
          <p:cNvSpPr/>
          <p:nvPr/>
        </p:nvSpPr>
        <p:spPr>
          <a:xfrm>
            <a:off x="2590800" y="2705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Freeform 2329"/>
          <p:cNvSpPr/>
          <p:nvPr/>
        </p:nvSpPr>
        <p:spPr>
          <a:xfrm>
            <a:off x="2628900" y="2705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Freeform 2330"/>
          <p:cNvSpPr/>
          <p:nvPr/>
        </p:nvSpPr>
        <p:spPr>
          <a:xfrm>
            <a:off x="2654300" y="2705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Freeform 2331"/>
          <p:cNvSpPr/>
          <p:nvPr/>
        </p:nvSpPr>
        <p:spPr>
          <a:xfrm>
            <a:off x="2679700" y="2692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Freeform 2332"/>
          <p:cNvSpPr/>
          <p:nvPr/>
        </p:nvSpPr>
        <p:spPr>
          <a:xfrm>
            <a:off x="2717800" y="2692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Freeform 2333"/>
          <p:cNvSpPr/>
          <p:nvPr/>
        </p:nvSpPr>
        <p:spPr>
          <a:xfrm>
            <a:off x="2743200" y="2692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Freeform 2334"/>
          <p:cNvSpPr/>
          <p:nvPr/>
        </p:nvSpPr>
        <p:spPr>
          <a:xfrm>
            <a:off x="2781300" y="2692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Freeform 2335"/>
          <p:cNvSpPr/>
          <p:nvPr/>
        </p:nvSpPr>
        <p:spPr>
          <a:xfrm>
            <a:off x="2806700" y="267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3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Freeform 2336"/>
          <p:cNvSpPr/>
          <p:nvPr/>
        </p:nvSpPr>
        <p:spPr>
          <a:xfrm>
            <a:off x="2832100" y="266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A4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Freeform 2337"/>
          <p:cNvSpPr/>
          <p:nvPr/>
        </p:nvSpPr>
        <p:spPr>
          <a:xfrm>
            <a:off x="28702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2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8"/>
          </a:solidFill>
          <a:ln w="3175">
            <a:solidFill>
              <a:srgbClr val="000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Freeform 2338"/>
          <p:cNvSpPr/>
          <p:nvPr/>
        </p:nvSpPr>
        <p:spPr>
          <a:xfrm>
            <a:off x="28956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2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Freeform 2339"/>
          <p:cNvSpPr/>
          <p:nvPr/>
        </p:nvSpPr>
        <p:spPr>
          <a:xfrm>
            <a:off x="29337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Freeform 2340"/>
          <p:cNvSpPr/>
          <p:nvPr/>
        </p:nvSpPr>
        <p:spPr>
          <a:xfrm>
            <a:off x="2959100" y="269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Freeform 2341"/>
          <p:cNvSpPr/>
          <p:nvPr/>
        </p:nvSpPr>
        <p:spPr>
          <a:xfrm>
            <a:off x="2984500" y="2692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Freeform 2342"/>
          <p:cNvSpPr/>
          <p:nvPr/>
        </p:nvSpPr>
        <p:spPr>
          <a:xfrm>
            <a:off x="30226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Freeform 2343"/>
          <p:cNvSpPr/>
          <p:nvPr/>
        </p:nvSpPr>
        <p:spPr>
          <a:xfrm>
            <a:off x="3048000" y="267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Freeform 2344"/>
          <p:cNvSpPr/>
          <p:nvPr/>
        </p:nvSpPr>
        <p:spPr>
          <a:xfrm>
            <a:off x="3086100" y="266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Freeform 2345"/>
          <p:cNvSpPr/>
          <p:nvPr/>
        </p:nvSpPr>
        <p:spPr>
          <a:xfrm>
            <a:off x="3111500" y="2654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Freeform 2346"/>
          <p:cNvSpPr/>
          <p:nvPr/>
        </p:nvSpPr>
        <p:spPr>
          <a:xfrm>
            <a:off x="31496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Freeform 2347"/>
          <p:cNvSpPr/>
          <p:nvPr/>
        </p:nvSpPr>
        <p:spPr>
          <a:xfrm>
            <a:off x="31750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Freeform 2348"/>
          <p:cNvSpPr/>
          <p:nvPr/>
        </p:nvSpPr>
        <p:spPr>
          <a:xfrm>
            <a:off x="3200400" y="266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Freeform 2349"/>
          <p:cNvSpPr/>
          <p:nvPr/>
        </p:nvSpPr>
        <p:spPr>
          <a:xfrm>
            <a:off x="32385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Freeform 2350"/>
          <p:cNvSpPr/>
          <p:nvPr/>
        </p:nvSpPr>
        <p:spPr>
          <a:xfrm>
            <a:off x="3263900" y="2667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Freeform 2351"/>
          <p:cNvSpPr/>
          <p:nvPr/>
        </p:nvSpPr>
        <p:spPr>
          <a:xfrm>
            <a:off x="33020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Freeform 2352"/>
          <p:cNvSpPr/>
          <p:nvPr/>
        </p:nvSpPr>
        <p:spPr>
          <a:xfrm>
            <a:off x="33274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Freeform 2353"/>
          <p:cNvSpPr/>
          <p:nvPr/>
        </p:nvSpPr>
        <p:spPr>
          <a:xfrm>
            <a:off x="3352800" y="265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Freeform 2354"/>
          <p:cNvSpPr/>
          <p:nvPr/>
        </p:nvSpPr>
        <p:spPr>
          <a:xfrm>
            <a:off x="33909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Freeform 2355"/>
          <p:cNvSpPr/>
          <p:nvPr/>
        </p:nvSpPr>
        <p:spPr>
          <a:xfrm>
            <a:off x="3416300" y="2654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Freeform 2356"/>
          <p:cNvSpPr/>
          <p:nvPr/>
        </p:nvSpPr>
        <p:spPr>
          <a:xfrm>
            <a:off x="2552700" y="266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Freeform 2357"/>
          <p:cNvSpPr/>
          <p:nvPr/>
        </p:nvSpPr>
        <p:spPr>
          <a:xfrm>
            <a:off x="2578100" y="266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Freeform 2358"/>
          <p:cNvSpPr/>
          <p:nvPr/>
        </p:nvSpPr>
        <p:spPr>
          <a:xfrm>
            <a:off x="26162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Freeform 2359"/>
          <p:cNvSpPr/>
          <p:nvPr/>
        </p:nvSpPr>
        <p:spPr>
          <a:xfrm>
            <a:off x="26416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Freeform 2360"/>
          <p:cNvSpPr/>
          <p:nvPr/>
        </p:nvSpPr>
        <p:spPr>
          <a:xfrm>
            <a:off x="2667000" y="266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Freeform 2361"/>
          <p:cNvSpPr/>
          <p:nvPr/>
        </p:nvSpPr>
        <p:spPr>
          <a:xfrm>
            <a:off x="2705100" y="265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Freeform 2362"/>
          <p:cNvSpPr/>
          <p:nvPr/>
        </p:nvSpPr>
        <p:spPr>
          <a:xfrm>
            <a:off x="2730500" y="265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Freeform 2363"/>
          <p:cNvSpPr/>
          <p:nvPr/>
        </p:nvSpPr>
        <p:spPr>
          <a:xfrm>
            <a:off x="2768600" y="265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Freeform 2364"/>
          <p:cNvSpPr/>
          <p:nvPr/>
        </p:nvSpPr>
        <p:spPr>
          <a:xfrm>
            <a:off x="2794000" y="2641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BF"/>
          </a:solidFill>
          <a:ln w="3175">
            <a:solidFill>
              <a:srgbClr val="00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Freeform 2365"/>
          <p:cNvSpPr/>
          <p:nvPr/>
        </p:nvSpPr>
        <p:spPr>
          <a:xfrm>
            <a:off x="2832100" y="26162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4"/>
                </a:lnTo>
                <a:lnTo>
                  <a:pt x="2" y="0"/>
                </a:lnTo>
                <a:lnTo>
                  <a:pt x="0" y="2"/>
                </a:lnTo>
                <a:lnTo>
                  <a:pt x="0" y="5"/>
                </a:lnTo>
                <a:close/>
              </a:path>
            </a:pathLst>
          </a:custGeom>
          <a:solidFill>
            <a:srgbClr val="0000DA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Freeform 2366"/>
          <p:cNvSpPr/>
          <p:nvPr/>
        </p:nvSpPr>
        <p:spPr>
          <a:xfrm>
            <a:off x="2857500" y="2616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3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D4"/>
          </a:solidFill>
          <a:ln w="3175">
            <a:solidFill>
              <a:srgbClr val="000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Freeform 2367"/>
          <p:cNvSpPr/>
          <p:nvPr/>
        </p:nvSpPr>
        <p:spPr>
          <a:xfrm>
            <a:off x="2882900" y="265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Freeform 2368"/>
          <p:cNvSpPr/>
          <p:nvPr/>
        </p:nvSpPr>
        <p:spPr>
          <a:xfrm>
            <a:off x="29210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Freeform 2369"/>
          <p:cNvSpPr/>
          <p:nvPr/>
        </p:nvSpPr>
        <p:spPr>
          <a:xfrm>
            <a:off x="29464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Freeform 2370"/>
          <p:cNvSpPr/>
          <p:nvPr/>
        </p:nvSpPr>
        <p:spPr>
          <a:xfrm>
            <a:off x="29845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Freeform 2371"/>
          <p:cNvSpPr/>
          <p:nvPr/>
        </p:nvSpPr>
        <p:spPr>
          <a:xfrm>
            <a:off x="30099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Freeform 2372"/>
          <p:cNvSpPr/>
          <p:nvPr/>
        </p:nvSpPr>
        <p:spPr>
          <a:xfrm>
            <a:off x="3035300" y="2679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Freeform 2373"/>
          <p:cNvSpPr/>
          <p:nvPr/>
        </p:nvSpPr>
        <p:spPr>
          <a:xfrm>
            <a:off x="30734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Freeform 2374"/>
          <p:cNvSpPr/>
          <p:nvPr/>
        </p:nvSpPr>
        <p:spPr>
          <a:xfrm>
            <a:off x="3098800" y="265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Freeform 2375"/>
          <p:cNvSpPr/>
          <p:nvPr/>
        </p:nvSpPr>
        <p:spPr>
          <a:xfrm>
            <a:off x="31369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Freeform 2376"/>
          <p:cNvSpPr/>
          <p:nvPr/>
        </p:nvSpPr>
        <p:spPr>
          <a:xfrm>
            <a:off x="31623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Freeform 2377"/>
          <p:cNvSpPr/>
          <p:nvPr/>
        </p:nvSpPr>
        <p:spPr>
          <a:xfrm>
            <a:off x="3187700" y="265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Freeform 2378"/>
          <p:cNvSpPr/>
          <p:nvPr/>
        </p:nvSpPr>
        <p:spPr>
          <a:xfrm>
            <a:off x="32258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Freeform 2379"/>
          <p:cNvSpPr/>
          <p:nvPr/>
        </p:nvSpPr>
        <p:spPr>
          <a:xfrm>
            <a:off x="3251200" y="265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Freeform 2380"/>
          <p:cNvSpPr/>
          <p:nvPr/>
        </p:nvSpPr>
        <p:spPr>
          <a:xfrm>
            <a:off x="32893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Freeform 2381"/>
          <p:cNvSpPr/>
          <p:nvPr/>
        </p:nvSpPr>
        <p:spPr>
          <a:xfrm>
            <a:off x="3314700" y="2654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Freeform 2382"/>
          <p:cNvSpPr/>
          <p:nvPr/>
        </p:nvSpPr>
        <p:spPr>
          <a:xfrm>
            <a:off x="33528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Freeform 2383"/>
          <p:cNvSpPr/>
          <p:nvPr/>
        </p:nvSpPr>
        <p:spPr>
          <a:xfrm>
            <a:off x="33782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Freeform 2384"/>
          <p:cNvSpPr/>
          <p:nvPr/>
        </p:nvSpPr>
        <p:spPr>
          <a:xfrm>
            <a:off x="3403600" y="264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Freeform 2385"/>
          <p:cNvSpPr/>
          <p:nvPr/>
        </p:nvSpPr>
        <p:spPr>
          <a:xfrm>
            <a:off x="2540000" y="264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Freeform 2386"/>
          <p:cNvSpPr/>
          <p:nvPr/>
        </p:nvSpPr>
        <p:spPr>
          <a:xfrm>
            <a:off x="2565400" y="264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Freeform 2387"/>
          <p:cNvSpPr/>
          <p:nvPr/>
        </p:nvSpPr>
        <p:spPr>
          <a:xfrm>
            <a:off x="26035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Freeform 2388"/>
          <p:cNvSpPr/>
          <p:nvPr/>
        </p:nvSpPr>
        <p:spPr>
          <a:xfrm>
            <a:off x="26289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Freeform 2389"/>
          <p:cNvSpPr/>
          <p:nvPr/>
        </p:nvSpPr>
        <p:spPr>
          <a:xfrm>
            <a:off x="26670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Freeform 2390"/>
          <p:cNvSpPr/>
          <p:nvPr/>
        </p:nvSpPr>
        <p:spPr>
          <a:xfrm>
            <a:off x="2692400" y="262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Freeform 2391"/>
          <p:cNvSpPr/>
          <p:nvPr/>
        </p:nvSpPr>
        <p:spPr>
          <a:xfrm>
            <a:off x="2717800" y="262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Freeform 2392"/>
          <p:cNvSpPr/>
          <p:nvPr/>
        </p:nvSpPr>
        <p:spPr>
          <a:xfrm>
            <a:off x="2755900" y="262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Freeform 2393"/>
          <p:cNvSpPr/>
          <p:nvPr/>
        </p:nvSpPr>
        <p:spPr>
          <a:xfrm>
            <a:off x="2781300" y="261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EF"/>
          </a:solidFill>
          <a:ln w="3175">
            <a:solidFill>
              <a:srgbClr val="000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Freeform 2394"/>
          <p:cNvSpPr/>
          <p:nvPr/>
        </p:nvSpPr>
        <p:spPr>
          <a:xfrm>
            <a:off x="2819400" y="2603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Freeform 2395"/>
          <p:cNvSpPr/>
          <p:nvPr/>
        </p:nvSpPr>
        <p:spPr>
          <a:xfrm>
            <a:off x="2844800" y="2603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2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EE"/>
          </a:solidFill>
          <a:ln w="3175">
            <a:solidFill>
              <a:srgbClr val="000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Freeform 2396"/>
          <p:cNvSpPr/>
          <p:nvPr/>
        </p:nvSpPr>
        <p:spPr>
          <a:xfrm>
            <a:off x="2870200" y="265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0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Freeform 2397"/>
          <p:cNvSpPr/>
          <p:nvPr/>
        </p:nvSpPr>
        <p:spPr>
          <a:xfrm>
            <a:off x="2908300" y="267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Freeform 2398"/>
          <p:cNvSpPr/>
          <p:nvPr/>
        </p:nvSpPr>
        <p:spPr>
          <a:xfrm>
            <a:off x="2933700" y="2679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Freeform 2399"/>
          <p:cNvSpPr/>
          <p:nvPr/>
        </p:nvSpPr>
        <p:spPr>
          <a:xfrm>
            <a:off x="29718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Freeform 2400"/>
          <p:cNvSpPr/>
          <p:nvPr/>
        </p:nvSpPr>
        <p:spPr>
          <a:xfrm>
            <a:off x="29972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Freeform 2401"/>
          <p:cNvSpPr/>
          <p:nvPr/>
        </p:nvSpPr>
        <p:spPr>
          <a:xfrm>
            <a:off x="30353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Freeform 2402"/>
          <p:cNvSpPr/>
          <p:nvPr/>
        </p:nvSpPr>
        <p:spPr>
          <a:xfrm>
            <a:off x="3060700" y="2654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Freeform 2403"/>
          <p:cNvSpPr/>
          <p:nvPr/>
        </p:nvSpPr>
        <p:spPr>
          <a:xfrm>
            <a:off x="3086100" y="264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Freeform 2404"/>
          <p:cNvSpPr/>
          <p:nvPr/>
        </p:nvSpPr>
        <p:spPr>
          <a:xfrm>
            <a:off x="31242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Freeform 2405"/>
          <p:cNvSpPr/>
          <p:nvPr/>
        </p:nvSpPr>
        <p:spPr>
          <a:xfrm>
            <a:off x="31496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Freeform 2406"/>
          <p:cNvSpPr/>
          <p:nvPr/>
        </p:nvSpPr>
        <p:spPr>
          <a:xfrm>
            <a:off x="31877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Freeform 2407"/>
          <p:cNvSpPr/>
          <p:nvPr/>
        </p:nvSpPr>
        <p:spPr>
          <a:xfrm>
            <a:off x="32131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Freeform 2408"/>
          <p:cNvSpPr/>
          <p:nvPr/>
        </p:nvSpPr>
        <p:spPr>
          <a:xfrm>
            <a:off x="3238500" y="264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Freeform 2409"/>
          <p:cNvSpPr/>
          <p:nvPr/>
        </p:nvSpPr>
        <p:spPr>
          <a:xfrm>
            <a:off x="32766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Freeform 2410"/>
          <p:cNvSpPr/>
          <p:nvPr/>
        </p:nvSpPr>
        <p:spPr>
          <a:xfrm>
            <a:off x="3302000" y="264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Freeform 2411"/>
          <p:cNvSpPr/>
          <p:nvPr/>
        </p:nvSpPr>
        <p:spPr>
          <a:xfrm>
            <a:off x="33401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Freeform 2412"/>
          <p:cNvSpPr/>
          <p:nvPr/>
        </p:nvSpPr>
        <p:spPr>
          <a:xfrm>
            <a:off x="3365500" y="264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Freeform 2413"/>
          <p:cNvSpPr/>
          <p:nvPr/>
        </p:nvSpPr>
        <p:spPr>
          <a:xfrm>
            <a:off x="33909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Freeform 2414"/>
          <p:cNvSpPr/>
          <p:nvPr/>
        </p:nvSpPr>
        <p:spPr>
          <a:xfrm>
            <a:off x="2527300" y="262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Freeform 2415"/>
          <p:cNvSpPr/>
          <p:nvPr/>
        </p:nvSpPr>
        <p:spPr>
          <a:xfrm>
            <a:off x="2552700" y="261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Freeform 2416"/>
          <p:cNvSpPr/>
          <p:nvPr/>
        </p:nvSpPr>
        <p:spPr>
          <a:xfrm>
            <a:off x="2590800" y="261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Freeform 2417"/>
          <p:cNvSpPr/>
          <p:nvPr/>
        </p:nvSpPr>
        <p:spPr>
          <a:xfrm>
            <a:off x="2616200" y="261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Freeform 2418"/>
          <p:cNvSpPr/>
          <p:nvPr/>
        </p:nvSpPr>
        <p:spPr>
          <a:xfrm>
            <a:off x="2654300" y="261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Freeform 2419"/>
          <p:cNvSpPr/>
          <p:nvPr/>
        </p:nvSpPr>
        <p:spPr>
          <a:xfrm>
            <a:off x="2679700" y="261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Freeform 2420"/>
          <p:cNvSpPr/>
          <p:nvPr/>
        </p:nvSpPr>
        <p:spPr>
          <a:xfrm>
            <a:off x="2717800" y="260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Freeform 2421"/>
          <p:cNvSpPr/>
          <p:nvPr/>
        </p:nvSpPr>
        <p:spPr>
          <a:xfrm>
            <a:off x="2743200" y="260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Freeform 2422"/>
          <p:cNvSpPr/>
          <p:nvPr/>
        </p:nvSpPr>
        <p:spPr>
          <a:xfrm>
            <a:off x="2768600" y="2603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CFF"/>
          </a:solidFill>
          <a:ln w="3175">
            <a:solidFill>
              <a:srgbClr val="000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Freeform 2423"/>
          <p:cNvSpPr/>
          <p:nvPr/>
        </p:nvSpPr>
        <p:spPr>
          <a:xfrm>
            <a:off x="2806700" y="2590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19FF"/>
          </a:solidFill>
          <a:ln w="3175">
            <a:solidFill>
              <a:srgbClr val="001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Freeform 2424"/>
          <p:cNvSpPr/>
          <p:nvPr/>
        </p:nvSpPr>
        <p:spPr>
          <a:xfrm>
            <a:off x="2832100" y="2590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1"/>
                </a:moveTo>
                <a:lnTo>
                  <a:pt x="3" y="5"/>
                </a:lnTo>
                <a:lnTo>
                  <a:pt x="3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F0"/>
          </a:solidFill>
          <a:ln w="3175">
            <a:solidFill>
              <a:srgbClr val="00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Freeform 2425"/>
          <p:cNvSpPr/>
          <p:nvPr/>
        </p:nvSpPr>
        <p:spPr>
          <a:xfrm>
            <a:off x="2870200" y="264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1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A0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Freeform 2426"/>
          <p:cNvSpPr/>
          <p:nvPr/>
        </p:nvSpPr>
        <p:spPr>
          <a:xfrm>
            <a:off x="28956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Freeform 2427"/>
          <p:cNvSpPr/>
          <p:nvPr/>
        </p:nvSpPr>
        <p:spPr>
          <a:xfrm>
            <a:off x="2921000" y="266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Freeform 2428"/>
          <p:cNvSpPr/>
          <p:nvPr/>
        </p:nvSpPr>
        <p:spPr>
          <a:xfrm>
            <a:off x="2959100" y="266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Freeform 2429"/>
          <p:cNvSpPr/>
          <p:nvPr/>
        </p:nvSpPr>
        <p:spPr>
          <a:xfrm>
            <a:off x="2984500" y="2667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Freeform 2430"/>
          <p:cNvSpPr/>
          <p:nvPr/>
        </p:nvSpPr>
        <p:spPr>
          <a:xfrm>
            <a:off x="30226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Freeform 2431"/>
          <p:cNvSpPr/>
          <p:nvPr/>
        </p:nvSpPr>
        <p:spPr>
          <a:xfrm>
            <a:off x="30480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Freeform 2432"/>
          <p:cNvSpPr/>
          <p:nvPr/>
        </p:nvSpPr>
        <p:spPr>
          <a:xfrm>
            <a:off x="3073400" y="264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Freeform 2433"/>
          <p:cNvSpPr/>
          <p:nvPr/>
        </p:nvSpPr>
        <p:spPr>
          <a:xfrm>
            <a:off x="31115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Freeform 2434"/>
          <p:cNvSpPr/>
          <p:nvPr/>
        </p:nvSpPr>
        <p:spPr>
          <a:xfrm>
            <a:off x="3136900" y="262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Freeform 2435"/>
          <p:cNvSpPr/>
          <p:nvPr/>
        </p:nvSpPr>
        <p:spPr>
          <a:xfrm>
            <a:off x="31750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Freeform 2436"/>
          <p:cNvSpPr/>
          <p:nvPr/>
        </p:nvSpPr>
        <p:spPr>
          <a:xfrm>
            <a:off x="32004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Freeform 2437"/>
          <p:cNvSpPr/>
          <p:nvPr/>
        </p:nvSpPr>
        <p:spPr>
          <a:xfrm>
            <a:off x="32385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Freeform 2438"/>
          <p:cNvSpPr/>
          <p:nvPr/>
        </p:nvSpPr>
        <p:spPr>
          <a:xfrm>
            <a:off x="3263900" y="264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Freeform 2439"/>
          <p:cNvSpPr/>
          <p:nvPr/>
        </p:nvSpPr>
        <p:spPr>
          <a:xfrm>
            <a:off x="32893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Freeform 2440"/>
          <p:cNvSpPr/>
          <p:nvPr/>
        </p:nvSpPr>
        <p:spPr>
          <a:xfrm>
            <a:off x="33274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Freeform 2441"/>
          <p:cNvSpPr/>
          <p:nvPr/>
        </p:nvSpPr>
        <p:spPr>
          <a:xfrm>
            <a:off x="33528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Freeform 2442"/>
          <p:cNvSpPr/>
          <p:nvPr/>
        </p:nvSpPr>
        <p:spPr>
          <a:xfrm>
            <a:off x="33909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Freeform 2443"/>
          <p:cNvSpPr/>
          <p:nvPr/>
        </p:nvSpPr>
        <p:spPr>
          <a:xfrm>
            <a:off x="2514600" y="260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Freeform 2444"/>
          <p:cNvSpPr/>
          <p:nvPr/>
        </p:nvSpPr>
        <p:spPr>
          <a:xfrm>
            <a:off x="2552700" y="2603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Freeform 2445"/>
          <p:cNvSpPr/>
          <p:nvPr/>
        </p:nvSpPr>
        <p:spPr>
          <a:xfrm>
            <a:off x="2578100" y="2590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Freeform 2446"/>
          <p:cNvSpPr/>
          <p:nvPr/>
        </p:nvSpPr>
        <p:spPr>
          <a:xfrm>
            <a:off x="2603500" y="2590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Freeform 2447"/>
          <p:cNvSpPr/>
          <p:nvPr/>
        </p:nvSpPr>
        <p:spPr>
          <a:xfrm>
            <a:off x="2641600" y="2590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Freeform 2448"/>
          <p:cNvSpPr/>
          <p:nvPr/>
        </p:nvSpPr>
        <p:spPr>
          <a:xfrm>
            <a:off x="2667000" y="2590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Freeform 2449"/>
          <p:cNvSpPr/>
          <p:nvPr/>
        </p:nvSpPr>
        <p:spPr>
          <a:xfrm>
            <a:off x="2705100" y="2590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Freeform 2450"/>
          <p:cNvSpPr/>
          <p:nvPr/>
        </p:nvSpPr>
        <p:spPr>
          <a:xfrm>
            <a:off x="2730500" y="2578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Freeform 2451"/>
          <p:cNvSpPr/>
          <p:nvPr/>
        </p:nvSpPr>
        <p:spPr>
          <a:xfrm>
            <a:off x="2755900" y="2578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7FF"/>
          </a:solidFill>
          <a:ln w="3175">
            <a:solidFill>
              <a:srgbClr val="001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Freeform 2452"/>
          <p:cNvSpPr/>
          <p:nvPr/>
        </p:nvSpPr>
        <p:spPr>
          <a:xfrm>
            <a:off x="2794000" y="2578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6FF"/>
          </a:solidFill>
          <a:ln w="3175">
            <a:solidFill>
              <a:srgbClr val="001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Freeform 2453"/>
          <p:cNvSpPr/>
          <p:nvPr/>
        </p:nvSpPr>
        <p:spPr>
          <a:xfrm>
            <a:off x="2819400" y="2578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1"/>
                </a:moveTo>
                <a:lnTo>
                  <a:pt x="4" y="5"/>
                </a:lnTo>
                <a:lnTo>
                  <a:pt x="3" y="5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F2"/>
          </a:solidFill>
          <a:ln w="3175">
            <a:solidFill>
              <a:srgbClr val="000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Freeform 2454"/>
          <p:cNvSpPr/>
          <p:nvPr/>
        </p:nvSpPr>
        <p:spPr>
          <a:xfrm>
            <a:off x="28575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0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Freeform 2455"/>
          <p:cNvSpPr/>
          <p:nvPr/>
        </p:nvSpPr>
        <p:spPr>
          <a:xfrm>
            <a:off x="2882900" y="2667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Freeform 2456"/>
          <p:cNvSpPr/>
          <p:nvPr/>
        </p:nvSpPr>
        <p:spPr>
          <a:xfrm>
            <a:off x="29210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Freeform 2457"/>
          <p:cNvSpPr/>
          <p:nvPr/>
        </p:nvSpPr>
        <p:spPr>
          <a:xfrm>
            <a:off x="29464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Freeform 2458"/>
          <p:cNvSpPr/>
          <p:nvPr/>
        </p:nvSpPr>
        <p:spPr>
          <a:xfrm>
            <a:off x="2971800" y="265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Freeform 2459"/>
          <p:cNvSpPr/>
          <p:nvPr/>
        </p:nvSpPr>
        <p:spPr>
          <a:xfrm>
            <a:off x="30099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Freeform 2460"/>
          <p:cNvSpPr/>
          <p:nvPr/>
        </p:nvSpPr>
        <p:spPr>
          <a:xfrm>
            <a:off x="30353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Freeform 2461"/>
          <p:cNvSpPr/>
          <p:nvPr/>
        </p:nvSpPr>
        <p:spPr>
          <a:xfrm>
            <a:off x="3073400" y="262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Freeform 2462"/>
          <p:cNvSpPr/>
          <p:nvPr/>
        </p:nvSpPr>
        <p:spPr>
          <a:xfrm>
            <a:off x="30988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Freeform 2463"/>
          <p:cNvSpPr/>
          <p:nvPr/>
        </p:nvSpPr>
        <p:spPr>
          <a:xfrm>
            <a:off x="31242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Freeform 2464"/>
          <p:cNvSpPr/>
          <p:nvPr/>
        </p:nvSpPr>
        <p:spPr>
          <a:xfrm>
            <a:off x="31623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Freeform 2465"/>
          <p:cNvSpPr/>
          <p:nvPr/>
        </p:nvSpPr>
        <p:spPr>
          <a:xfrm>
            <a:off x="3187700" y="2641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Freeform 2466"/>
          <p:cNvSpPr/>
          <p:nvPr/>
        </p:nvSpPr>
        <p:spPr>
          <a:xfrm>
            <a:off x="32258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Freeform 2467"/>
          <p:cNvSpPr/>
          <p:nvPr/>
        </p:nvSpPr>
        <p:spPr>
          <a:xfrm>
            <a:off x="32512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Freeform 2468"/>
          <p:cNvSpPr/>
          <p:nvPr/>
        </p:nvSpPr>
        <p:spPr>
          <a:xfrm>
            <a:off x="32766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Freeform 2469"/>
          <p:cNvSpPr/>
          <p:nvPr/>
        </p:nvSpPr>
        <p:spPr>
          <a:xfrm>
            <a:off x="3314700" y="262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Freeform 2470"/>
          <p:cNvSpPr/>
          <p:nvPr/>
        </p:nvSpPr>
        <p:spPr>
          <a:xfrm>
            <a:off x="3340100" y="261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Freeform 2471"/>
          <p:cNvSpPr/>
          <p:nvPr/>
        </p:nvSpPr>
        <p:spPr>
          <a:xfrm>
            <a:off x="3378200" y="261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Freeform 2472"/>
          <p:cNvSpPr/>
          <p:nvPr/>
        </p:nvSpPr>
        <p:spPr>
          <a:xfrm>
            <a:off x="2501900" y="2578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Freeform 2473"/>
          <p:cNvSpPr/>
          <p:nvPr/>
        </p:nvSpPr>
        <p:spPr>
          <a:xfrm>
            <a:off x="2540000" y="2578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Freeform 2474"/>
          <p:cNvSpPr/>
          <p:nvPr/>
        </p:nvSpPr>
        <p:spPr>
          <a:xfrm>
            <a:off x="2565400" y="2578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Freeform 2475"/>
          <p:cNvSpPr/>
          <p:nvPr/>
        </p:nvSpPr>
        <p:spPr>
          <a:xfrm>
            <a:off x="2603500" y="257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Freeform 2476"/>
          <p:cNvSpPr/>
          <p:nvPr/>
        </p:nvSpPr>
        <p:spPr>
          <a:xfrm>
            <a:off x="2628900" y="257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Freeform 2477"/>
          <p:cNvSpPr/>
          <p:nvPr/>
        </p:nvSpPr>
        <p:spPr>
          <a:xfrm>
            <a:off x="2654300" y="2565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Freeform 2478"/>
          <p:cNvSpPr/>
          <p:nvPr/>
        </p:nvSpPr>
        <p:spPr>
          <a:xfrm>
            <a:off x="2692400" y="2565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Freeform 2479"/>
          <p:cNvSpPr/>
          <p:nvPr/>
        </p:nvSpPr>
        <p:spPr>
          <a:xfrm>
            <a:off x="2717800" y="2565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Freeform 2480"/>
          <p:cNvSpPr/>
          <p:nvPr/>
        </p:nvSpPr>
        <p:spPr>
          <a:xfrm>
            <a:off x="2755900" y="256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Freeform 2481"/>
          <p:cNvSpPr/>
          <p:nvPr/>
        </p:nvSpPr>
        <p:spPr>
          <a:xfrm>
            <a:off x="2781300" y="256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7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Freeform 2482"/>
          <p:cNvSpPr/>
          <p:nvPr/>
        </p:nvSpPr>
        <p:spPr>
          <a:xfrm>
            <a:off x="2806700" y="2578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0"/>
                </a:moveTo>
                <a:lnTo>
                  <a:pt x="4" y="5"/>
                </a:lnTo>
                <a:lnTo>
                  <a:pt x="3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F6"/>
          </a:solidFill>
          <a:ln w="3175">
            <a:solidFill>
              <a:srgbClr val="000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Freeform 2483"/>
          <p:cNvSpPr/>
          <p:nvPr/>
        </p:nvSpPr>
        <p:spPr>
          <a:xfrm>
            <a:off x="2844800" y="262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0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Freeform 2484"/>
          <p:cNvSpPr/>
          <p:nvPr/>
        </p:nvSpPr>
        <p:spPr>
          <a:xfrm>
            <a:off x="2870200" y="265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Freeform 2485"/>
          <p:cNvSpPr/>
          <p:nvPr/>
        </p:nvSpPr>
        <p:spPr>
          <a:xfrm>
            <a:off x="2908300" y="265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Freeform 2486"/>
          <p:cNvSpPr/>
          <p:nvPr/>
        </p:nvSpPr>
        <p:spPr>
          <a:xfrm>
            <a:off x="2933700" y="2654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Freeform 2487"/>
          <p:cNvSpPr/>
          <p:nvPr/>
        </p:nvSpPr>
        <p:spPr>
          <a:xfrm>
            <a:off x="2959100" y="264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Freeform 2488"/>
          <p:cNvSpPr/>
          <p:nvPr/>
        </p:nvSpPr>
        <p:spPr>
          <a:xfrm>
            <a:off x="29972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Freeform 2489"/>
          <p:cNvSpPr/>
          <p:nvPr/>
        </p:nvSpPr>
        <p:spPr>
          <a:xfrm>
            <a:off x="3022600" y="264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6"/>
          </a:solidFill>
          <a:ln w="3175">
            <a:solidFill>
              <a:srgbClr val="000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Freeform 2490"/>
          <p:cNvSpPr/>
          <p:nvPr/>
        </p:nvSpPr>
        <p:spPr>
          <a:xfrm>
            <a:off x="3060700" y="261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Freeform 2491"/>
          <p:cNvSpPr/>
          <p:nvPr/>
        </p:nvSpPr>
        <p:spPr>
          <a:xfrm>
            <a:off x="3086100" y="261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Freeform 2492"/>
          <p:cNvSpPr/>
          <p:nvPr/>
        </p:nvSpPr>
        <p:spPr>
          <a:xfrm>
            <a:off x="3124200" y="261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9A"/>
          </a:solidFill>
          <a:ln w="3175">
            <a:solidFill>
              <a:srgbClr val="000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Freeform 2493"/>
          <p:cNvSpPr/>
          <p:nvPr/>
        </p:nvSpPr>
        <p:spPr>
          <a:xfrm>
            <a:off x="31496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Freeform 2494"/>
          <p:cNvSpPr/>
          <p:nvPr/>
        </p:nvSpPr>
        <p:spPr>
          <a:xfrm>
            <a:off x="31750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Freeform 2495"/>
          <p:cNvSpPr/>
          <p:nvPr/>
        </p:nvSpPr>
        <p:spPr>
          <a:xfrm>
            <a:off x="32131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Freeform 2496"/>
          <p:cNvSpPr/>
          <p:nvPr/>
        </p:nvSpPr>
        <p:spPr>
          <a:xfrm>
            <a:off x="3238500" y="262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Freeform 2497"/>
          <p:cNvSpPr/>
          <p:nvPr/>
        </p:nvSpPr>
        <p:spPr>
          <a:xfrm>
            <a:off x="3276600" y="261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Freeform 2498"/>
          <p:cNvSpPr/>
          <p:nvPr/>
        </p:nvSpPr>
        <p:spPr>
          <a:xfrm>
            <a:off x="3302000" y="261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Freeform 2499"/>
          <p:cNvSpPr/>
          <p:nvPr/>
        </p:nvSpPr>
        <p:spPr>
          <a:xfrm>
            <a:off x="3327400" y="261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Freeform 2500"/>
          <p:cNvSpPr/>
          <p:nvPr/>
        </p:nvSpPr>
        <p:spPr>
          <a:xfrm>
            <a:off x="3365500" y="2616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Freeform 2501"/>
          <p:cNvSpPr/>
          <p:nvPr/>
        </p:nvSpPr>
        <p:spPr>
          <a:xfrm>
            <a:off x="2489200" y="2565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Freeform 2502"/>
          <p:cNvSpPr/>
          <p:nvPr/>
        </p:nvSpPr>
        <p:spPr>
          <a:xfrm>
            <a:off x="2527300" y="256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Freeform 2503"/>
          <p:cNvSpPr/>
          <p:nvPr/>
        </p:nvSpPr>
        <p:spPr>
          <a:xfrm>
            <a:off x="2552700" y="2552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Freeform 2504"/>
          <p:cNvSpPr/>
          <p:nvPr/>
        </p:nvSpPr>
        <p:spPr>
          <a:xfrm>
            <a:off x="2590800" y="2552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Freeform 2505"/>
          <p:cNvSpPr/>
          <p:nvPr/>
        </p:nvSpPr>
        <p:spPr>
          <a:xfrm>
            <a:off x="2616200" y="2552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Freeform 2506"/>
          <p:cNvSpPr/>
          <p:nvPr/>
        </p:nvSpPr>
        <p:spPr>
          <a:xfrm>
            <a:off x="2641600" y="2552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Freeform 2507"/>
          <p:cNvSpPr/>
          <p:nvPr/>
        </p:nvSpPr>
        <p:spPr>
          <a:xfrm>
            <a:off x="2679700" y="255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Freeform 2508"/>
          <p:cNvSpPr/>
          <p:nvPr/>
        </p:nvSpPr>
        <p:spPr>
          <a:xfrm>
            <a:off x="2705100" y="2540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Freeform 2509"/>
          <p:cNvSpPr/>
          <p:nvPr/>
        </p:nvSpPr>
        <p:spPr>
          <a:xfrm>
            <a:off x="2743200" y="254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Freeform 2510"/>
          <p:cNvSpPr/>
          <p:nvPr/>
        </p:nvSpPr>
        <p:spPr>
          <a:xfrm>
            <a:off x="2768600" y="2540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2"/>
                </a:moveTo>
                <a:lnTo>
                  <a:pt x="3" y="3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BFF"/>
          </a:solidFill>
          <a:ln w="3175">
            <a:solidFill>
              <a:srgbClr val="003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Freeform 2511"/>
          <p:cNvSpPr/>
          <p:nvPr/>
        </p:nvSpPr>
        <p:spPr>
          <a:xfrm>
            <a:off x="2806700" y="25527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2"/>
                </a:moveTo>
                <a:lnTo>
                  <a:pt x="3" y="6"/>
                </a:lnTo>
                <a:lnTo>
                  <a:pt x="2" y="4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8FF"/>
          </a:solidFill>
          <a:ln w="3175">
            <a:solidFill>
              <a:srgbClr val="000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Freeform 2512"/>
          <p:cNvSpPr/>
          <p:nvPr/>
        </p:nvSpPr>
        <p:spPr>
          <a:xfrm>
            <a:off x="2832100" y="2603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2"/>
                </a:moveTo>
                <a:lnTo>
                  <a:pt x="3" y="4"/>
                </a:lnTo>
                <a:lnTo>
                  <a:pt x="2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B3"/>
          </a:solidFill>
          <a:ln w="3175">
            <a:solidFill>
              <a:srgbClr val="00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Freeform 2513"/>
          <p:cNvSpPr/>
          <p:nvPr/>
        </p:nvSpPr>
        <p:spPr>
          <a:xfrm>
            <a:off x="2857500" y="262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Freeform 2514"/>
          <p:cNvSpPr/>
          <p:nvPr/>
        </p:nvSpPr>
        <p:spPr>
          <a:xfrm>
            <a:off x="2895600" y="262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Freeform 2515"/>
          <p:cNvSpPr/>
          <p:nvPr/>
        </p:nvSpPr>
        <p:spPr>
          <a:xfrm>
            <a:off x="2921000" y="2616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Freeform 2516"/>
          <p:cNvSpPr/>
          <p:nvPr/>
        </p:nvSpPr>
        <p:spPr>
          <a:xfrm>
            <a:off x="2959100" y="2616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Freeform 2517"/>
          <p:cNvSpPr/>
          <p:nvPr/>
        </p:nvSpPr>
        <p:spPr>
          <a:xfrm>
            <a:off x="2984500" y="261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Freeform 2518"/>
          <p:cNvSpPr/>
          <p:nvPr/>
        </p:nvSpPr>
        <p:spPr>
          <a:xfrm>
            <a:off x="3009900" y="260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Freeform 2519"/>
          <p:cNvSpPr/>
          <p:nvPr/>
        </p:nvSpPr>
        <p:spPr>
          <a:xfrm>
            <a:off x="3048000" y="25273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7"/>
                </a:lnTo>
                <a:lnTo>
                  <a:pt x="2" y="0"/>
                </a:lnTo>
                <a:lnTo>
                  <a:pt x="0" y="6"/>
                </a:lnTo>
                <a:lnTo>
                  <a:pt x="1" y="9"/>
                </a:lnTo>
                <a:close/>
              </a:path>
            </a:pathLst>
          </a:custGeom>
          <a:solidFill>
            <a:srgbClr val="0000CF"/>
          </a:solidFill>
          <a:ln w="3175">
            <a:solidFill>
              <a:srgbClr val="000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Freeform 2520"/>
          <p:cNvSpPr/>
          <p:nvPr/>
        </p:nvSpPr>
        <p:spPr>
          <a:xfrm>
            <a:off x="3073400" y="2400300"/>
            <a:ext cx="50800" cy="215900"/>
          </a:xfrm>
          <a:custGeom>
            <a:avLst/>
            <a:gdLst/>
            <a:ahLst/>
            <a:cxnLst/>
            <a:rect l="l" t="t" r="r" b="b"/>
            <a:pathLst>
              <a:path w="4" h="17">
                <a:moveTo>
                  <a:pt x="1" y="17"/>
                </a:moveTo>
                <a:lnTo>
                  <a:pt x="4" y="17"/>
                </a:lnTo>
                <a:lnTo>
                  <a:pt x="3" y="0"/>
                </a:lnTo>
                <a:lnTo>
                  <a:pt x="0" y="10"/>
                </a:lnTo>
                <a:lnTo>
                  <a:pt x="1" y="17"/>
                </a:lnTo>
                <a:close/>
              </a:path>
            </a:pathLst>
          </a:custGeom>
          <a:solidFill>
            <a:srgbClr val="0034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Freeform 2521"/>
          <p:cNvSpPr/>
          <p:nvPr/>
        </p:nvSpPr>
        <p:spPr>
          <a:xfrm>
            <a:off x="3111500" y="2400300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" h="18">
                <a:moveTo>
                  <a:pt x="1" y="17"/>
                </a:moveTo>
                <a:lnTo>
                  <a:pt x="3" y="18"/>
                </a:lnTo>
                <a:lnTo>
                  <a:pt x="2" y="6"/>
                </a:lnTo>
                <a:lnTo>
                  <a:pt x="0" y="0"/>
                </a:lnTo>
                <a:lnTo>
                  <a:pt x="1" y="17"/>
                </a:lnTo>
                <a:close/>
              </a:path>
            </a:pathLst>
          </a:custGeom>
          <a:solidFill>
            <a:srgbClr val="0046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Freeform 2522"/>
          <p:cNvSpPr/>
          <p:nvPr/>
        </p:nvSpPr>
        <p:spPr>
          <a:xfrm>
            <a:off x="3136900" y="24765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2"/>
                </a:lnTo>
                <a:lnTo>
                  <a:pt x="2" y="2"/>
                </a:lnTo>
                <a:lnTo>
                  <a:pt x="0" y="0"/>
                </a:lnTo>
                <a:lnTo>
                  <a:pt x="1" y="12"/>
                </a:lnTo>
                <a:close/>
              </a:path>
            </a:pathLst>
          </a:custGeom>
          <a:solidFill>
            <a:srgbClr val="000BFF"/>
          </a:solidFill>
          <a:ln w="3175">
            <a:solidFill>
              <a:srgbClr val="000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Freeform 2523"/>
          <p:cNvSpPr/>
          <p:nvPr/>
        </p:nvSpPr>
        <p:spPr>
          <a:xfrm>
            <a:off x="3162300" y="25019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Freeform 2524"/>
          <p:cNvSpPr/>
          <p:nvPr/>
        </p:nvSpPr>
        <p:spPr>
          <a:xfrm>
            <a:off x="3200400" y="24892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1"/>
                </a:lnTo>
                <a:lnTo>
                  <a:pt x="2" y="0"/>
                </a:lnTo>
                <a:lnTo>
                  <a:pt x="0" y="1"/>
                </a:lnTo>
                <a:lnTo>
                  <a:pt x="1" y="11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Freeform 2525"/>
          <p:cNvSpPr/>
          <p:nvPr/>
        </p:nvSpPr>
        <p:spPr>
          <a:xfrm>
            <a:off x="3225800" y="24892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11"/>
                </a:lnTo>
                <a:lnTo>
                  <a:pt x="3" y="0"/>
                </a:lnTo>
                <a:lnTo>
                  <a:pt x="0" y="0"/>
                </a:lnTo>
                <a:lnTo>
                  <a:pt x="1" y="11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Freeform 2526"/>
          <p:cNvSpPr/>
          <p:nvPr/>
        </p:nvSpPr>
        <p:spPr>
          <a:xfrm>
            <a:off x="3263900" y="24892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1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Freeform 2527"/>
          <p:cNvSpPr/>
          <p:nvPr/>
        </p:nvSpPr>
        <p:spPr>
          <a:xfrm>
            <a:off x="3289300" y="24892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Freeform 2528"/>
          <p:cNvSpPr/>
          <p:nvPr/>
        </p:nvSpPr>
        <p:spPr>
          <a:xfrm>
            <a:off x="3327400" y="24892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0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Freeform 2529"/>
          <p:cNvSpPr/>
          <p:nvPr/>
        </p:nvSpPr>
        <p:spPr>
          <a:xfrm>
            <a:off x="3352800" y="24765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1"/>
                </a:lnTo>
                <a:lnTo>
                  <a:pt x="2" y="0"/>
                </a:lnTo>
                <a:lnTo>
                  <a:pt x="0" y="1"/>
                </a:lnTo>
                <a:lnTo>
                  <a:pt x="1" y="11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Freeform 2530"/>
          <p:cNvSpPr/>
          <p:nvPr/>
        </p:nvSpPr>
        <p:spPr>
          <a:xfrm>
            <a:off x="2489200" y="254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Freeform 2531"/>
          <p:cNvSpPr/>
          <p:nvPr/>
        </p:nvSpPr>
        <p:spPr>
          <a:xfrm>
            <a:off x="2514600" y="254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Freeform 2532"/>
          <p:cNvSpPr/>
          <p:nvPr/>
        </p:nvSpPr>
        <p:spPr>
          <a:xfrm>
            <a:off x="2540000" y="252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Freeform 2533"/>
          <p:cNvSpPr/>
          <p:nvPr/>
        </p:nvSpPr>
        <p:spPr>
          <a:xfrm>
            <a:off x="2578100" y="2527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Freeform 2534"/>
          <p:cNvSpPr/>
          <p:nvPr/>
        </p:nvSpPr>
        <p:spPr>
          <a:xfrm>
            <a:off x="2603500" y="2527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Freeform 2535"/>
          <p:cNvSpPr/>
          <p:nvPr/>
        </p:nvSpPr>
        <p:spPr>
          <a:xfrm>
            <a:off x="2641600" y="2527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Freeform 2536"/>
          <p:cNvSpPr/>
          <p:nvPr/>
        </p:nvSpPr>
        <p:spPr>
          <a:xfrm>
            <a:off x="2667000" y="2527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Freeform 2537"/>
          <p:cNvSpPr/>
          <p:nvPr/>
        </p:nvSpPr>
        <p:spPr>
          <a:xfrm>
            <a:off x="2692400" y="251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Freeform 2538"/>
          <p:cNvSpPr/>
          <p:nvPr/>
        </p:nvSpPr>
        <p:spPr>
          <a:xfrm>
            <a:off x="2730500" y="2514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Freeform 2539"/>
          <p:cNvSpPr/>
          <p:nvPr/>
        </p:nvSpPr>
        <p:spPr>
          <a:xfrm>
            <a:off x="2755900" y="251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1FF"/>
          </a:solidFill>
          <a:ln w="3175">
            <a:solidFill>
              <a:srgbClr val="005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Freeform 2540"/>
          <p:cNvSpPr/>
          <p:nvPr/>
        </p:nvSpPr>
        <p:spPr>
          <a:xfrm>
            <a:off x="2794000" y="25146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3"/>
                </a:moveTo>
                <a:lnTo>
                  <a:pt x="3" y="7"/>
                </a:lnTo>
                <a:lnTo>
                  <a:pt x="2" y="4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3FF"/>
          </a:solidFill>
          <a:ln w="3175">
            <a:solidFill>
              <a:srgbClr val="002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Freeform 2541"/>
          <p:cNvSpPr/>
          <p:nvPr/>
        </p:nvSpPr>
        <p:spPr>
          <a:xfrm>
            <a:off x="2819400" y="2565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3"/>
                </a:moveTo>
                <a:lnTo>
                  <a:pt x="3" y="5"/>
                </a:lnTo>
                <a:lnTo>
                  <a:pt x="2" y="2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E0"/>
          </a:solidFill>
          <a:ln w="3175">
            <a:solidFill>
              <a:srgbClr val="000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Freeform 2542"/>
          <p:cNvSpPr/>
          <p:nvPr/>
        </p:nvSpPr>
        <p:spPr>
          <a:xfrm>
            <a:off x="2844800" y="259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Freeform 2543"/>
          <p:cNvSpPr/>
          <p:nvPr/>
        </p:nvSpPr>
        <p:spPr>
          <a:xfrm>
            <a:off x="2882900" y="259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Freeform 2544"/>
          <p:cNvSpPr/>
          <p:nvPr/>
        </p:nvSpPr>
        <p:spPr>
          <a:xfrm>
            <a:off x="2908300" y="259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Freeform 2545"/>
          <p:cNvSpPr/>
          <p:nvPr/>
        </p:nvSpPr>
        <p:spPr>
          <a:xfrm>
            <a:off x="2946400" y="257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Freeform 2546"/>
          <p:cNvSpPr/>
          <p:nvPr/>
        </p:nvSpPr>
        <p:spPr>
          <a:xfrm>
            <a:off x="2971800" y="257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Freeform 2547"/>
          <p:cNvSpPr/>
          <p:nvPr/>
        </p:nvSpPr>
        <p:spPr>
          <a:xfrm>
            <a:off x="3009900" y="256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0" y="4"/>
                </a:lnTo>
                <a:close/>
              </a:path>
            </a:pathLst>
          </a:custGeom>
          <a:solidFill>
            <a:srgbClr val="0000D1"/>
          </a:solidFill>
          <a:ln w="3175">
            <a:solidFill>
              <a:srgbClr val="0000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Freeform 2548"/>
          <p:cNvSpPr/>
          <p:nvPr/>
        </p:nvSpPr>
        <p:spPr>
          <a:xfrm>
            <a:off x="3035300" y="25019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2"/>
                </a:lnTo>
                <a:lnTo>
                  <a:pt x="2" y="0"/>
                </a:lnTo>
                <a:lnTo>
                  <a:pt x="0" y="5"/>
                </a:lnTo>
                <a:lnTo>
                  <a:pt x="1" y="8"/>
                </a:lnTo>
                <a:close/>
              </a:path>
            </a:pathLst>
          </a:custGeom>
          <a:solidFill>
            <a:srgbClr val="0021FF"/>
          </a:solidFill>
          <a:ln w="3175">
            <a:solidFill>
              <a:srgbClr val="001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Freeform 2549"/>
          <p:cNvSpPr/>
          <p:nvPr/>
        </p:nvSpPr>
        <p:spPr>
          <a:xfrm>
            <a:off x="3060700" y="23241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6"/>
                </a:lnTo>
                <a:lnTo>
                  <a:pt x="3" y="0"/>
                </a:lnTo>
                <a:lnTo>
                  <a:pt x="0" y="14"/>
                </a:lnTo>
                <a:lnTo>
                  <a:pt x="1" y="16"/>
                </a:lnTo>
                <a:close/>
              </a:path>
            </a:pathLst>
          </a:custGeom>
          <a:solidFill>
            <a:srgbClr val="00F3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Freeform 2550"/>
          <p:cNvSpPr/>
          <p:nvPr/>
        </p:nvSpPr>
        <p:spPr>
          <a:xfrm>
            <a:off x="3098800" y="23241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6"/>
                </a:moveTo>
                <a:lnTo>
                  <a:pt x="3" y="12"/>
                </a:lnTo>
                <a:lnTo>
                  <a:pt x="2" y="3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4BFFB4"/>
          </a:solidFill>
          <a:ln w="3175">
            <a:solidFill>
              <a:srgbClr val="3C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Freeform 2551"/>
          <p:cNvSpPr/>
          <p:nvPr/>
        </p:nvSpPr>
        <p:spPr>
          <a:xfrm>
            <a:off x="3124200" y="23622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9"/>
                </a:moveTo>
                <a:lnTo>
                  <a:pt x="3" y="11"/>
                </a:lnTo>
                <a:lnTo>
                  <a:pt x="3" y="2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00F3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Freeform 2552"/>
          <p:cNvSpPr/>
          <p:nvPr/>
        </p:nvSpPr>
        <p:spPr>
          <a:xfrm>
            <a:off x="3162300" y="23876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0" y="9"/>
                </a:moveTo>
                <a:lnTo>
                  <a:pt x="3" y="9"/>
                </a:lnTo>
                <a:lnTo>
                  <a:pt x="2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Freeform 2553"/>
          <p:cNvSpPr/>
          <p:nvPr/>
        </p:nvSpPr>
        <p:spPr>
          <a:xfrm>
            <a:off x="3187700" y="23876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Freeform 2554"/>
          <p:cNvSpPr/>
          <p:nvPr/>
        </p:nvSpPr>
        <p:spPr>
          <a:xfrm>
            <a:off x="3213100" y="23876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Freeform 2555"/>
          <p:cNvSpPr/>
          <p:nvPr/>
        </p:nvSpPr>
        <p:spPr>
          <a:xfrm>
            <a:off x="3251200" y="23876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Freeform 2556"/>
          <p:cNvSpPr/>
          <p:nvPr/>
        </p:nvSpPr>
        <p:spPr>
          <a:xfrm>
            <a:off x="3276600" y="23749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9"/>
                </a:lnTo>
                <a:lnTo>
                  <a:pt x="3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Freeform 2557"/>
          <p:cNvSpPr/>
          <p:nvPr/>
        </p:nvSpPr>
        <p:spPr>
          <a:xfrm>
            <a:off x="3314700" y="23749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9"/>
                </a:lnTo>
                <a:lnTo>
                  <a:pt x="2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Freeform 2558"/>
          <p:cNvSpPr/>
          <p:nvPr/>
        </p:nvSpPr>
        <p:spPr>
          <a:xfrm>
            <a:off x="3340100" y="23749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Freeform 2559"/>
          <p:cNvSpPr/>
          <p:nvPr/>
        </p:nvSpPr>
        <p:spPr>
          <a:xfrm>
            <a:off x="2476500" y="2514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Freeform 2560"/>
          <p:cNvSpPr/>
          <p:nvPr/>
        </p:nvSpPr>
        <p:spPr>
          <a:xfrm>
            <a:off x="2501900" y="2514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Freeform 2561"/>
          <p:cNvSpPr/>
          <p:nvPr/>
        </p:nvSpPr>
        <p:spPr>
          <a:xfrm>
            <a:off x="2527300" y="2501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Freeform 2562"/>
          <p:cNvSpPr/>
          <p:nvPr/>
        </p:nvSpPr>
        <p:spPr>
          <a:xfrm>
            <a:off x="2565400" y="2501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Freeform 2563"/>
          <p:cNvSpPr/>
          <p:nvPr/>
        </p:nvSpPr>
        <p:spPr>
          <a:xfrm>
            <a:off x="2590800" y="2501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Freeform 2564"/>
          <p:cNvSpPr/>
          <p:nvPr/>
        </p:nvSpPr>
        <p:spPr>
          <a:xfrm>
            <a:off x="2628900" y="2501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Freeform 2565"/>
          <p:cNvSpPr/>
          <p:nvPr/>
        </p:nvSpPr>
        <p:spPr>
          <a:xfrm>
            <a:off x="2654300" y="2501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Freeform 2566"/>
          <p:cNvSpPr/>
          <p:nvPr/>
        </p:nvSpPr>
        <p:spPr>
          <a:xfrm>
            <a:off x="2692400" y="248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Freeform 2567"/>
          <p:cNvSpPr/>
          <p:nvPr/>
        </p:nvSpPr>
        <p:spPr>
          <a:xfrm>
            <a:off x="2717800" y="2489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AFF"/>
          </a:solidFill>
          <a:ln w="3175">
            <a:solidFill>
              <a:srgbClr val="007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Freeform 2568"/>
          <p:cNvSpPr/>
          <p:nvPr/>
        </p:nvSpPr>
        <p:spPr>
          <a:xfrm>
            <a:off x="2743200" y="2489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0FF"/>
          </a:solidFill>
          <a:ln w="3175">
            <a:solidFill>
              <a:srgbClr val="007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Freeform 2569"/>
          <p:cNvSpPr/>
          <p:nvPr/>
        </p:nvSpPr>
        <p:spPr>
          <a:xfrm>
            <a:off x="2781300" y="25019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1"/>
                </a:moveTo>
                <a:lnTo>
                  <a:pt x="3" y="5"/>
                </a:lnTo>
                <a:lnTo>
                  <a:pt x="2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Freeform 2570"/>
          <p:cNvSpPr/>
          <p:nvPr/>
        </p:nvSpPr>
        <p:spPr>
          <a:xfrm>
            <a:off x="2806700" y="255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9FF"/>
          </a:solidFill>
          <a:ln w="3175">
            <a:solidFill>
              <a:srgbClr val="000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Freeform 2571"/>
          <p:cNvSpPr/>
          <p:nvPr/>
        </p:nvSpPr>
        <p:spPr>
          <a:xfrm>
            <a:off x="2844800" y="2565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00EF"/>
          </a:solidFill>
          <a:ln w="3175">
            <a:solidFill>
              <a:srgbClr val="000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Freeform 2572"/>
          <p:cNvSpPr/>
          <p:nvPr/>
        </p:nvSpPr>
        <p:spPr>
          <a:xfrm>
            <a:off x="2870200" y="2565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F"/>
          </a:solidFill>
          <a:ln w="3175">
            <a:solidFill>
              <a:srgbClr val="000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Freeform 2573"/>
          <p:cNvSpPr/>
          <p:nvPr/>
        </p:nvSpPr>
        <p:spPr>
          <a:xfrm>
            <a:off x="2895600" y="2565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F"/>
          </a:solidFill>
          <a:ln w="3175">
            <a:solidFill>
              <a:srgbClr val="000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Freeform 2574"/>
          <p:cNvSpPr/>
          <p:nvPr/>
        </p:nvSpPr>
        <p:spPr>
          <a:xfrm>
            <a:off x="2933700" y="2565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F"/>
          </a:solidFill>
          <a:ln w="3175">
            <a:solidFill>
              <a:srgbClr val="000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Freeform 2575"/>
          <p:cNvSpPr/>
          <p:nvPr/>
        </p:nvSpPr>
        <p:spPr>
          <a:xfrm>
            <a:off x="2959100" y="2552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EF"/>
          </a:solidFill>
          <a:ln w="3175">
            <a:solidFill>
              <a:srgbClr val="000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Freeform 2576"/>
          <p:cNvSpPr/>
          <p:nvPr/>
        </p:nvSpPr>
        <p:spPr>
          <a:xfrm>
            <a:off x="2997200" y="2540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FA"/>
          </a:solidFill>
          <a:ln w="3175">
            <a:solidFill>
              <a:srgbClr val="000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Freeform 2577"/>
          <p:cNvSpPr/>
          <p:nvPr/>
        </p:nvSpPr>
        <p:spPr>
          <a:xfrm>
            <a:off x="3022600" y="24892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6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Freeform 2578"/>
          <p:cNvSpPr/>
          <p:nvPr/>
        </p:nvSpPr>
        <p:spPr>
          <a:xfrm>
            <a:off x="3048000" y="2311400"/>
            <a:ext cx="50800" cy="190500"/>
          </a:xfrm>
          <a:custGeom>
            <a:avLst/>
            <a:gdLst/>
            <a:ahLst/>
            <a:cxnLst/>
            <a:rect l="l" t="t" r="r" b="b"/>
            <a:pathLst>
              <a:path w="4" h="15">
                <a:moveTo>
                  <a:pt x="1" y="15"/>
                </a:moveTo>
                <a:lnTo>
                  <a:pt x="4" y="1"/>
                </a:lnTo>
                <a:lnTo>
                  <a:pt x="3" y="0"/>
                </a:lnTo>
                <a:lnTo>
                  <a:pt x="0" y="14"/>
                </a:lnTo>
                <a:lnTo>
                  <a:pt x="1" y="15"/>
                </a:lnTo>
                <a:close/>
              </a:path>
            </a:pathLst>
          </a:custGeom>
          <a:solidFill>
            <a:srgbClr val="23FFDC"/>
          </a:solidFill>
          <a:ln w="3175">
            <a:solidFill>
              <a:srgbClr val="1C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Freeform 2579"/>
          <p:cNvSpPr/>
          <p:nvPr/>
        </p:nvSpPr>
        <p:spPr>
          <a:xfrm>
            <a:off x="3086100" y="2311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B2FF4D"/>
          </a:solidFill>
          <a:ln w="3175">
            <a:solidFill>
              <a:srgbClr val="8FC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Freeform 2580"/>
          <p:cNvSpPr/>
          <p:nvPr/>
        </p:nvSpPr>
        <p:spPr>
          <a:xfrm>
            <a:off x="3111500" y="2324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3"/>
                </a:moveTo>
                <a:lnTo>
                  <a:pt x="4" y="5"/>
                </a:lnTo>
                <a:lnTo>
                  <a:pt x="3" y="1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7FFF80"/>
          </a:solidFill>
          <a:ln w="3175">
            <a:solidFill>
              <a:srgbClr val="66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Freeform 2581"/>
          <p:cNvSpPr/>
          <p:nvPr/>
        </p:nvSpPr>
        <p:spPr>
          <a:xfrm>
            <a:off x="3149600" y="2336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Freeform 2582"/>
          <p:cNvSpPr/>
          <p:nvPr/>
        </p:nvSpPr>
        <p:spPr>
          <a:xfrm>
            <a:off x="3175000" y="2324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Freeform 2583"/>
          <p:cNvSpPr/>
          <p:nvPr/>
        </p:nvSpPr>
        <p:spPr>
          <a:xfrm>
            <a:off x="3213100" y="2324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Freeform 2584"/>
          <p:cNvSpPr/>
          <p:nvPr/>
        </p:nvSpPr>
        <p:spPr>
          <a:xfrm>
            <a:off x="3238500" y="2324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Freeform 2585"/>
          <p:cNvSpPr/>
          <p:nvPr/>
        </p:nvSpPr>
        <p:spPr>
          <a:xfrm>
            <a:off x="3263900" y="2324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Freeform 2586"/>
          <p:cNvSpPr/>
          <p:nvPr/>
        </p:nvSpPr>
        <p:spPr>
          <a:xfrm>
            <a:off x="3302000" y="2324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Freeform 2587"/>
          <p:cNvSpPr/>
          <p:nvPr/>
        </p:nvSpPr>
        <p:spPr>
          <a:xfrm>
            <a:off x="3327400" y="2311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Freeform 2588"/>
          <p:cNvSpPr/>
          <p:nvPr/>
        </p:nvSpPr>
        <p:spPr>
          <a:xfrm>
            <a:off x="2463800" y="2489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Freeform 2589"/>
          <p:cNvSpPr/>
          <p:nvPr/>
        </p:nvSpPr>
        <p:spPr>
          <a:xfrm>
            <a:off x="2489200" y="2489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Freeform 2590"/>
          <p:cNvSpPr/>
          <p:nvPr/>
        </p:nvSpPr>
        <p:spPr>
          <a:xfrm>
            <a:off x="2527300" y="2489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Freeform 2591"/>
          <p:cNvSpPr/>
          <p:nvPr/>
        </p:nvSpPr>
        <p:spPr>
          <a:xfrm>
            <a:off x="2552700" y="2489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Freeform 2592"/>
          <p:cNvSpPr/>
          <p:nvPr/>
        </p:nvSpPr>
        <p:spPr>
          <a:xfrm>
            <a:off x="2578100" y="2476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Freeform 2593"/>
          <p:cNvSpPr/>
          <p:nvPr/>
        </p:nvSpPr>
        <p:spPr>
          <a:xfrm>
            <a:off x="2616200" y="2476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Freeform 2594"/>
          <p:cNvSpPr/>
          <p:nvPr/>
        </p:nvSpPr>
        <p:spPr>
          <a:xfrm>
            <a:off x="2641600" y="2476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Freeform 2595"/>
          <p:cNvSpPr/>
          <p:nvPr/>
        </p:nvSpPr>
        <p:spPr>
          <a:xfrm>
            <a:off x="2679700" y="2476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Freeform 2596"/>
          <p:cNvSpPr/>
          <p:nvPr/>
        </p:nvSpPr>
        <p:spPr>
          <a:xfrm>
            <a:off x="2705100" y="2476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B5FF"/>
          </a:solidFill>
          <a:ln w="3175">
            <a:solidFill>
              <a:srgbClr val="009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Freeform 2597"/>
          <p:cNvSpPr/>
          <p:nvPr/>
        </p:nvSpPr>
        <p:spPr>
          <a:xfrm>
            <a:off x="2730500" y="2476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CFF"/>
          </a:solidFill>
          <a:ln w="3175">
            <a:solidFill>
              <a:srgbClr val="007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Freeform 2598"/>
          <p:cNvSpPr/>
          <p:nvPr/>
        </p:nvSpPr>
        <p:spPr>
          <a:xfrm>
            <a:off x="2768600" y="250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3" y="4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59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Freeform 2599"/>
          <p:cNvSpPr/>
          <p:nvPr/>
        </p:nvSpPr>
        <p:spPr>
          <a:xfrm>
            <a:off x="2794000" y="2540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1FFF"/>
          </a:solidFill>
          <a:ln w="3175">
            <a:solidFill>
              <a:srgbClr val="001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Freeform 2600"/>
          <p:cNvSpPr/>
          <p:nvPr/>
        </p:nvSpPr>
        <p:spPr>
          <a:xfrm>
            <a:off x="2832100" y="254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10FF"/>
          </a:solidFill>
          <a:ln w="3175">
            <a:solidFill>
              <a:srgbClr val="000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Freeform 2601"/>
          <p:cNvSpPr/>
          <p:nvPr/>
        </p:nvSpPr>
        <p:spPr>
          <a:xfrm>
            <a:off x="2857500" y="254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10FF"/>
          </a:solidFill>
          <a:ln w="3175">
            <a:solidFill>
              <a:srgbClr val="000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Freeform 2602"/>
          <p:cNvSpPr/>
          <p:nvPr/>
        </p:nvSpPr>
        <p:spPr>
          <a:xfrm>
            <a:off x="2895600" y="254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10FF"/>
          </a:solidFill>
          <a:ln w="3175">
            <a:solidFill>
              <a:srgbClr val="000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Freeform 2603"/>
          <p:cNvSpPr/>
          <p:nvPr/>
        </p:nvSpPr>
        <p:spPr>
          <a:xfrm>
            <a:off x="2921000" y="254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10FF"/>
          </a:solidFill>
          <a:ln w="3175">
            <a:solidFill>
              <a:srgbClr val="000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Freeform 2604"/>
          <p:cNvSpPr/>
          <p:nvPr/>
        </p:nvSpPr>
        <p:spPr>
          <a:xfrm>
            <a:off x="2946400" y="252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10FF"/>
          </a:solidFill>
          <a:ln w="3175">
            <a:solidFill>
              <a:srgbClr val="000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Freeform 2605"/>
          <p:cNvSpPr/>
          <p:nvPr/>
        </p:nvSpPr>
        <p:spPr>
          <a:xfrm>
            <a:off x="2984500" y="2527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13FF"/>
          </a:solidFill>
          <a:ln w="3175">
            <a:solidFill>
              <a:srgbClr val="000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Freeform 2606"/>
          <p:cNvSpPr/>
          <p:nvPr/>
        </p:nvSpPr>
        <p:spPr>
          <a:xfrm>
            <a:off x="3009900" y="2476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1"/>
                </a:lnTo>
                <a:lnTo>
                  <a:pt x="3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0048FF"/>
          </a:solidFill>
          <a:ln w="3175">
            <a:solidFill>
              <a:srgbClr val="003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Freeform 2607"/>
          <p:cNvSpPr/>
          <p:nvPr/>
        </p:nvSpPr>
        <p:spPr>
          <a:xfrm>
            <a:off x="3048000" y="2311400"/>
            <a:ext cx="38100" cy="177800"/>
          </a:xfrm>
          <a:custGeom>
            <a:avLst/>
            <a:gdLst/>
            <a:ahLst/>
            <a:cxnLst/>
            <a:rect l="l" t="t" r="r" b="b"/>
            <a:pathLst>
              <a:path w="3" h="14">
                <a:moveTo>
                  <a:pt x="0" y="14"/>
                </a:moveTo>
                <a:lnTo>
                  <a:pt x="3" y="0"/>
                </a:lnTo>
                <a:lnTo>
                  <a:pt x="2" y="0"/>
                </a:lnTo>
                <a:lnTo>
                  <a:pt x="0" y="13"/>
                </a:lnTo>
                <a:lnTo>
                  <a:pt x="0" y="14"/>
                </a:lnTo>
                <a:close/>
              </a:path>
            </a:pathLst>
          </a:custGeom>
          <a:solidFill>
            <a:srgbClr val="23FFDC"/>
          </a:solidFill>
          <a:ln w="3175">
            <a:solidFill>
              <a:srgbClr val="1CC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Freeform 2608"/>
          <p:cNvSpPr/>
          <p:nvPr/>
        </p:nvSpPr>
        <p:spPr>
          <a:xfrm>
            <a:off x="3073400" y="2311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C1FF3E"/>
          </a:solidFill>
          <a:ln w="3175">
            <a:solidFill>
              <a:srgbClr val="9BC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Freeform 2609"/>
          <p:cNvSpPr/>
          <p:nvPr/>
        </p:nvSpPr>
        <p:spPr>
          <a:xfrm>
            <a:off x="3098800" y="2286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3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BBFF44"/>
          </a:solidFill>
          <a:ln w="3175">
            <a:solidFill>
              <a:srgbClr val="96C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Freeform 2610"/>
          <p:cNvSpPr/>
          <p:nvPr/>
        </p:nvSpPr>
        <p:spPr>
          <a:xfrm>
            <a:off x="31369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Freeform 2611"/>
          <p:cNvSpPr/>
          <p:nvPr/>
        </p:nvSpPr>
        <p:spPr>
          <a:xfrm>
            <a:off x="3162300" y="2286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Freeform 2612"/>
          <p:cNvSpPr/>
          <p:nvPr/>
        </p:nvSpPr>
        <p:spPr>
          <a:xfrm>
            <a:off x="3200400" y="2273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Freeform 2613"/>
          <p:cNvSpPr/>
          <p:nvPr/>
        </p:nvSpPr>
        <p:spPr>
          <a:xfrm>
            <a:off x="3225800" y="2273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Freeform 2614"/>
          <p:cNvSpPr/>
          <p:nvPr/>
        </p:nvSpPr>
        <p:spPr>
          <a:xfrm>
            <a:off x="3251200" y="2273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Freeform 2615"/>
          <p:cNvSpPr/>
          <p:nvPr/>
        </p:nvSpPr>
        <p:spPr>
          <a:xfrm>
            <a:off x="3289300" y="2273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Freeform 2616"/>
          <p:cNvSpPr/>
          <p:nvPr/>
        </p:nvSpPr>
        <p:spPr>
          <a:xfrm>
            <a:off x="3314700" y="2260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Freeform 2617"/>
          <p:cNvSpPr/>
          <p:nvPr/>
        </p:nvSpPr>
        <p:spPr>
          <a:xfrm>
            <a:off x="2451100" y="2451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Freeform 2618"/>
          <p:cNvSpPr/>
          <p:nvPr/>
        </p:nvSpPr>
        <p:spPr>
          <a:xfrm>
            <a:off x="2476500" y="2451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Freeform 2619"/>
          <p:cNvSpPr/>
          <p:nvPr/>
        </p:nvSpPr>
        <p:spPr>
          <a:xfrm>
            <a:off x="2514600" y="2451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Freeform 2620"/>
          <p:cNvSpPr/>
          <p:nvPr/>
        </p:nvSpPr>
        <p:spPr>
          <a:xfrm>
            <a:off x="2540000" y="2438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Freeform 2621"/>
          <p:cNvSpPr/>
          <p:nvPr/>
        </p:nvSpPr>
        <p:spPr>
          <a:xfrm>
            <a:off x="2578100" y="2438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Freeform 2622"/>
          <p:cNvSpPr/>
          <p:nvPr/>
        </p:nvSpPr>
        <p:spPr>
          <a:xfrm>
            <a:off x="2603500" y="2438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Freeform 2623"/>
          <p:cNvSpPr/>
          <p:nvPr/>
        </p:nvSpPr>
        <p:spPr>
          <a:xfrm>
            <a:off x="2628900" y="2438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Freeform 2624"/>
          <p:cNvSpPr/>
          <p:nvPr/>
        </p:nvSpPr>
        <p:spPr>
          <a:xfrm>
            <a:off x="2667000" y="2438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Freeform 2625"/>
          <p:cNvSpPr/>
          <p:nvPr/>
        </p:nvSpPr>
        <p:spPr>
          <a:xfrm>
            <a:off x="2692400" y="2438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DDFF"/>
          </a:solidFill>
          <a:ln w="3175">
            <a:solidFill>
              <a:srgbClr val="00B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Freeform 2626"/>
          <p:cNvSpPr/>
          <p:nvPr/>
        </p:nvSpPr>
        <p:spPr>
          <a:xfrm>
            <a:off x="2730500" y="2438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3"/>
                </a:moveTo>
                <a:lnTo>
                  <a:pt x="3" y="5"/>
                </a:lnTo>
                <a:lnTo>
                  <a:pt x="2" y="3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00B3FF"/>
          </a:solidFill>
          <a:ln w="3175">
            <a:solidFill>
              <a:srgbClr val="008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Freeform 2627"/>
          <p:cNvSpPr/>
          <p:nvPr/>
        </p:nvSpPr>
        <p:spPr>
          <a:xfrm>
            <a:off x="2755900" y="24765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2"/>
                </a:moveTo>
                <a:lnTo>
                  <a:pt x="3" y="5"/>
                </a:lnTo>
                <a:lnTo>
                  <a:pt x="2" y="3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Freeform 2628"/>
          <p:cNvSpPr/>
          <p:nvPr/>
        </p:nvSpPr>
        <p:spPr>
          <a:xfrm>
            <a:off x="2781300" y="251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38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Freeform 2629"/>
          <p:cNvSpPr/>
          <p:nvPr/>
        </p:nvSpPr>
        <p:spPr>
          <a:xfrm>
            <a:off x="2819400" y="2527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Freeform 2630"/>
          <p:cNvSpPr/>
          <p:nvPr/>
        </p:nvSpPr>
        <p:spPr>
          <a:xfrm>
            <a:off x="2844800" y="2514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Freeform 2631"/>
          <p:cNvSpPr/>
          <p:nvPr/>
        </p:nvSpPr>
        <p:spPr>
          <a:xfrm>
            <a:off x="2882900" y="2514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Freeform 2632"/>
          <p:cNvSpPr/>
          <p:nvPr/>
        </p:nvSpPr>
        <p:spPr>
          <a:xfrm>
            <a:off x="2908300" y="2514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Freeform 2633"/>
          <p:cNvSpPr/>
          <p:nvPr/>
        </p:nvSpPr>
        <p:spPr>
          <a:xfrm>
            <a:off x="2933700" y="2514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Freeform 2634"/>
          <p:cNvSpPr/>
          <p:nvPr/>
        </p:nvSpPr>
        <p:spPr>
          <a:xfrm>
            <a:off x="2971800" y="2514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2BFF"/>
          </a:solidFill>
          <a:ln w="3175">
            <a:solidFill>
              <a:srgbClr val="002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Freeform 2635"/>
          <p:cNvSpPr/>
          <p:nvPr/>
        </p:nvSpPr>
        <p:spPr>
          <a:xfrm>
            <a:off x="2997200" y="2476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0"/>
                </a:lnTo>
                <a:lnTo>
                  <a:pt x="3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Freeform 2636"/>
          <p:cNvSpPr/>
          <p:nvPr/>
        </p:nvSpPr>
        <p:spPr>
          <a:xfrm>
            <a:off x="3035300" y="2298700"/>
            <a:ext cx="38100" cy="177800"/>
          </a:xfrm>
          <a:custGeom>
            <a:avLst/>
            <a:gdLst/>
            <a:ahLst/>
            <a:cxnLst/>
            <a:rect l="l" t="t" r="r" b="b"/>
            <a:pathLst>
              <a:path w="3" h="14">
                <a:moveTo>
                  <a:pt x="1" y="14"/>
                </a:moveTo>
                <a:lnTo>
                  <a:pt x="3" y="1"/>
                </a:lnTo>
                <a:lnTo>
                  <a:pt x="2" y="0"/>
                </a:lnTo>
                <a:lnTo>
                  <a:pt x="0" y="14"/>
                </a:lnTo>
                <a:lnTo>
                  <a:pt x="1" y="14"/>
                </a:lnTo>
                <a:close/>
              </a:path>
            </a:pathLst>
          </a:custGeom>
          <a:solidFill>
            <a:srgbClr val="24FFDB"/>
          </a:solidFill>
          <a:ln w="3175">
            <a:solidFill>
              <a:srgbClr val="1DC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Freeform 2637"/>
          <p:cNvSpPr/>
          <p:nvPr/>
        </p:nvSpPr>
        <p:spPr>
          <a:xfrm>
            <a:off x="3060700" y="22352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Freeform 2638"/>
          <p:cNvSpPr/>
          <p:nvPr/>
        </p:nvSpPr>
        <p:spPr>
          <a:xfrm>
            <a:off x="3098800" y="22098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0" y="8"/>
                </a:moveTo>
                <a:lnTo>
                  <a:pt x="3" y="6"/>
                </a:lnTo>
                <a:lnTo>
                  <a:pt x="2" y="0"/>
                </a:lnTo>
                <a:lnTo>
                  <a:pt x="0" y="2"/>
                </a:lnTo>
                <a:lnTo>
                  <a:pt x="0" y="8"/>
                </a:lnTo>
                <a:close/>
              </a:path>
            </a:pathLst>
          </a:custGeom>
          <a:solidFill>
            <a:srgbClr val="FFED00"/>
          </a:solidFill>
          <a:ln w="3175">
            <a:solidFill>
              <a:srgbClr val="CCB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Freeform 2639"/>
          <p:cNvSpPr/>
          <p:nvPr/>
        </p:nvSpPr>
        <p:spPr>
          <a:xfrm>
            <a:off x="3124200" y="22098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Freeform 2640"/>
          <p:cNvSpPr/>
          <p:nvPr/>
        </p:nvSpPr>
        <p:spPr>
          <a:xfrm>
            <a:off x="3149600" y="2209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Freeform 2641"/>
          <p:cNvSpPr/>
          <p:nvPr/>
        </p:nvSpPr>
        <p:spPr>
          <a:xfrm>
            <a:off x="3187700" y="22098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Freeform 2642"/>
          <p:cNvSpPr/>
          <p:nvPr/>
        </p:nvSpPr>
        <p:spPr>
          <a:xfrm>
            <a:off x="3213100" y="2197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Freeform 2643"/>
          <p:cNvSpPr/>
          <p:nvPr/>
        </p:nvSpPr>
        <p:spPr>
          <a:xfrm>
            <a:off x="3251200" y="2197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Freeform 2644"/>
          <p:cNvSpPr/>
          <p:nvPr/>
        </p:nvSpPr>
        <p:spPr>
          <a:xfrm>
            <a:off x="3276600" y="2197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Freeform 2645"/>
          <p:cNvSpPr/>
          <p:nvPr/>
        </p:nvSpPr>
        <p:spPr>
          <a:xfrm>
            <a:off x="3302000" y="21971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Freeform 2646"/>
          <p:cNvSpPr/>
          <p:nvPr/>
        </p:nvSpPr>
        <p:spPr>
          <a:xfrm>
            <a:off x="2438400" y="23622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Freeform 2647"/>
          <p:cNvSpPr/>
          <p:nvPr/>
        </p:nvSpPr>
        <p:spPr>
          <a:xfrm>
            <a:off x="2463800" y="2362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Freeform 2648"/>
          <p:cNvSpPr/>
          <p:nvPr/>
        </p:nvSpPr>
        <p:spPr>
          <a:xfrm>
            <a:off x="2501900" y="2349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8"/>
                </a:lnTo>
                <a:lnTo>
                  <a:pt x="2" y="0"/>
                </a:lnTo>
                <a:lnTo>
                  <a:pt x="0" y="1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Freeform 2649"/>
          <p:cNvSpPr/>
          <p:nvPr/>
        </p:nvSpPr>
        <p:spPr>
          <a:xfrm>
            <a:off x="2527300" y="23495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Freeform 2650"/>
          <p:cNvSpPr/>
          <p:nvPr/>
        </p:nvSpPr>
        <p:spPr>
          <a:xfrm>
            <a:off x="2565400" y="23495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Freeform 2651"/>
          <p:cNvSpPr/>
          <p:nvPr/>
        </p:nvSpPr>
        <p:spPr>
          <a:xfrm>
            <a:off x="2590800" y="23495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Freeform 2652"/>
          <p:cNvSpPr/>
          <p:nvPr/>
        </p:nvSpPr>
        <p:spPr>
          <a:xfrm>
            <a:off x="2616200" y="2349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Freeform 2653"/>
          <p:cNvSpPr/>
          <p:nvPr/>
        </p:nvSpPr>
        <p:spPr>
          <a:xfrm>
            <a:off x="2654300" y="23368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8"/>
                </a:lnTo>
                <a:lnTo>
                  <a:pt x="2" y="0"/>
                </a:lnTo>
                <a:lnTo>
                  <a:pt x="0" y="1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Freeform 2654"/>
          <p:cNvSpPr/>
          <p:nvPr/>
        </p:nvSpPr>
        <p:spPr>
          <a:xfrm>
            <a:off x="2679700" y="23368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2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4AFFB5"/>
          </a:solidFill>
          <a:ln w="3175">
            <a:solidFill>
              <a:srgbClr val="3BC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Freeform 2655"/>
          <p:cNvSpPr/>
          <p:nvPr/>
        </p:nvSpPr>
        <p:spPr>
          <a:xfrm>
            <a:off x="2717800" y="23622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6"/>
                </a:moveTo>
                <a:lnTo>
                  <a:pt x="3" y="9"/>
                </a:lnTo>
                <a:lnTo>
                  <a:pt x="2" y="8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F3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Freeform 2656"/>
          <p:cNvSpPr/>
          <p:nvPr/>
        </p:nvSpPr>
        <p:spPr>
          <a:xfrm>
            <a:off x="2743200" y="2463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83FF"/>
          </a:solidFill>
          <a:ln w="3175">
            <a:solidFill>
              <a:srgbClr val="006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Freeform 2657"/>
          <p:cNvSpPr/>
          <p:nvPr/>
        </p:nvSpPr>
        <p:spPr>
          <a:xfrm>
            <a:off x="2781300" y="2501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51FF"/>
          </a:solidFill>
          <a:ln w="3175">
            <a:solidFill>
              <a:srgbClr val="004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Freeform 2658"/>
          <p:cNvSpPr/>
          <p:nvPr/>
        </p:nvSpPr>
        <p:spPr>
          <a:xfrm>
            <a:off x="2806700" y="2501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45FF"/>
          </a:solidFill>
          <a:ln w="3175">
            <a:solidFill>
              <a:srgbClr val="003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Freeform 2659"/>
          <p:cNvSpPr/>
          <p:nvPr/>
        </p:nvSpPr>
        <p:spPr>
          <a:xfrm>
            <a:off x="2832100" y="2501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5FF"/>
          </a:solidFill>
          <a:ln w="3175">
            <a:solidFill>
              <a:srgbClr val="003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Freeform 2660"/>
          <p:cNvSpPr/>
          <p:nvPr/>
        </p:nvSpPr>
        <p:spPr>
          <a:xfrm>
            <a:off x="2870200" y="2501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5FF"/>
          </a:solidFill>
          <a:ln w="3175">
            <a:solidFill>
              <a:srgbClr val="003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Freeform 2661"/>
          <p:cNvSpPr/>
          <p:nvPr/>
        </p:nvSpPr>
        <p:spPr>
          <a:xfrm>
            <a:off x="2895600" y="2501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5FF"/>
          </a:solidFill>
          <a:ln w="3175">
            <a:solidFill>
              <a:srgbClr val="003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Freeform 2662"/>
          <p:cNvSpPr/>
          <p:nvPr/>
        </p:nvSpPr>
        <p:spPr>
          <a:xfrm>
            <a:off x="2933700" y="2489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45FF"/>
          </a:solidFill>
          <a:ln w="3175">
            <a:solidFill>
              <a:srgbClr val="003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Freeform 2663"/>
          <p:cNvSpPr/>
          <p:nvPr/>
        </p:nvSpPr>
        <p:spPr>
          <a:xfrm>
            <a:off x="2959100" y="2489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4FF"/>
          </a:solidFill>
          <a:ln w="3175">
            <a:solidFill>
              <a:srgbClr val="003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Freeform 2664"/>
          <p:cNvSpPr/>
          <p:nvPr/>
        </p:nvSpPr>
        <p:spPr>
          <a:xfrm>
            <a:off x="2984500" y="2451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2"/>
                </a:lnTo>
                <a:lnTo>
                  <a:pt x="3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Freeform 2665"/>
          <p:cNvSpPr/>
          <p:nvPr/>
        </p:nvSpPr>
        <p:spPr>
          <a:xfrm>
            <a:off x="3022600" y="2159000"/>
            <a:ext cx="38100" cy="317500"/>
          </a:xfrm>
          <a:custGeom>
            <a:avLst/>
            <a:gdLst/>
            <a:ahLst/>
            <a:cxnLst/>
            <a:rect l="l" t="t" r="r" b="b"/>
            <a:pathLst>
              <a:path w="3" h="25">
                <a:moveTo>
                  <a:pt x="1" y="25"/>
                </a:moveTo>
                <a:lnTo>
                  <a:pt x="3" y="11"/>
                </a:lnTo>
                <a:lnTo>
                  <a:pt x="2" y="0"/>
                </a:lnTo>
                <a:lnTo>
                  <a:pt x="0" y="23"/>
                </a:lnTo>
                <a:lnTo>
                  <a:pt x="1" y="25"/>
                </a:lnTo>
                <a:close/>
              </a:path>
            </a:pathLst>
          </a:custGeom>
          <a:solidFill>
            <a:srgbClr val="6FFF90"/>
          </a:solidFill>
          <a:ln w="3175">
            <a:solidFill>
              <a:srgbClr val="59C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Freeform 2666"/>
          <p:cNvSpPr/>
          <p:nvPr/>
        </p:nvSpPr>
        <p:spPr>
          <a:xfrm>
            <a:off x="3048000" y="2108200"/>
            <a:ext cx="50800" cy="190500"/>
          </a:xfrm>
          <a:custGeom>
            <a:avLst/>
            <a:gdLst/>
            <a:ahLst/>
            <a:cxnLst/>
            <a:rect l="l" t="t" r="r" b="b"/>
            <a:pathLst>
              <a:path w="4" h="15">
                <a:moveTo>
                  <a:pt x="1" y="15"/>
                </a:moveTo>
                <a:lnTo>
                  <a:pt x="4" y="10"/>
                </a:lnTo>
                <a:lnTo>
                  <a:pt x="3" y="0"/>
                </a:lnTo>
                <a:lnTo>
                  <a:pt x="0" y="4"/>
                </a:lnTo>
                <a:lnTo>
                  <a:pt x="1" y="15"/>
                </a:lnTo>
                <a:close/>
              </a:path>
            </a:pathLst>
          </a:custGeom>
          <a:solidFill>
            <a:srgbClr val="FF7C00"/>
          </a:solidFill>
          <a:ln w="3175">
            <a:solidFill>
              <a:srgbClr val="CC6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Freeform 2667"/>
          <p:cNvSpPr/>
          <p:nvPr/>
        </p:nvSpPr>
        <p:spPr>
          <a:xfrm>
            <a:off x="3086100" y="20955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9"/>
                </a:lnTo>
                <a:lnTo>
                  <a:pt x="2" y="0"/>
                </a:lnTo>
                <a:lnTo>
                  <a:pt x="0" y="1"/>
                </a:lnTo>
                <a:lnTo>
                  <a:pt x="1" y="11"/>
                </a:lnTo>
                <a:close/>
              </a:path>
            </a:pathLst>
          </a:custGeom>
          <a:solidFill>
            <a:srgbClr val="FF3900"/>
          </a:solidFill>
          <a:ln w="3175">
            <a:solidFill>
              <a:srgbClr val="CC2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Freeform 2668"/>
          <p:cNvSpPr/>
          <p:nvPr/>
        </p:nvSpPr>
        <p:spPr>
          <a:xfrm>
            <a:off x="3111500" y="20955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9"/>
                </a:lnTo>
                <a:lnTo>
                  <a:pt x="2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Freeform 2669"/>
          <p:cNvSpPr/>
          <p:nvPr/>
        </p:nvSpPr>
        <p:spPr>
          <a:xfrm>
            <a:off x="3136900" y="20828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1"/>
                </a:lnTo>
                <a:lnTo>
                  <a:pt x="1" y="10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Freeform 2670"/>
          <p:cNvSpPr/>
          <p:nvPr/>
        </p:nvSpPr>
        <p:spPr>
          <a:xfrm>
            <a:off x="3175000" y="20828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Freeform 2671"/>
          <p:cNvSpPr/>
          <p:nvPr/>
        </p:nvSpPr>
        <p:spPr>
          <a:xfrm>
            <a:off x="3200400" y="20828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9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Freeform 2672"/>
          <p:cNvSpPr/>
          <p:nvPr/>
        </p:nvSpPr>
        <p:spPr>
          <a:xfrm>
            <a:off x="3238500" y="20828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9"/>
                </a:lnTo>
                <a:lnTo>
                  <a:pt x="2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Freeform 2673"/>
          <p:cNvSpPr/>
          <p:nvPr/>
        </p:nvSpPr>
        <p:spPr>
          <a:xfrm>
            <a:off x="3263900" y="20828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9"/>
                </a:lnTo>
                <a:lnTo>
                  <a:pt x="3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Freeform 2674"/>
          <p:cNvSpPr/>
          <p:nvPr/>
        </p:nvSpPr>
        <p:spPr>
          <a:xfrm>
            <a:off x="3302000" y="20701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0" y="10"/>
                </a:moveTo>
                <a:lnTo>
                  <a:pt x="3" y="10"/>
                </a:lnTo>
                <a:lnTo>
                  <a:pt x="2" y="0"/>
                </a:lnTo>
                <a:lnTo>
                  <a:pt x="0" y="1"/>
                </a:lnTo>
                <a:lnTo>
                  <a:pt x="0" y="10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Freeform 2675"/>
          <p:cNvSpPr/>
          <p:nvPr/>
        </p:nvSpPr>
        <p:spPr>
          <a:xfrm>
            <a:off x="2425700" y="2324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Freeform 2676"/>
          <p:cNvSpPr/>
          <p:nvPr/>
        </p:nvSpPr>
        <p:spPr>
          <a:xfrm>
            <a:off x="2463800" y="2324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Freeform 2677"/>
          <p:cNvSpPr/>
          <p:nvPr/>
        </p:nvSpPr>
        <p:spPr>
          <a:xfrm>
            <a:off x="2489200" y="2311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Freeform 2678"/>
          <p:cNvSpPr/>
          <p:nvPr/>
        </p:nvSpPr>
        <p:spPr>
          <a:xfrm>
            <a:off x="2514600" y="2311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Freeform 2679"/>
          <p:cNvSpPr/>
          <p:nvPr/>
        </p:nvSpPr>
        <p:spPr>
          <a:xfrm>
            <a:off x="25527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Freeform 2680"/>
          <p:cNvSpPr/>
          <p:nvPr/>
        </p:nvSpPr>
        <p:spPr>
          <a:xfrm>
            <a:off x="25781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Freeform 2681"/>
          <p:cNvSpPr/>
          <p:nvPr/>
        </p:nvSpPr>
        <p:spPr>
          <a:xfrm>
            <a:off x="2616200" y="2298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0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Freeform 2682"/>
          <p:cNvSpPr/>
          <p:nvPr/>
        </p:nvSpPr>
        <p:spPr>
          <a:xfrm>
            <a:off x="2641600" y="2298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Freeform 2683"/>
          <p:cNvSpPr/>
          <p:nvPr/>
        </p:nvSpPr>
        <p:spPr>
          <a:xfrm>
            <a:off x="2667000" y="2298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3"/>
                </a:moveTo>
                <a:lnTo>
                  <a:pt x="4" y="5"/>
                </a:lnTo>
                <a:lnTo>
                  <a:pt x="3" y="4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A7FF58"/>
          </a:solidFill>
          <a:ln w="3175">
            <a:solidFill>
              <a:srgbClr val="86C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Freeform 2684"/>
          <p:cNvSpPr/>
          <p:nvPr/>
        </p:nvSpPr>
        <p:spPr>
          <a:xfrm>
            <a:off x="2705100" y="23495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1"/>
                </a:moveTo>
                <a:lnTo>
                  <a:pt x="3" y="9"/>
                </a:lnTo>
                <a:lnTo>
                  <a:pt x="2" y="8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20FFDF"/>
          </a:solidFill>
          <a:ln w="3175">
            <a:solidFill>
              <a:srgbClr val="1AC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Freeform 2685"/>
          <p:cNvSpPr/>
          <p:nvPr/>
        </p:nvSpPr>
        <p:spPr>
          <a:xfrm>
            <a:off x="2730500" y="2451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0FF"/>
          </a:solidFill>
          <a:ln w="3175">
            <a:solidFill>
              <a:srgbClr val="007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Freeform 2686"/>
          <p:cNvSpPr/>
          <p:nvPr/>
        </p:nvSpPr>
        <p:spPr>
          <a:xfrm>
            <a:off x="2768600" y="2489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Freeform 2687"/>
          <p:cNvSpPr/>
          <p:nvPr/>
        </p:nvSpPr>
        <p:spPr>
          <a:xfrm>
            <a:off x="2794000" y="2501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Freeform 2688"/>
          <p:cNvSpPr/>
          <p:nvPr/>
        </p:nvSpPr>
        <p:spPr>
          <a:xfrm>
            <a:off x="2819400" y="2489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Freeform 2689"/>
          <p:cNvSpPr/>
          <p:nvPr/>
        </p:nvSpPr>
        <p:spPr>
          <a:xfrm>
            <a:off x="2857500" y="2489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Freeform 2690"/>
          <p:cNvSpPr/>
          <p:nvPr/>
        </p:nvSpPr>
        <p:spPr>
          <a:xfrm>
            <a:off x="2882900" y="2489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Freeform 2691"/>
          <p:cNvSpPr/>
          <p:nvPr/>
        </p:nvSpPr>
        <p:spPr>
          <a:xfrm>
            <a:off x="2921000" y="2489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Freeform 2692"/>
          <p:cNvSpPr/>
          <p:nvPr/>
        </p:nvSpPr>
        <p:spPr>
          <a:xfrm>
            <a:off x="2946400" y="2489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Freeform 2693"/>
          <p:cNvSpPr/>
          <p:nvPr/>
        </p:nvSpPr>
        <p:spPr>
          <a:xfrm>
            <a:off x="2984500" y="2438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0077FF"/>
          </a:solidFill>
          <a:ln w="3175">
            <a:solidFill>
              <a:srgbClr val="00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Freeform 2694"/>
          <p:cNvSpPr/>
          <p:nvPr/>
        </p:nvSpPr>
        <p:spPr>
          <a:xfrm>
            <a:off x="3009900" y="21463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" h="24">
                <a:moveTo>
                  <a:pt x="1" y="24"/>
                </a:moveTo>
                <a:lnTo>
                  <a:pt x="3" y="1"/>
                </a:lnTo>
                <a:lnTo>
                  <a:pt x="2" y="0"/>
                </a:lnTo>
                <a:lnTo>
                  <a:pt x="0" y="23"/>
                </a:lnTo>
                <a:lnTo>
                  <a:pt x="1" y="24"/>
                </a:lnTo>
                <a:close/>
              </a:path>
            </a:pathLst>
          </a:custGeom>
          <a:solidFill>
            <a:srgbClr val="BBFF44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Freeform 2695"/>
          <p:cNvSpPr/>
          <p:nvPr/>
        </p:nvSpPr>
        <p:spPr>
          <a:xfrm>
            <a:off x="3035300" y="20574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4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E80000"/>
          </a:solidFill>
          <a:ln w="3175">
            <a:solidFill>
              <a:srgbClr val="B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Freeform 2696"/>
          <p:cNvSpPr/>
          <p:nvPr/>
        </p:nvSpPr>
        <p:spPr>
          <a:xfrm>
            <a:off x="3073400" y="2057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A30000"/>
          </a:solidFill>
          <a:ln w="3175">
            <a:solidFill>
              <a:srgbClr val="8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Freeform 2697"/>
          <p:cNvSpPr/>
          <p:nvPr/>
        </p:nvSpPr>
        <p:spPr>
          <a:xfrm>
            <a:off x="3098800" y="2057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Freeform 2698"/>
          <p:cNvSpPr/>
          <p:nvPr/>
        </p:nvSpPr>
        <p:spPr>
          <a:xfrm>
            <a:off x="3136900" y="2044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0" y="4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Freeform 2699"/>
          <p:cNvSpPr/>
          <p:nvPr/>
        </p:nvSpPr>
        <p:spPr>
          <a:xfrm>
            <a:off x="3162300" y="204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Freeform 2700"/>
          <p:cNvSpPr/>
          <p:nvPr/>
        </p:nvSpPr>
        <p:spPr>
          <a:xfrm>
            <a:off x="3187700" y="2044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Freeform 2701"/>
          <p:cNvSpPr/>
          <p:nvPr/>
        </p:nvSpPr>
        <p:spPr>
          <a:xfrm>
            <a:off x="3225800" y="204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Freeform 2702"/>
          <p:cNvSpPr/>
          <p:nvPr/>
        </p:nvSpPr>
        <p:spPr>
          <a:xfrm>
            <a:off x="3251200" y="2044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Freeform 2703"/>
          <p:cNvSpPr/>
          <p:nvPr/>
        </p:nvSpPr>
        <p:spPr>
          <a:xfrm>
            <a:off x="3289300" y="2032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Freeform 2704"/>
          <p:cNvSpPr/>
          <p:nvPr/>
        </p:nvSpPr>
        <p:spPr>
          <a:xfrm>
            <a:off x="2413000" y="2311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Freeform 2705"/>
          <p:cNvSpPr/>
          <p:nvPr/>
        </p:nvSpPr>
        <p:spPr>
          <a:xfrm>
            <a:off x="2451100" y="2311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Freeform 2706"/>
          <p:cNvSpPr/>
          <p:nvPr/>
        </p:nvSpPr>
        <p:spPr>
          <a:xfrm>
            <a:off x="2476500" y="2311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Freeform 2707"/>
          <p:cNvSpPr/>
          <p:nvPr/>
        </p:nvSpPr>
        <p:spPr>
          <a:xfrm>
            <a:off x="2501900" y="2311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Freeform 2708"/>
          <p:cNvSpPr/>
          <p:nvPr/>
        </p:nvSpPr>
        <p:spPr>
          <a:xfrm>
            <a:off x="25400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Freeform 2709"/>
          <p:cNvSpPr/>
          <p:nvPr/>
        </p:nvSpPr>
        <p:spPr>
          <a:xfrm>
            <a:off x="2565400" y="2298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Freeform 2710"/>
          <p:cNvSpPr/>
          <p:nvPr/>
        </p:nvSpPr>
        <p:spPr>
          <a:xfrm>
            <a:off x="26035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Freeform 2711"/>
          <p:cNvSpPr/>
          <p:nvPr/>
        </p:nvSpPr>
        <p:spPr>
          <a:xfrm>
            <a:off x="2628900" y="2298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Freeform 2712"/>
          <p:cNvSpPr/>
          <p:nvPr/>
        </p:nvSpPr>
        <p:spPr>
          <a:xfrm>
            <a:off x="2667000" y="2298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0"/>
                </a:moveTo>
                <a:lnTo>
                  <a:pt x="3" y="4"/>
                </a:lnTo>
                <a:lnTo>
                  <a:pt x="2" y="3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FF48"/>
          </a:solidFill>
          <a:ln w="3175">
            <a:solidFill>
              <a:srgbClr val="93C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Freeform 2713"/>
          <p:cNvSpPr/>
          <p:nvPr/>
        </p:nvSpPr>
        <p:spPr>
          <a:xfrm>
            <a:off x="2692400" y="23368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1"/>
                </a:moveTo>
                <a:lnTo>
                  <a:pt x="3" y="9"/>
                </a:lnTo>
                <a:lnTo>
                  <a:pt x="2" y="8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22FFDD"/>
          </a:solidFill>
          <a:ln w="3175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Freeform 2714"/>
          <p:cNvSpPr/>
          <p:nvPr/>
        </p:nvSpPr>
        <p:spPr>
          <a:xfrm>
            <a:off x="2717800" y="243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1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Freeform 2715"/>
          <p:cNvSpPr/>
          <p:nvPr/>
        </p:nvSpPr>
        <p:spPr>
          <a:xfrm>
            <a:off x="2755900" y="2476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BFF"/>
          </a:solidFill>
          <a:ln w="3175">
            <a:solidFill>
              <a:srgbClr val="004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Freeform 2716"/>
          <p:cNvSpPr/>
          <p:nvPr/>
        </p:nvSpPr>
        <p:spPr>
          <a:xfrm>
            <a:off x="2781300" y="2489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Freeform 2717"/>
          <p:cNvSpPr/>
          <p:nvPr/>
        </p:nvSpPr>
        <p:spPr>
          <a:xfrm>
            <a:off x="2819400" y="2489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Freeform 2718"/>
          <p:cNvSpPr/>
          <p:nvPr/>
        </p:nvSpPr>
        <p:spPr>
          <a:xfrm>
            <a:off x="2844800" y="2489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Freeform 2719"/>
          <p:cNvSpPr/>
          <p:nvPr/>
        </p:nvSpPr>
        <p:spPr>
          <a:xfrm>
            <a:off x="2870200" y="2476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Freeform 2720"/>
          <p:cNvSpPr/>
          <p:nvPr/>
        </p:nvSpPr>
        <p:spPr>
          <a:xfrm>
            <a:off x="2908300" y="2476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Freeform 2721"/>
          <p:cNvSpPr/>
          <p:nvPr/>
        </p:nvSpPr>
        <p:spPr>
          <a:xfrm>
            <a:off x="2933700" y="2476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Freeform 2722"/>
          <p:cNvSpPr/>
          <p:nvPr/>
        </p:nvSpPr>
        <p:spPr>
          <a:xfrm>
            <a:off x="2971800" y="2425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78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Freeform 2723"/>
          <p:cNvSpPr/>
          <p:nvPr/>
        </p:nvSpPr>
        <p:spPr>
          <a:xfrm>
            <a:off x="2997200" y="21336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" h="24">
                <a:moveTo>
                  <a:pt x="1" y="24"/>
                </a:moveTo>
                <a:lnTo>
                  <a:pt x="3" y="1"/>
                </a:lnTo>
                <a:lnTo>
                  <a:pt x="3" y="0"/>
                </a:lnTo>
                <a:lnTo>
                  <a:pt x="0" y="23"/>
                </a:lnTo>
                <a:lnTo>
                  <a:pt x="1" y="24"/>
                </a:lnTo>
                <a:close/>
              </a:path>
            </a:pathLst>
          </a:custGeom>
          <a:solidFill>
            <a:srgbClr val="BCFF43"/>
          </a:solidFill>
          <a:ln w="3175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Freeform 2724"/>
          <p:cNvSpPr/>
          <p:nvPr/>
        </p:nvSpPr>
        <p:spPr>
          <a:xfrm>
            <a:off x="3035300" y="20447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0" y="8"/>
                </a:moveTo>
                <a:lnTo>
                  <a:pt x="3" y="1"/>
                </a:lnTo>
                <a:lnTo>
                  <a:pt x="2" y="0"/>
                </a:lnTo>
                <a:lnTo>
                  <a:pt x="0" y="7"/>
                </a:lnTo>
                <a:lnTo>
                  <a:pt x="0" y="8"/>
                </a:lnTo>
                <a:close/>
              </a:path>
            </a:pathLst>
          </a:custGeom>
          <a:solidFill>
            <a:srgbClr val="D40000"/>
          </a:solidFill>
          <a:ln w="3175">
            <a:solidFill>
              <a:srgbClr val="A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Freeform 2725"/>
          <p:cNvSpPr/>
          <p:nvPr/>
        </p:nvSpPr>
        <p:spPr>
          <a:xfrm>
            <a:off x="3060700" y="2044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Freeform 2726"/>
          <p:cNvSpPr/>
          <p:nvPr/>
        </p:nvSpPr>
        <p:spPr>
          <a:xfrm>
            <a:off x="3086100" y="2044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Freeform 2727"/>
          <p:cNvSpPr/>
          <p:nvPr/>
        </p:nvSpPr>
        <p:spPr>
          <a:xfrm>
            <a:off x="3124200" y="2044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Freeform 2728"/>
          <p:cNvSpPr/>
          <p:nvPr/>
        </p:nvSpPr>
        <p:spPr>
          <a:xfrm>
            <a:off x="3149600" y="2044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Freeform 2729"/>
          <p:cNvSpPr/>
          <p:nvPr/>
        </p:nvSpPr>
        <p:spPr>
          <a:xfrm>
            <a:off x="3187700" y="2032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Freeform 2730"/>
          <p:cNvSpPr/>
          <p:nvPr/>
        </p:nvSpPr>
        <p:spPr>
          <a:xfrm>
            <a:off x="3213100" y="2032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Freeform 2731"/>
          <p:cNvSpPr/>
          <p:nvPr/>
        </p:nvSpPr>
        <p:spPr>
          <a:xfrm>
            <a:off x="3238500" y="2032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Freeform 2732"/>
          <p:cNvSpPr/>
          <p:nvPr/>
        </p:nvSpPr>
        <p:spPr>
          <a:xfrm>
            <a:off x="3276600" y="2032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Freeform 2733"/>
          <p:cNvSpPr/>
          <p:nvPr/>
        </p:nvSpPr>
        <p:spPr>
          <a:xfrm>
            <a:off x="2400300" y="2311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Freeform 2734"/>
          <p:cNvSpPr/>
          <p:nvPr/>
        </p:nvSpPr>
        <p:spPr>
          <a:xfrm>
            <a:off x="24384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Freeform 2735"/>
          <p:cNvSpPr/>
          <p:nvPr/>
        </p:nvSpPr>
        <p:spPr>
          <a:xfrm>
            <a:off x="24638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Freeform 2736"/>
          <p:cNvSpPr/>
          <p:nvPr/>
        </p:nvSpPr>
        <p:spPr>
          <a:xfrm>
            <a:off x="25019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Freeform 2737"/>
          <p:cNvSpPr/>
          <p:nvPr/>
        </p:nvSpPr>
        <p:spPr>
          <a:xfrm>
            <a:off x="25273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Freeform 2738"/>
          <p:cNvSpPr/>
          <p:nvPr/>
        </p:nvSpPr>
        <p:spPr>
          <a:xfrm>
            <a:off x="2552700" y="2298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Freeform 2739"/>
          <p:cNvSpPr/>
          <p:nvPr/>
        </p:nvSpPr>
        <p:spPr>
          <a:xfrm>
            <a:off x="25908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Freeform 2740"/>
          <p:cNvSpPr/>
          <p:nvPr/>
        </p:nvSpPr>
        <p:spPr>
          <a:xfrm>
            <a:off x="2616200" y="2286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Freeform 2741"/>
          <p:cNvSpPr/>
          <p:nvPr/>
        </p:nvSpPr>
        <p:spPr>
          <a:xfrm>
            <a:off x="26543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2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B7FF48"/>
          </a:solidFill>
          <a:ln w="3175">
            <a:solidFill>
              <a:srgbClr val="93C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Freeform 2742"/>
          <p:cNvSpPr/>
          <p:nvPr/>
        </p:nvSpPr>
        <p:spPr>
          <a:xfrm>
            <a:off x="2679700" y="23368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0"/>
                </a:moveTo>
                <a:lnTo>
                  <a:pt x="3" y="8"/>
                </a:lnTo>
                <a:lnTo>
                  <a:pt x="3" y="8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22FFDD"/>
          </a:solidFill>
          <a:ln w="3175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Freeform 2743"/>
          <p:cNvSpPr/>
          <p:nvPr/>
        </p:nvSpPr>
        <p:spPr>
          <a:xfrm>
            <a:off x="2717800" y="2438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0"/>
                </a:moveTo>
                <a:lnTo>
                  <a:pt x="3" y="3"/>
                </a:lnTo>
                <a:lnTo>
                  <a:pt x="2" y="3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1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Freeform 2744"/>
          <p:cNvSpPr/>
          <p:nvPr/>
        </p:nvSpPr>
        <p:spPr>
          <a:xfrm>
            <a:off x="2743200" y="2476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5BFF"/>
          </a:solidFill>
          <a:ln w="3175">
            <a:solidFill>
              <a:srgbClr val="004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Freeform 2745"/>
          <p:cNvSpPr/>
          <p:nvPr/>
        </p:nvSpPr>
        <p:spPr>
          <a:xfrm>
            <a:off x="2768600" y="2476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Freeform 2746"/>
          <p:cNvSpPr/>
          <p:nvPr/>
        </p:nvSpPr>
        <p:spPr>
          <a:xfrm>
            <a:off x="2806700" y="2476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Freeform 2747"/>
          <p:cNvSpPr/>
          <p:nvPr/>
        </p:nvSpPr>
        <p:spPr>
          <a:xfrm>
            <a:off x="2832100" y="2476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Freeform 2748"/>
          <p:cNvSpPr/>
          <p:nvPr/>
        </p:nvSpPr>
        <p:spPr>
          <a:xfrm>
            <a:off x="2870200" y="2476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Freeform 2749"/>
          <p:cNvSpPr/>
          <p:nvPr/>
        </p:nvSpPr>
        <p:spPr>
          <a:xfrm>
            <a:off x="2895600" y="2476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Freeform 2750"/>
          <p:cNvSpPr/>
          <p:nvPr/>
        </p:nvSpPr>
        <p:spPr>
          <a:xfrm>
            <a:off x="2921000" y="2463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Freeform 2751"/>
          <p:cNvSpPr/>
          <p:nvPr/>
        </p:nvSpPr>
        <p:spPr>
          <a:xfrm>
            <a:off x="2959100" y="242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78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Freeform 2752"/>
          <p:cNvSpPr/>
          <p:nvPr/>
        </p:nvSpPr>
        <p:spPr>
          <a:xfrm>
            <a:off x="2984500" y="2133600"/>
            <a:ext cx="50800" cy="292100"/>
          </a:xfrm>
          <a:custGeom>
            <a:avLst/>
            <a:gdLst/>
            <a:ahLst/>
            <a:cxnLst/>
            <a:rect l="l" t="t" r="r" b="b"/>
            <a:pathLst>
              <a:path w="4" h="23">
                <a:moveTo>
                  <a:pt x="1" y="23"/>
                </a:moveTo>
                <a:lnTo>
                  <a:pt x="4" y="0"/>
                </a:lnTo>
                <a:lnTo>
                  <a:pt x="3" y="0"/>
                </a:lnTo>
                <a:lnTo>
                  <a:pt x="0" y="23"/>
                </a:lnTo>
                <a:lnTo>
                  <a:pt x="1" y="23"/>
                </a:lnTo>
                <a:close/>
              </a:path>
            </a:pathLst>
          </a:custGeom>
          <a:solidFill>
            <a:srgbClr val="BCFF43"/>
          </a:solidFill>
          <a:ln w="3175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Freeform 2753"/>
          <p:cNvSpPr/>
          <p:nvPr/>
        </p:nvSpPr>
        <p:spPr>
          <a:xfrm>
            <a:off x="3022600" y="20447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0"/>
                </a:lnTo>
                <a:lnTo>
                  <a:pt x="2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D40000"/>
          </a:solidFill>
          <a:ln w="3175">
            <a:solidFill>
              <a:srgbClr val="A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Freeform 2754"/>
          <p:cNvSpPr/>
          <p:nvPr/>
        </p:nvSpPr>
        <p:spPr>
          <a:xfrm>
            <a:off x="3048000" y="2044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Freeform 2755"/>
          <p:cNvSpPr/>
          <p:nvPr/>
        </p:nvSpPr>
        <p:spPr>
          <a:xfrm>
            <a:off x="3073400" y="2032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Freeform 2756"/>
          <p:cNvSpPr/>
          <p:nvPr/>
        </p:nvSpPr>
        <p:spPr>
          <a:xfrm>
            <a:off x="3111500" y="2032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Freeform 2757"/>
          <p:cNvSpPr/>
          <p:nvPr/>
        </p:nvSpPr>
        <p:spPr>
          <a:xfrm>
            <a:off x="3136900" y="2032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Freeform 2758"/>
          <p:cNvSpPr/>
          <p:nvPr/>
        </p:nvSpPr>
        <p:spPr>
          <a:xfrm>
            <a:off x="3175000" y="2032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Freeform 2759"/>
          <p:cNvSpPr/>
          <p:nvPr/>
        </p:nvSpPr>
        <p:spPr>
          <a:xfrm>
            <a:off x="3200400" y="2032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Freeform 2760"/>
          <p:cNvSpPr/>
          <p:nvPr/>
        </p:nvSpPr>
        <p:spPr>
          <a:xfrm>
            <a:off x="3238500" y="2019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Freeform 2761"/>
          <p:cNvSpPr/>
          <p:nvPr/>
        </p:nvSpPr>
        <p:spPr>
          <a:xfrm>
            <a:off x="3263900" y="2019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Freeform 2762"/>
          <p:cNvSpPr/>
          <p:nvPr/>
        </p:nvSpPr>
        <p:spPr>
          <a:xfrm>
            <a:off x="24003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Freeform 2763"/>
          <p:cNvSpPr/>
          <p:nvPr/>
        </p:nvSpPr>
        <p:spPr>
          <a:xfrm>
            <a:off x="2425700" y="2298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Freeform 2764"/>
          <p:cNvSpPr/>
          <p:nvPr/>
        </p:nvSpPr>
        <p:spPr>
          <a:xfrm>
            <a:off x="2451100" y="2298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Freeform 2765"/>
          <p:cNvSpPr/>
          <p:nvPr/>
        </p:nvSpPr>
        <p:spPr>
          <a:xfrm>
            <a:off x="24892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Freeform 2766"/>
          <p:cNvSpPr/>
          <p:nvPr/>
        </p:nvSpPr>
        <p:spPr>
          <a:xfrm>
            <a:off x="25146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Freeform 2767"/>
          <p:cNvSpPr/>
          <p:nvPr/>
        </p:nvSpPr>
        <p:spPr>
          <a:xfrm>
            <a:off x="25527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Freeform 2768"/>
          <p:cNvSpPr/>
          <p:nvPr/>
        </p:nvSpPr>
        <p:spPr>
          <a:xfrm>
            <a:off x="25781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Freeform 2769"/>
          <p:cNvSpPr/>
          <p:nvPr/>
        </p:nvSpPr>
        <p:spPr>
          <a:xfrm>
            <a:off x="2603500" y="2273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Freeform 2770"/>
          <p:cNvSpPr/>
          <p:nvPr/>
        </p:nvSpPr>
        <p:spPr>
          <a:xfrm>
            <a:off x="2641600" y="2273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1"/>
                </a:moveTo>
                <a:lnTo>
                  <a:pt x="3" y="5"/>
                </a:lnTo>
                <a:lnTo>
                  <a:pt x="2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B7FF48"/>
          </a:solidFill>
          <a:ln w="3175">
            <a:solidFill>
              <a:srgbClr val="93C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Freeform 2771"/>
          <p:cNvSpPr/>
          <p:nvPr/>
        </p:nvSpPr>
        <p:spPr>
          <a:xfrm>
            <a:off x="2667000" y="2324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1"/>
                </a:moveTo>
                <a:lnTo>
                  <a:pt x="4" y="9"/>
                </a:lnTo>
                <a:lnTo>
                  <a:pt x="3" y="8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22FFDD"/>
          </a:solidFill>
          <a:ln w="3175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Freeform 2772"/>
          <p:cNvSpPr/>
          <p:nvPr/>
        </p:nvSpPr>
        <p:spPr>
          <a:xfrm>
            <a:off x="2705100" y="242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2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1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Freeform 2773"/>
          <p:cNvSpPr/>
          <p:nvPr/>
        </p:nvSpPr>
        <p:spPr>
          <a:xfrm>
            <a:off x="2730500" y="2463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BFF"/>
          </a:solidFill>
          <a:ln w="3175">
            <a:solidFill>
              <a:srgbClr val="004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Freeform 2774"/>
          <p:cNvSpPr/>
          <p:nvPr/>
        </p:nvSpPr>
        <p:spPr>
          <a:xfrm>
            <a:off x="2755900" y="2476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Freeform 2775"/>
          <p:cNvSpPr/>
          <p:nvPr/>
        </p:nvSpPr>
        <p:spPr>
          <a:xfrm>
            <a:off x="2794000" y="2476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Freeform 2776"/>
          <p:cNvSpPr/>
          <p:nvPr/>
        </p:nvSpPr>
        <p:spPr>
          <a:xfrm>
            <a:off x="2819400" y="2463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Freeform 2777"/>
          <p:cNvSpPr/>
          <p:nvPr/>
        </p:nvSpPr>
        <p:spPr>
          <a:xfrm>
            <a:off x="2857500" y="2463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Freeform 2778"/>
          <p:cNvSpPr/>
          <p:nvPr/>
        </p:nvSpPr>
        <p:spPr>
          <a:xfrm>
            <a:off x="2882900" y="2463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Freeform 2779"/>
          <p:cNvSpPr/>
          <p:nvPr/>
        </p:nvSpPr>
        <p:spPr>
          <a:xfrm>
            <a:off x="2921000" y="2463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Freeform 2780"/>
          <p:cNvSpPr/>
          <p:nvPr/>
        </p:nvSpPr>
        <p:spPr>
          <a:xfrm>
            <a:off x="29464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78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Freeform 2781"/>
          <p:cNvSpPr/>
          <p:nvPr/>
        </p:nvSpPr>
        <p:spPr>
          <a:xfrm>
            <a:off x="2971800" y="2120900"/>
            <a:ext cx="50800" cy="304800"/>
          </a:xfrm>
          <a:custGeom>
            <a:avLst/>
            <a:gdLst/>
            <a:ahLst/>
            <a:cxnLst/>
            <a:rect l="l" t="t" r="r" b="b"/>
            <a:pathLst>
              <a:path w="4" h="24">
                <a:moveTo>
                  <a:pt x="1" y="24"/>
                </a:moveTo>
                <a:lnTo>
                  <a:pt x="4" y="1"/>
                </a:lnTo>
                <a:lnTo>
                  <a:pt x="3" y="0"/>
                </a:lnTo>
                <a:lnTo>
                  <a:pt x="0" y="23"/>
                </a:lnTo>
                <a:lnTo>
                  <a:pt x="1" y="24"/>
                </a:lnTo>
                <a:close/>
              </a:path>
            </a:pathLst>
          </a:custGeom>
          <a:solidFill>
            <a:srgbClr val="BCFF43"/>
          </a:solidFill>
          <a:ln w="3175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Freeform 2782"/>
          <p:cNvSpPr/>
          <p:nvPr/>
        </p:nvSpPr>
        <p:spPr>
          <a:xfrm>
            <a:off x="3009900" y="20320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1"/>
                </a:lnTo>
                <a:lnTo>
                  <a:pt x="2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D40000"/>
          </a:solidFill>
          <a:ln w="3175">
            <a:solidFill>
              <a:srgbClr val="A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Freeform 2783"/>
          <p:cNvSpPr/>
          <p:nvPr/>
        </p:nvSpPr>
        <p:spPr>
          <a:xfrm>
            <a:off x="3035300" y="2032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Freeform 2784"/>
          <p:cNvSpPr/>
          <p:nvPr/>
        </p:nvSpPr>
        <p:spPr>
          <a:xfrm>
            <a:off x="3073400" y="2032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Freeform 2785"/>
          <p:cNvSpPr/>
          <p:nvPr/>
        </p:nvSpPr>
        <p:spPr>
          <a:xfrm>
            <a:off x="3098800" y="2032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Freeform 2786"/>
          <p:cNvSpPr/>
          <p:nvPr/>
        </p:nvSpPr>
        <p:spPr>
          <a:xfrm>
            <a:off x="3124200" y="2019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Freeform 2787"/>
          <p:cNvSpPr/>
          <p:nvPr/>
        </p:nvSpPr>
        <p:spPr>
          <a:xfrm>
            <a:off x="3162300" y="2019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Freeform 2788"/>
          <p:cNvSpPr/>
          <p:nvPr/>
        </p:nvSpPr>
        <p:spPr>
          <a:xfrm>
            <a:off x="3187700" y="2019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Freeform 2789"/>
          <p:cNvSpPr/>
          <p:nvPr/>
        </p:nvSpPr>
        <p:spPr>
          <a:xfrm>
            <a:off x="3225800" y="2019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Freeform 2790"/>
          <p:cNvSpPr/>
          <p:nvPr/>
        </p:nvSpPr>
        <p:spPr>
          <a:xfrm>
            <a:off x="3251200" y="2019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Freeform 2791"/>
          <p:cNvSpPr/>
          <p:nvPr/>
        </p:nvSpPr>
        <p:spPr>
          <a:xfrm>
            <a:off x="23876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Freeform 2792"/>
          <p:cNvSpPr/>
          <p:nvPr/>
        </p:nvSpPr>
        <p:spPr>
          <a:xfrm>
            <a:off x="24130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Freeform 2793"/>
          <p:cNvSpPr/>
          <p:nvPr/>
        </p:nvSpPr>
        <p:spPr>
          <a:xfrm>
            <a:off x="2438400" y="2286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Freeform 2794"/>
          <p:cNvSpPr/>
          <p:nvPr/>
        </p:nvSpPr>
        <p:spPr>
          <a:xfrm>
            <a:off x="24765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Freeform 2795"/>
          <p:cNvSpPr/>
          <p:nvPr/>
        </p:nvSpPr>
        <p:spPr>
          <a:xfrm>
            <a:off x="2501900" y="2286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Freeform 2796"/>
          <p:cNvSpPr/>
          <p:nvPr/>
        </p:nvSpPr>
        <p:spPr>
          <a:xfrm>
            <a:off x="2540000" y="2273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Freeform 2797"/>
          <p:cNvSpPr/>
          <p:nvPr/>
        </p:nvSpPr>
        <p:spPr>
          <a:xfrm>
            <a:off x="2565400" y="2273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Freeform 2798"/>
          <p:cNvSpPr/>
          <p:nvPr/>
        </p:nvSpPr>
        <p:spPr>
          <a:xfrm>
            <a:off x="2603500" y="2273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Freeform 2799"/>
          <p:cNvSpPr/>
          <p:nvPr/>
        </p:nvSpPr>
        <p:spPr>
          <a:xfrm>
            <a:off x="2628900" y="2273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3" y="4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B7FF48"/>
          </a:solidFill>
          <a:ln w="3175">
            <a:solidFill>
              <a:srgbClr val="93C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Freeform 2800"/>
          <p:cNvSpPr/>
          <p:nvPr/>
        </p:nvSpPr>
        <p:spPr>
          <a:xfrm>
            <a:off x="2654300" y="23114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1"/>
                </a:moveTo>
                <a:lnTo>
                  <a:pt x="4" y="9"/>
                </a:lnTo>
                <a:lnTo>
                  <a:pt x="3" y="9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22FFDD"/>
          </a:solidFill>
          <a:ln w="3175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Freeform 2801"/>
          <p:cNvSpPr/>
          <p:nvPr/>
        </p:nvSpPr>
        <p:spPr>
          <a:xfrm>
            <a:off x="2692400" y="2425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3" y="3"/>
                </a:lnTo>
                <a:lnTo>
                  <a:pt x="2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91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Freeform 2802"/>
          <p:cNvSpPr/>
          <p:nvPr/>
        </p:nvSpPr>
        <p:spPr>
          <a:xfrm>
            <a:off x="2717800" y="2463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5BFF"/>
          </a:solidFill>
          <a:ln w="3175">
            <a:solidFill>
              <a:srgbClr val="004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Freeform 2803"/>
          <p:cNvSpPr/>
          <p:nvPr/>
        </p:nvSpPr>
        <p:spPr>
          <a:xfrm>
            <a:off x="2755900" y="2463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Freeform 2804"/>
          <p:cNvSpPr/>
          <p:nvPr/>
        </p:nvSpPr>
        <p:spPr>
          <a:xfrm>
            <a:off x="2781300" y="2463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Freeform 2805"/>
          <p:cNvSpPr/>
          <p:nvPr/>
        </p:nvSpPr>
        <p:spPr>
          <a:xfrm>
            <a:off x="2806700" y="2463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Freeform 2806"/>
          <p:cNvSpPr/>
          <p:nvPr/>
        </p:nvSpPr>
        <p:spPr>
          <a:xfrm>
            <a:off x="2844800" y="2463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Freeform 2807"/>
          <p:cNvSpPr/>
          <p:nvPr/>
        </p:nvSpPr>
        <p:spPr>
          <a:xfrm>
            <a:off x="2870200" y="2451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Freeform 2808"/>
          <p:cNvSpPr/>
          <p:nvPr/>
        </p:nvSpPr>
        <p:spPr>
          <a:xfrm>
            <a:off x="2908300" y="2451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Freeform 2809"/>
          <p:cNvSpPr/>
          <p:nvPr/>
        </p:nvSpPr>
        <p:spPr>
          <a:xfrm>
            <a:off x="29337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78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Freeform 2810"/>
          <p:cNvSpPr/>
          <p:nvPr/>
        </p:nvSpPr>
        <p:spPr>
          <a:xfrm>
            <a:off x="2959100" y="2120900"/>
            <a:ext cx="50800" cy="292100"/>
          </a:xfrm>
          <a:custGeom>
            <a:avLst/>
            <a:gdLst/>
            <a:ahLst/>
            <a:cxnLst/>
            <a:rect l="l" t="t" r="r" b="b"/>
            <a:pathLst>
              <a:path w="4" h="23">
                <a:moveTo>
                  <a:pt x="1" y="23"/>
                </a:moveTo>
                <a:lnTo>
                  <a:pt x="4" y="0"/>
                </a:lnTo>
                <a:lnTo>
                  <a:pt x="3" y="0"/>
                </a:lnTo>
                <a:lnTo>
                  <a:pt x="0" y="23"/>
                </a:lnTo>
                <a:lnTo>
                  <a:pt x="1" y="23"/>
                </a:lnTo>
                <a:close/>
              </a:path>
            </a:pathLst>
          </a:custGeom>
          <a:solidFill>
            <a:srgbClr val="BCFF43"/>
          </a:solidFill>
          <a:ln w="3175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Freeform 2811"/>
          <p:cNvSpPr/>
          <p:nvPr/>
        </p:nvSpPr>
        <p:spPr>
          <a:xfrm>
            <a:off x="2997200" y="20320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0"/>
                </a:lnTo>
                <a:lnTo>
                  <a:pt x="2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D40000"/>
          </a:solidFill>
          <a:ln w="3175">
            <a:solidFill>
              <a:srgbClr val="A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Freeform 2812"/>
          <p:cNvSpPr/>
          <p:nvPr/>
        </p:nvSpPr>
        <p:spPr>
          <a:xfrm>
            <a:off x="3022600" y="2019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Freeform 2813"/>
          <p:cNvSpPr/>
          <p:nvPr/>
        </p:nvSpPr>
        <p:spPr>
          <a:xfrm>
            <a:off x="3060700" y="2019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Freeform 2814"/>
          <p:cNvSpPr/>
          <p:nvPr/>
        </p:nvSpPr>
        <p:spPr>
          <a:xfrm>
            <a:off x="3086100" y="2019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Freeform 2815"/>
          <p:cNvSpPr/>
          <p:nvPr/>
        </p:nvSpPr>
        <p:spPr>
          <a:xfrm>
            <a:off x="3124200" y="2019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Freeform 2816"/>
          <p:cNvSpPr/>
          <p:nvPr/>
        </p:nvSpPr>
        <p:spPr>
          <a:xfrm>
            <a:off x="3149600" y="2019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Freeform 2817"/>
          <p:cNvSpPr/>
          <p:nvPr/>
        </p:nvSpPr>
        <p:spPr>
          <a:xfrm>
            <a:off x="3175000" y="2006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Freeform 2818"/>
          <p:cNvSpPr/>
          <p:nvPr/>
        </p:nvSpPr>
        <p:spPr>
          <a:xfrm>
            <a:off x="3213100" y="2006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Freeform 2819"/>
          <p:cNvSpPr/>
          <p:nvPr/>
        </p:nvSpPr>
        <p:spPr>
          <a:xfrm>
            <a:off x="3238500" y="2006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Freeform 2820"/>
          <p:cNvSpPr/>
          <p:nvPr/>
        </p:nvSpPr>
        <p:spPr>
          <a:xfrm>
            <a:off x="2374900" y="2286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Freeform 2821"/>
          <p:cNvSpPr/>
          <p:nvPr/>
        </p:nvSpPr>
        <p:spPr>
          <a:xfrm>
            <a:off x="2400300" y="2286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Freeform 2822"/>
          <p:cNvSpPr/>
          <p:nvPr/>
        </p:nvSpPr>
        <p:spPr>
          <a:xfrm>
            <a:off x="2438400" y="2273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Freeform 2823"/>
          <p:cNvSpPr/>
          <p:nvPr/>
        </p:nvSpPr>
        <p:spPr>
          <a:xfrm>
            <a:off x="2463800" y="2273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Freeform 2824"/>
          <p:cNvSpPr/>
          <p:nvPr/>
        </p:nvSpPr>
        <p:spPr>
          <a:xfrm>
            <a:off x="2489200" y="2273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Freeform 2825"/>
          <p:cNvSpPr/>
          <p:nvPr/>
        </p:nvSpPr>
        <p:spPr>
          <a:xfrm>
            <a:off x="2527300" y="2273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Freeform 2826"/>
          <p:cNvSpPr/>
          <p:nvPr/>
        </p:nvSpPr>
        <p:spPr>
          <a:xfrm>
            <a:off x="2552700" y="2273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Freeform 2827"/>
          <p:cNvSpPr/>
          <p:nvPr/>
        </p:nvSpPr>
        <p:spPr>
          <a:xfrm>
            <a:off x="2590800" y="2260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Freeform 2828"/>
          <p:cNvSpPr/>
          <p:nvPr/>
        </p:nvSpPr>
        <p:spPr>
          <a:xfrm>
            <a:off x="2616200" y="2260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2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B7FF48"/>
          </a:solidFill>
          <a:ln w="3175">
            <a:solidFill>
              <a:srgbClr val="93C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Freeform 2829"/>
          <p:cNvSpPr/>
          <p:nvPr/>
        </p:nvSpPr>
        <p:spPr>
          <a:xfrm>
            <a:off x="2641600" y="23114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0"/>
                </a:moveTo>
                <a:lnTo>
                  <a:pt x="4" y="9"/>
                </a:lnTo>
                <a:lnTo>
                  <a:pt x="3" y="8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22FFDD"/>
          </a:solidFill>
          <a:ln w="3175">
            <a:solidFill>
              <a:srgbClr val="1B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Freeform 2830"/>
          <p:cNvSpPr/>
          <p:nvPr/>
        </p:nvSpPr>
        <p:spPr>
          <a:xfrm>
            <a:off x="2679700" y="241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2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1FF"/>
          </a:solidFill>
          <a:ln w="3175">
            <a:solidFill>
              <a:srgbClr val="007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Freeform 2831"/>
          <p:cNvSpPr/>
          <p:nvPr/>
        </p:nvSpPr>
        <p:spPr>
          <a:xfrm>
            <a:off x="2705100" y="2451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BFF"/>
          </a:solidFill>
          <a:ln w="3175">
            <a:solidFill>
              <a:srgbClr val="004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Freeform 2832"/>
          <p:cNvSpPr/>
          <p:nvPr/>
        </p:nvSpPr>
        <p:spPr>
          <a:xfrm>
            <a:off x="2743200" y="2463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Freeform 2833"/>
          <p:cNvSpPr/>
          <p:nvPr/>
        </p:nvSpPr>
        <p:spPr>
          <a:xfrm>
            <a:off x="2768600" y="2463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Freeform 2834"/>
          <p:cNvSpPr/>
          <p:nvPr/>
        </p:nvSpPr>
        <p:spPr>
          <a:xfrm>
            <a:off x="2806700" y="2451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Freeform 2835"/>
          <p:cNvSpPr/>
          <p:nvPr/>
        </p:nvSpPr>
        <p:spPr>
          <a:xfrm>
            <a:off x="2832100" y="2451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Freeform 2836"/>
          <p:cNvSpPr/>
          <p:nvPr/>
        </p:nvSpPr>
        <p:spPr>
          <a:xfrm>
            <a:off x="2857500" y="2451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Freeform 2837"/>
          <p:cNvSpPr/>
          <p:nvPr/>
        </p:nvSpPr>
        <p:spPr>
          <a:xfrm>
            <a:off x="2895600" y="2451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Freeform 2838"/>
          <p:cNvSpPr/>
          <p:nvPr/>
        </p:nvSpPr>
        <p:spPr>
          <a:xfrm>
            <a:off x="2921000" y="2400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78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Freeform 2839"/>
          <p:cNvSpPr/>
          <p:nvPr/>
        </p:nvSpPr>
        <p:spPr>
          <a:xfrm>
            <a:off x="2959100" y="21082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" h="24">
                <a:moveTo>
                  <a:pt x="0" y="24"/>
                </a:moveTo>
                <a:lnTo>
                  <a:pt x="3" y="1"/>
                </a:lnTo>
                <a:lnTo>
                  <a:pt x="2" y="0"/>
                </a:lnTo>
                <a:lnTo>
                  <a:pt x="0" y="23"/>
                </a:lnTo>
                <a:lnTo>
                  <a:pt x="0" y="24"/>
                </a:lnTo>
                <a:close/>
              </a:path>
            </a:pathLst>
          </a:custGeom>
          <a:solidFill>
            <a:srgbClr val="BCFF43"/>
          </a:solidFill>
          <a:ln w="3175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Freeform 2840"/>
          <p:cNvSpPr/>
          <p:nvPr/>
        </p:nvSpPr>
        <p:spPr>
          <a:xfrm>
            <a:off x="2984500" y="20193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1"/>
                </a:lnTo>
                <a:lnTo>
                  <a:pt x="2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D40000"/>
          </a:solidFill>
          <a:ln w="3175">
            <a:solidFill>
              <a:srgbClr val="A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Freeform 2841"/>
          <p:cNvSpPr/>
          <p:nvPr/>
        </p:nvSpPr>
        <p:spPr>
          <a:xfrm>
            <a:off x="3009900" y="2019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Freeform 2842"/>
          <p:cNvSpPr/>
          <p:nvPr/>
        </p:nvSpPr>
        <p:spPr>
          <a:xfrm>
            <a:off x="3048000" y="2019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Freeform 2843"/>
          <p:cNvSpPr/>
          <p:nvPr/>
        </p:nvSpPr>
        <p:spPr>
          <a:xfrm>
            <a:off x="3073400" y="2006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Freeform 2844"/>
          <p:cNvSpPr/>
          <p:nvPr/>
        </p:nvSpPr>
        <p:spPr>
          <a:xfrm>
            <a:off x="3111500" y="2006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Freeform 2845"/>
          <p:cNvSpPr/>
          <p:nvPr/>
        </p:nvSpPr>
        <p:spPr>
          <a:xfrm>
            <a:off x="3136900" y="2006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Freeform 2846"/>
          <p:cNvSpPr/>
          <p:nvPr/>
        </p:nvSpPr>
        <p:spPr>
          <a:xfrm>
            <a:off x="3162300" y="2006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Freeform 2847"/>
          <p:cNvSpPr/>
          <p:nvPr/>
        </p:nvSpPr>
        <p:spPr>
          <a:xfrm>
            <a:off x="3200400" y="2006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Freeform 2848"/>
          <p:cNvSpPr/>
          <p:nvPr/>
        </p:nvSpPr>
        <p:spPr>
          <a:xfrm>
            <a:off x="3225800" y="1993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Rectangle 2849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Rectangle 2850"/>
          <p:cNvSpPr/>
          <p:nvPr/>
        </p:nvSpPr>
        <p:spPr>
          <a:xfrm>
            <a:off x="287999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52" name="Picture 28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2853" name="Picture 28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2854" name="TextBox 285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2855" name="TextBox 2854"/>
          <p:cNvSpPr txBox="1"/>
          <p:nvPr/>
        </p:nvSpPr>
        <p:spPr>
          <a:xfrm>
            <a:off x="359993" y="555247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5: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Evaluate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tune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2856" name="TextBox 2855"/>
          <p:cNvSpPr txBox="1"/>
          <p:nvPr/>
        </p:nvSpPr>
        <p:spPr>
          <a:xfrm>
            <a:off x="1877486" y="1716504"/>
            <a:ext cx="390790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57" name="TextBox 2856"/>
          <p:cNvSpPr txBox="1"/>
          <p:nvPr/>
        </p:nvSpPr>
        <p:spPr>
          <a:xfrm>
            <a:off x="1688693" y="1616936"/>
            <a:ext cx="409670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858" name="TextBox 2857"/>
          <p:cNvSpPr txBox="1"/>
          <p:nvPr/>
        </p:nvSpPr>
        <p:spPr>
          <a:xfrm>
            <a:off x="1554184" y="1501071"/>
            <a:ext cx="423121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59" name="TextBox 2858"/>
          <p:cNvSpPr txBox="1"/>
          <p:nvPr/>
        </p:nvSpPr>
        <p:spPr>
          <a:xfrm>
            <a:off x="2815614" y="1639450"/>
            <a:ext cx="296978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60" name="TextBox 2859"/>
          <p:cNvSpPr txBox="1"/>
          <p:nvPr/>
        </p:nvSpPr>
        <p:spPr>
          <a:xfrm>
            <a:off x="2619166" y="1656788"/>
            <a:ext cx="316622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61" name="TextBox 2860"/>
          <p:cNvSpPr txBox="1"/>
          <p:nvPr/>
        </p:nvSpPr>
        <p:spPr>
          <a:xfrm>
            <a:off x="2441513" y="1672470"/>
            <a:ext cx="334388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62" name="TextBox 2861"/>
          <p:cNvSpPr txBox="1"/>
          <p:nvPr/>
        </p:nvSpPr>
        <p:spPr>
          <a:xfrm>
            <a:off x="2263860" y="1688152"/>
            <a:ext cx="352153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863" name="TextBox 2862"/>
          <p:cNvSpPr txBox="1"/>
          <p:nvPr/>
        </p:nvSpPr>
        <p:spPr>
          <a:xfrm>
            <a:off x="2086208" y="1703834"/>
            <a:ext cx="369918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864" name="TextBox 2863"/>
          <p:cNvSpPr txBox="1"/>
          <p:nvPr/>
        </p:nvSpPr>
        <p:spPr>
          <a:xfrm>
            <a:off x="1927351" y="1717855"/>
            <a:ext cx="385804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65" name="TextBox 2864"/>
          <p:cNvSpPr txBox="1"/>
          <p:nvPr/>
        </p:nvSpPr>
        <p:spPr>
          <a:xfrm>
            <a:off x="1515302" y="1225187"/>
            <a:ext cx="427009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66" name="TextBox 2865"/>
          <p:cNvSpPr txBox="1"/>
          <p:nvPr/>
        </p:nvSpPr>
        <p:spPr>
          <a:xfrm>
            <a:off x="1515302" y="992472"/>
            <a:ext cx="427009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2867" name="TextBox 2866"/>
          <p:cNvSpPr txBox="1"/>
          <p:nvPr/>
        </p:nvSpPr>
        <p:spPr>
          <a:xfrm>
            <a:off x="1345737" y="1783235"/>
            <a:ext cx="443965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servers,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2868" name="TextBox 2867"/>
          <p:cNvSpPr txBox="1"/>
          <p:nvPr/>
        </p:nvSpPr>
        <p:spPr>
          <a:xfrm>
            <a:off x="2276134" y="1778516"/>
            <a:ext cx="350926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delay,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2869" name="TextBox 2868"/>
          <p:cNvSpPr txBox="1"/>
          <p:nvPr/>
        </p:nvSpPr>
        <p:spPr>
          <a:xfrm>
            <a:off x="1425634" y="916391"/>
            <a:ext cx="435976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spares,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2870" name="TextBox 2869"/>
          <p:cNvSpPr txBox="1"/>
          <p:nvPr/>
        </p:nvSpPr>
        <p:spPr>
          <a:xfrm>
            <a:off x="3450847" y="1717759"/>
            <a:ext cx="233454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71" name="TextBox 2870"/>
          <p:cNvSpPr txBox="1"/>
          <p:nvPr/>
        </p:nvSpPr>
        <p:spPr>
          <a:xfrm>
            <a:off x="3262053" y="1618186"/>
            <a:ext cx="252334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872" name="TextBox 2871"/>
          <p:cNvSpPr txBox="1"/>
          <p:nvPr/>
        </p:nvSpPr>
        <p:spPr>
          <a:xfrm>
            <a:off x="3127545" y="1502322"/>
            <a:ext cx="265785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73" name="TextBox 2872"/>
          <p:cNvSpPr txBox="1"/>
          <p:nvPr/>
        </p:nvSpPr>
        <p:spPr>
          <a:xfrm>
            <a:off x="4388975" y="1640701"/>
            <a:ext cx="139642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74" name="TextBox 2873"/>
          <p:cNvSpPr txBox="1"/>
          <p:nvPr/>
        </p:nvSpPr>
        <p:spPr>
          <a:xfrm>
            <a:off x="4192527" y="1658039"/>
            <a:ext cx="159286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75" name="TextBox 2874"/>
          <p:cNvSpPr txBox="1"/>
          <p:nvPr/>
        </p:nvSpPr>
        <p:spPr>
          <a:xfrm>
            <a:off x="4014874" y="1673721"/>
            <a:ext cx="177052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76" name="TextBox 2875"/>
          <p:cNvSpPr txBox="1"/>
          <p:nvPr/>
        </p:nvSpPr>
        <p:spPr>
          <a:xfrm>
            <a:off x="3837221" y="1689403"/>
            <a:ext cx="194817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877" name="TextBox 2876"/>
          <p:cNvSpPr txBox="1"/>
          <p:nvPr/>
        </p:nvSpPr>
        <p:spPr>
          <a:xfrm>
            <a:off x="3659569" y="1705085"/>
            <a:ext cx="2125826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878" name="TextBox 2877"/>
          <p:cNvSpPr txBox="1"/>
          <p:nvPr/>
        </p:nvSpPr>
        <p:spPr>
          <a:xfrm>
            <a:off x="3500712" y="1719105"/>
            <a:ext cx="2284683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79" name="TextBox 2878"/>
          <p:cNvSpPr txBox="1"/>
          <p:nvPr/>
        </p:nvSpPr>
        <p:spPr>
          <a:xfrm>
            <a:off x="3088663" y="1278035"/>
            <a:ext cx="269673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80" name="TextBox 2879"/>
          <p:cNvSpPr txBox="1"/>
          <p:nvPr/>
        </p:nvSpPr>
        <p:spPr>
          <a:xfrm>
            <a:off x="3088663" y="1012625"/>
            <a:ext cx="269673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81" name="TextBox 2880"/>
          <p:cNvSpPr txBox="1"/>
          <p:nvPr/>
        </p:nvSpPr>
        <p:spPr>
          <a:xfrm>
            <a:off x="2944553" y="1775829"/>
            <a:ext cx="284084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2882" name="TextBox 2881"/>
          <p:cNvSpPr txBox="1"/>
          <p:nvPr/>
        </p:nvSpPr>
        <p:spPr>
          <a:xfrm>
            <a:off x="3849495" y="1779771"/>
            <a:ext cx="193590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delay,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2883" name="TextBox 2882"/>
          <p:cNvSpPr txBox="1"/>
          <p:nvPr/>
        </p:nvSpPr>
        <p:spPr>
          <a:xfrm>
            <a:off x="2998995" y="919039"/>
            <a:ext cx="278640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spares,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2884" name="TextBox 2883"/>
          <p:cNvSpPr txBox="1"/>
          <p:nvPr/>
        </p:nvSpPr>
        <p:spPr>
          <a:xfrm>
            <a:off x="2651436" y="2879766"/>
            <a:ext cx="313395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85" name="TextBox 2884"/>
          <p:cNvSpPr txBox="1"/>
          <p:nvPr/>
        </p:nvSpPr>
        <p:spPr>
          <a:xfrm>
            <a:off x="2462643" y="2780193"/>
            <a:ext cx="332275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886" name="TextBox 2885"/>
          <p:cNvSpPr txBox="1"/>
          <p:nvPr/>
        </p:nvSpPr>
        <p:spPr>
          <a:xfrm>
            <a:off x="2328130" y="2664334"/>
            <a:ext cx="3457265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87" name="TextBox 2886"/>
          <p:cNvSpPr txBox="1"/>
          <p:nvPr/>
        </p:nvSpPr>
        <p:spPr>
          <a:xfrm>
            <a:off x="3589565" y="2802708"/>
            <a:ext cx="219583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88" name="TextBox 2887"/>
          <p:cNvSpPr txBox="1"/>
          <p:nvPr/>
        </p:nvSpPr>
        <p:spPr>
          <a:xfrm>
            <a:off x="3393116" y="2820051"/>
            <a:ext cx="2392279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89" name="TextBox 2888"/>
          <p:cNvSpPr txBox="1"/>
          <p:nvPr/>
        </p:nvSpPr>
        <p:spPr>
          <a:xfrm>
            <a:off x="3215464" y="2835733"/>
            <a:ext cx="2569931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90" name="TextBox 2889"/>
          <p:cNvSpPr txBox="1"/>
          <p:nvPr/>
        </p:nvSpPr>
        <p:spPr>
          <a:xfrm>
            <a:off x="3037811" y="2851410"/>
            <a:ext cx="2747584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891" name="TextBox 2890"/>
          <p:cNvSpPr txBox="1"/>
          <p:nvPr/>
        </p:nvSpPr>
        <p:spPr>
          <a:xfrm>
            <a:off x="2860158" y="2867092"/>
            <a:ext cx="292523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892" name="TextBox 2891"/>
          <p:cNvSpPr txBox="1"/>
          <p:nvPr/>
        </p:nvSpPr>
        <p:spPr>
          <a:xfrm>
            <a:off x="2701297" y="2881118"/>
            <a:ext cx="3084098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93" name="TextBox 2892"/>
          <p:cNvSpPr txBox="1"/>
          <p:nvPr/>
        </p:nvSpPr>
        <p:spPr>
          <a:xfrm>
            <a:off x="2289253" y="2459402"/>
            <a:ext cx="349614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94" name="TextBox 2893"/>
          <p:cNvSpPr txBox="1"/>
          <p:nvPr/>
        </p:nvSpPr>
        <p:spPr>
          <a:xfrm>
            <a:off x="2289253" y="2180530"/>
            <a:ext cx="3496142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Cambria Math"/>
              </a:rPr>
              <a:t>0</a:t>
            </a:r>
            <a:r>
              <a:rPr sz="398" b="0">
                <a:solidFill>
                  <a:srgbClr val="000000"/>
                </a:solidFill>
                <a:latin typeface="Cambria Math"/>
              </a:rPr>
              <a:t>.</a:t>
            </a:r>
            <a:r>
              <a:rPr sz="39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95" name="TextBox 2894"/>
          <p:cNvSpPr txBox="1"/>
          <p:nvPr/>
        </p:nvSpPr>
        <p:spPr>
          <a:xfrm>
            <a:off x="2145138" y="2937836"/>
            <a:ext cx="3640257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2896" name="TextBox 2895"/>
          <p:cNvSpPr txBox="1"/>
          <p:nvPr/>
        </p:nvSpPr>
        <p:spPr>
          <a:xfrm>
            <a:off x="2992889" y="2947915"/>
            <a:ext cx="2792506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servers,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2897" name="TextBox 2896"/>
          <p:cNvSpPr txBox="1"/>
          <p:nvPr/>
        </p:nvSpPr>
        <p:spPr>
          <a:xfrm>
            <a:off x="2199585" y="2080588"/>
            <a:ext cx="3585810" cy="78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of</a:t>
            </a:r>
            <a:r>
              <a:rPr sz="398" b="0">
                <a:solidFill>
                  <a:srgbClr val="000000"/>
                </a:solidFill>
                <a:latin typeface="Josefin Sans"/>
              </a:rPr>
              <a:t> </a:t>
            </a:r>
            <a:r>
              <a:rPr sz="398" b="0">
                <a:solidFill>
                  <a:srgbClr val="000000"/>
                </a:solidFill>
                <a:latin typeface="Josefin Sans"/>
              </a:rPr>
              <a:t>spares,</a:t>
            </a:r>
            <a:r>
              <a:rPr sz="398" b="0">
                <a:solidFill>
                  <a:srgbClr val="000000"/>
                </a:solidFill>
                <a:latin typeface="Cambria Math"/>
              </a:rPr>
              <a:t> </a:t>
            </a:r>
            <a:r>
              <a:rPr sz="398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2898" name="TextBox 2897"/>
          <p:cNvSpPr txBox="1"/>
          <p:nvPr/>
        </p:nvSpPr>
        <p:spPr>
          <a:xfrm>
            <a:off x="4889651" y="3150930"/>
            <a:ext cx="8957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899" name="TextBox 2898"/>
          <p:cNvSpPr txBox="1"/>
          <p:nvPr/>
        </p:nvSpPr>
        <p:spPr>
          <a:xfrm>
            <a:off x="5623571" y="3150706"/>
            <a:ext cx="1618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46167" y="2318737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46167" y="228993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434171" y="228993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722174" y="228993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010178" y="228993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98182" y="228993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586185" y="2289935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46167" y="1598728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46167" y="231873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46167" y="217473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46167" y="2030733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46167" y="1886731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6167" y="174273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46167" y="1598728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46167" y="1598728"/>
            <a:ext cx="216003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362170" y="1598728"/>
            <a:ext cx="288003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650173" y="2318737"/>
            <a:ext cx="93601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46167" y="2318737"/>
            <a:ext cx="432005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78172" y="1598728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866176" y="1598728"/>
            <a:ext cx="288004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154180" y="2318737"/>
            <a:ext cx="432005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46167" y="2318737"/>
            <a:ext cx="864011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010178" y="1598728"/>
            <a:ext cx="28800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98182" y="1598728"/>
            <a:ext cx="288003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440537" y="2320799"/>
            <a:ext cx="1440018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40537" y="2291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28540" y="2291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016544" y="2291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304548" y="2291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592551" y="2291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880555" y="2291997"/>
            <a:ext cx="0" cy="28802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40537" y="1600790"/>
            <a:ext cx="0" cy="720009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440537" y="2320799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440537" y="2176797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440537" y="2032795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40537" y="1888794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440537" y="1744792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440537" y="1600790"/>
            <a:ext cx="28802" cy="0"/>
          </a:xfrm>
          <a:prstGeom prst="line">
            <a:avLst/>
          </a:prstGeom>
          <a:ln w="404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440537" y="1600790"/>
            <a:ext cx="21600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656539" y="1600790"/>
            <a:ext cx="288004" cy="720009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44543" y="2320799"/>
            <a:ext cx="936012" cy="0"/>
          </a:xfrm>
          <a:prstGeom prst="line">
            <a:avLst/>
          </a:prstGeom>
          <a:ln w="4048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440537" y="2320799"/>
            <a:ext cx="216002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656539" y="1600790"/>
            <a:ext cx="216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872542" y="1600790"/>
            <a:ext cx="216003" cy="720009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88545" y="2320799"/>
            <a:ext cx="792010" cy="0"/>
          </a:xfrm>
          <a:prstGeom prst="line">
            <a:avLst/>
          </a:prstGeom>
          <a:ln w="4048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440537" y="2320799"/>
            <a:ext cx="432005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872542" y="1600790"/>
            <a:ext cx="288004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160546" y="1600790"/>
            <a:ext cx="288003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448549" y="2320799"/>
            <a:ext cx="432006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440537" y="2320799"/>
            <a:ext cx="792010" cy="0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232547" y="1600790"/>
            <a:ext cx="216002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48549" y="1600790"/>
            <a:ext cx="216003" cy="720009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664552" y="2320799"/>
            <a:ext cx="216003" cy="0"/>
          </a:xfrm>
          <a:prstGeom prst="line">
            <a:avLst/>
          </a:prstGeom>
          <a:ln w="4048">
            <a:solidFill>
              <a:srgbClr val="E72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440537" y="2320799"/>
            <a:ext cx="864011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304548" y="1600790"/>
            <a:ext cx="288003" cy="720009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592551" y="1600790"/>
            <a:ext cx="288004" cy="0"/>
          </a:xfrm>
          <a:prstGeom prst="line">
            <a:avLst/>
          </a:prstGeom>
          <a:ln w="4048">
            <a:solidFill>
              <a:srgbClr val="757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-3" y="314675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880000" y="314675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9993" y="83148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9991" y="1069350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point,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expert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satisfied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improve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it,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9991" y="1221178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or she may suggest additional sets – ‘Rather small’ and ‘Rather large’ for ‘number of servers,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’.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1102" y="2335780"/>
            <a:ext cx="466429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81900" y="2335780"/>
            <a:ext cx="44034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70952" y="2335780"/>
            <a:ext cx="411444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57006" y="2335780"/>
            <a:ext cx="382838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45611" y="2335780"/>
            <a:ext cx="35397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573414" y="2335780"/>
            <a:ext cx="32119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05832" y="2489420"/>
            <a:ext cx="467956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servers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s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(original)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3541" y="2280246"/>
            <a:ext cx="478185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2614" y="2136248"/>
            <a:ext cx="477278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4717" y="1992250"/>
            <a:ext cx="477067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0836" y="1848049"/>
            <a:ext cx="477455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2045" y="1704052"/>
            <a:ext cx="477335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28159" y="1560247"/>
            <a:ext cx="475723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4365" y="1567495"/>
            <a:ext cx="492103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72527" y="1931845"/>
            <a:ext cx="4512868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838652" y="1932130"/>
            <a:ext cx="394674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51854" y="1932130"/>
            <a:ext cx="343354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15472" y="2337843"/>
            <a:ext cx="2369923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76259" y="2337843"/>
            <a:ext cx="210913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965321" y="2337843"/>
            <a:ext cx="182007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51376" y="2337843"/>
            <a:ext cx="1534019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39981" y="2337843"/>
            <a:ext cx="124541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67783" y="2337843"/>
            <a:ext cx="917612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573399" y="2491482"/>
            <a:ext cx="2211996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servers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(normalised),</a:t>
            </a:r>
            <a:r>
              <a:rPr sz="637" b="0">
                <a:solidFill>
                  <a:srgbClr val="000000"/>
                </a:solidFill>
                <a:latin typeface="Cambria Math"/>
              </a:rPr>
              <a:t> </a:t>
            </a:r>
            <a:r>
              <a:rPr sz="637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97911" y="2282308"/>
            <a:ext cx="2487484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06984" y="2138310"/>
            <a:ext cx="247841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09087" y="1994313"/>
            <a:ext cx="2476308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05195" y="1850112"/>
            <a:ext cx="248020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06415" y="1706114"/>
            <a:ext cx="2478980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0.8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22528" y="1562309"/>
            <a:ext cx="2462867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158734" y="1569569"/>
            <a:ext cx="2626661" cy="1255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7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of</a:t>
            </a:r>
            <a:r>
              <a:rPr sz="637" b="0">
                <a:solidFill>
                  <a:srgbClr val="000000"/>
                </a:solidFill>
                <a:latin typeface="Josefin Sans"/>
              </a:rPr>
              <a:t> </a:t>
            </a:r>
            <a:r>
              <a:rPr sz="637" b="0">
                <a:solidFill>
                  <a:srgbClr val="000000"/>
                </a:solidFill>
                <a:latin typeface="Josefin Sans"/>
              </a:rPr>
              <a:t>membership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66897" y="1933907"/>
            <a:ext cx="2218499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835669" y="1933907"/>
            <a:ext cx="1949726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FFFFFF"/>
                </a:solidFill>
                <a:latin typeface="Josefin Sans"/>
              </a:rPr>
              <a:t>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35669" y="1933907"/>
            <a:ext cx="1949726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33022" y="1934192"/>
            <a:ext cx="1652373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411000" y="1934192"/>
            <a:ext cx="1374395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FFFFFF"/>
                </a:solidFill>
                <a:latin typeface="Josefin Sans"/>
              </a:rPr>
              <a:t>RL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11000" y="1934192"/>
            <a:ext cx="1374395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46224" y="1934192"/>
            <a:ext cx="1139171" cy="941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89661" y="3150929"/>
            <a:ext cx="8957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23429" y="3150705"/>
            <a:ext cx="1619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35370" y="2008251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775376" y="1834574"/>
            <a:ext cx="300817" cy="17367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37"/>
          <p:cNvSpPr/>
          <p:nvPr/>
        </p:nvSpPr>
        <p:spPr>
          <a:xfrm>
            <a:off x="2070100" y="18288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1235370" y="1030891"/>
            <a:ext cx="0" cy="9773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1219200" y="1016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235370" y="1828248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775376" y="1693247"/>
            <a:ext cx="233831" cy="13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35370" y="1648246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775376" y="1513244"/>
            <a:ext cx="233831" cy="1350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35370" y="1468244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775376" y="1333242"/>
            <a:ext cx="233831" cy="1350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35370" y="1288242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775376" y="1153240"/>
            <a:ext cx="233831" cy="13500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35370" y="1108239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775376" y="973238"/>
            <a:ext cx="233831" cy="13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235370" y="973238"/>
            <a:ext cx="233830" cy="13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15372" y="1108239"/>
            <a:ext cx="0" cy="90001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415372" y="973238"/>
            <a:ext cx="233830" cy="13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95374" y="1108239"/>
            <a:ext cx="0" cy="90001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595374" y="973238"/>
            <a:ext cx="233831" cy="13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775376" y="1108239"/>
            <a:ext cx="0" cy="90001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313313" y="1063239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53320" y="1063239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391257" y="1018238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31263" y="1018238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469200" y="973238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009207" y="973238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415372" y="2143252"/>
            <a:ext cx="167350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574800" y="2133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2315383" y="2908262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855390" y="1924576"/>
            <a:ext cx="1703799" cy="98368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4546600" y="1917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2315383" y="1930902"/>
            <a:ext cx="0" cy="9773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311400" y="1917700"/>
            <a:ext cx="12700" cy="254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0" y="0"/>
                </a:moveTo>
                <a:lnTo>
                  <a:pt x="0" y="2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2315383" y="2728260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855390" y="2683259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315383" y="2548257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855390" y="2503257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315383" y="2368255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855390" y="2323255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315383" y="2188253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855390" y="2143252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315383" y="2008251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855390" y="1963250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315383" y="1963250"/>
            <a:ext cx="77944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495386" y="2008251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495386" y="1963250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675388" y="2008251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675388" y="1963250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855390" y="2008251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393327" y="1963250"/>
            <a:ext cx="54000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933333" y="1963250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405384" y="3043263"/>
            <a:ext cx="7734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2476500" y="30353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3094818" y="2458256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094818" y="1480897"/>
            <a:ext cx="0" cy="97735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3086100" y="14732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3094818" y="2278254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634825" y="2233253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094818" y="2098252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634825" y="2053251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094818" y="1918249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634825" y="1873249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094818" y="1738247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634825" y="1693247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094818" y="1558245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634825" y="1513245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094818" y="1513245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274820" y="1558245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274820" y="1513245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454823" y="1558245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454823" y="1513245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634825" y="1558245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172761" y="1513245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712768" y="1513245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184819" y="2593258"/>
            <a:ext cx="7734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3251200" y="25781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3874253" y="2008251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874253" y="1030891"/>
            <a:ext cx="0" cy="9773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reeform 114"/>
          <p:cNvSpPr/>
          <p:nvPr/>
        </p:nvSpPr>
        <p:spPr>
          <a:xfrm>
            <a:off x="3860800" y="10160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3874253" y="1828248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4414260" y="1783248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874253" y="1648246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4414260" y="1603246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74253" y="1468244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414260" y="1423244"/>
            <a:ext cx="77943" cy="4500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74253" y="1288242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4414260" y="1243241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874253" y="1108240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4414260" y="1063239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874253" y="1063239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4054255" y="1108240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4054255" y="1063239"/>
            <a:ext cx="77943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234257" y="1108240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4234257" y="1063239"/>
            <a:ext cx="77944" cy="4500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4414260" y="1108240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952196" y="1063239"/>
            <a:ext cx="540007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492203" y="1063239"/>
            <a:ext cx="0" cy="90001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964254" y="2143252"/>
            <a:ext cx="77348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4038600" y="2133600"/>
            <a:ext cx="12700" cy="254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-2" y="314675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880002" y="314675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39" name="Picture 1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9993" y="510450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59991" y="748308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include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two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sets.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84786" y="1889499"/>
            <a:ext cx="450061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464789" y="1889499"/>
            <a:ext cx="432060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44786" y="1889499"/>
            <a:ext cx="414060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84786" y="1709495"/>
            <a:ext cx="450061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4789" y="1709495"/>
            <a:ext cx="432060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644786" y="1709495"/>
            <a:ext cx="414060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84786" y="1529498"/>
            <a:ext cx="450061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4789" y="1529498"/>
            <a:ext cx="432060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44786" y="1529498"/>
            <a:ext cx="414060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06992" y="1350238"/>
            <a:ext cx="447840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86989" y="1350238"/>
            <a:ext cx="42984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644786" y="1349495"/>
            <a:ext cx="414060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06992" y="1170241"/>
            <a:ext cx="447840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486989" y="1170241"/>
            <a:ext cx="42984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44786" y="1169498"/>
            <a:ext cx="414060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84786" y="2025681"/>
            <a:ext cx="450061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86989" y="2025681"/>
            <a:ext cx="42984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656711" y="2025681"/>
            <a:ext cx="412868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617722" y="2107431"/>
            <a:ext cx="416767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76264" y="1890241"/>
            <a:ext cx="460913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36221" y="1710238"/>
            <a:ext cx="464917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5703" y="1530540"/>
            <a:ext cx="462969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34824" y="1350542"/>
            <a:ext cx="465057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74873" y="1170539"/>
            <a:ext cx="461052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83363" y="982426"/>
            <a:ext cx="460203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836689" y="1913178"/>
            <a:ext cx="394870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  <a:r>
              <a:rPr sz="498" b="0">
                <a:solidFill>
                  <a:srgbClr val="000000"/>
                </a:solidFill>
                <a:latin typeface="Josefin Sans"/>
              </a:rPr>
              <a:t> </a:t>
            </a:r>
            <a:r>
              <a:rPr sz="498" b="0">
                <a:solidFill>
                  <a:srgbClr val="000000"/>
                </a:solidFill>
                <a:latin typeface="Josefin Sans"/>
              </a:rPr>
              <a:t>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09492" y="1786279"/>
            <a:ext cx="367590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364787" y="2789497"/>
            <a:ext cx="342060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544784" y="2789497"/>
            <a:ext cx="324061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24788" y="2789497"/>
            <a:ext cx="30606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364787" y="2609493"/>
            <a:ext cx="342060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544784" y="2609493"/>
            <a:ext cx="324061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24788" y="2609493"/>
            <a:ext cx="30606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364787" y="2429497"/>
            <a:ext cx="342060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544784" y="2429497"/>
            <a:ext cx="324061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724788" y="2429497"/>
            <a:ext cx="30606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386993" y="2250242"/>
            <a:ext cx="339840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566990" y="2250242"/>
            <a:ext cx="321840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24788" y="2249499"/>
            <a:ext cx="30606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386993" y="2070239"/>
            <a:ext cx="339840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566990" y="2070239"/>
            <a:ext cx="321840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724788" y="2069496"/>
            <a:ext cx="306060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364787" y="2925679"/>
            <a:ext cx="342060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566990" y="2925679"/>
            <a:ext cx="321840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736713" y="2925679"/>
            <a:ext cx="304868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517721" y="3007429"/>
            <a:ext cx="326767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256266" y="2790240"/>
            <a:ext cx="352912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216216" y="2610236"/>
            <a:ext cx="356917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235705" y="2430538"/>
            <a:ext cx="354969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214826" y="2250541"/>
            <a:ext cx="357057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254869" y="2070537"/>
            <a:ext cx="353052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263365" y="1882431"/>
            <a:ext cx="352203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916691" y="2903181"/>
            <a:ext cx="286870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592456" y="1876278"/>
            <a:ext cx="119293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166417" y="2340241"/>
            <a:ext cx="261897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324209" y="2339498"/>
            <a:ext cx="246118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504212" y="2339498"/>
            <a:ext cx="228118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166417" y="2160237"/>
            <a:ext cx="261897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324209" y="2159494"/>
            <a:ext cx="246118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504212" y="2159494"/>
            <a:ext cx="228118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146396" y="1980240"/>
            <a:ext cx="263899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346415" y="1980240"/>
            <a:ext cx="243898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504212" y="1979497"/>
            <a:ext cx="228118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156137" y="1800542"/>
            <a:ext cx="262925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326393" y="1800243"/>
            <a:ext cx="245900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526418" y="1800243"/>
            <a:ext cx="225897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156137" y="1620538"/>
            <a:ext cx="262925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326393" y="1620240"/>
            <a:ext cx="245900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526418" y="1620240"/>
            <a:ext cx="225897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144212" y="2475680"/>
            <a:ext cx="264118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346415" y="2475680"/>
            <a:ext cx="243898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516138" y="2475680"/>
            <a:ext cx="226925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FFFFFF"/>
                </a:solidFill>
                <a:latin typeface="Josefin Sans"/>
              </a:rPr>
              <a:t>M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97145" y="2557430"/>
            <a:ext cx="248825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035690" y="2340241"/>
            <a:ext cx="274970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995641" y="2160237"/>
            <a:ext cx="278975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015129" y="1980539"/>
            <a:ext cx="277026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994250" y="1800542"/>
            <a:ext cx="279114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034293" y="1620538"/>
            <a:ext cx="275110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042789" y="1432432"/>
            <a:ext cx="274260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696116" y="2453182"/>
            <a:ext cx="208927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922938" y="1889499"/>
            <a:ext cx="186245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VL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125147" y="1890540"/>
            <a:ext cx="166024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295562" y="1890540"/>
            <a:ext cx="148983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922938" y="1709495"/>
            <a:ext cx="1862458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VL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105119" y="1710543"/>
            <a:ext cx="168027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285821" y="1710238"/>
            <a:ext cx="149957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935561" y="1530540"/>
            <a:ext cx="184983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115558" y="1530540"/>
            <a:ext cx="166983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305842" y="1530241"/>
            <a:ext cx="147955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925122" y="1350542"/>
            <a:ext cx="186027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115558" y="1350542"/>
            <a:ext cx="166983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285821" y="1350238"/>
            <a:ext cx="149957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945143" y="1170539"/>
            <a:ext cx="184025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115558" y="1170539"/>
            <a:ext cx="1669837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85821" y="1170241"/>
            <a:ext cx="1499574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923636" y="2025681"/>
            <a:ext cx="1861759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VS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125839" y="2025681"/>
            <a:ext cx="165955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95562" y="2025681"/>
            <a:ext cx="1489833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FFFFFF"/>
                </a:solidFill>
                <a:latin typeface="Josefin Sans"/>
              </a:rPr>
              <a:t>M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076569" y="2107431"/>
            <a:ext cx="1708826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815115" y="1890241"/>
            <a:ext cx="197028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775065" y="1710238"/>
            <a:ext cx="2010330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94553" y="1530540"/>
            <a:ext cx="1990842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M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773675" y="1350542"/>
            <a:ext cx="201172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RL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813724" y="1170539"/>
            <a:ext cx="197167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L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822214" y="982426"/>
            <a:ext cx="1963181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475540" y="2003183"/>
            <a:ext cx="1309855" cy="980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98" b="0">
                <a:solidFill>
                  <a:srgbClr val="000000"/>
                </a:solidFill>
                <a:latin typeface="Josefin Sans"/>
              </a:rPr>
              <a:t>H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889662" y="3150930"/>
            <a:ext cx="8957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627444" y="3150706"/>
            <a:ext cx="1579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803698" y="1676853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621838" y="1555669"/>
            <a:ext cx="999312" cy="8820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439978" y="1434486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439290" y="1434486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2239428" y="1452127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2039565" y="1469769"/>
            <a:ext cx="363721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1839703" y="1487411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639840" y="1505052"/>
            <a:ext cx="363721" cy="24236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439978" y="1522694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778802" y="1676853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2596942" y="1555669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415082" y="1434486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03698" y="1762924"/>
            <a:ext cx="24209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621838" y="1641741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439978" y="1520557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2782789" y="1663378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582927" y="1681020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383065" y="1698662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2183202" y="1716304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983340" y="1733945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783478" y="1751587"/>
            <a:ext cx="20220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39290" y="1434486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239428" y="1452127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039565" y="1469769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39703" y="1487411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639840" y="1505052"/>
            <a:ext cx="20222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439978" y="1522694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439290" y="1434486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1439978" y="1522694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803698" y="1676853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439978" y="1434486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2778802" y="967129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596942" y="845946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2415082" y="724762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439290" y="724762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39428" y="742404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039565" y="760045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839703" y="77768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639840" y="795329"/>
            <a:ext cx="20222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439978" y="812970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2439290" y="724762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1439978" y="724762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803010" y="1652554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603148" y="1670195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403286" y="1687837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203423" y="1705479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003561" y="1723120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803698" y="1740762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2778802" y="1418992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2778802" y="1157181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803010" y="967129"/>
            <a:ext cx="0" cy="70972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439290" y="724762"/>
            <a:ext cx="0" cy="70972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239428" y="742404"/>
            <a:ext cx="0" cy="70972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039565" y="760045"/>
            <a:ext cx="0" cy="70972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839703" y="777687"/>
            <a:ext cx="0" cy="70972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639840" y="795329"/>
            <a:ext cx="0" cy="70972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439978" y="812970"/>
            <a:ext cx="0" cy="70972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439290" y="1410187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239428" y="1427828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039565" y="1445470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839703" y="1463112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639840" y="1480753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439978" y="1498395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439290" y="724762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239428" y="742404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039565" y="760045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839703" y="777687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639840" y="795329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439978" y="812970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1439978" y="1176625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1439978" y="914814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2415082" y="1176625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2415082" y="914814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439978" y="1262696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439978" y="1000886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439290" y="724762"/>
            <a:ext cx="0" cy="70972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439978" y="812970"/>
            <a:ext cx="0" cy="709724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803010" y="967129"/>
            <a:ext cx="0" cy="70972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621150" y="845946"/>
            <a:ext cx="0" cy="70972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439290" y="724762"/>
            <a:ext cx="0" cy="709724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803010" y="1652554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621150" y="1531370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439290" y="1410187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803010" y="967129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621150" y="845946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439290" y="724762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2439290" y="1176625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2439290" y="914814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 flipV="1">
            <a:off x="2782789" y="1405518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2782789" y="114370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439290" y="1176625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439290" y="914814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803698" y="1740762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21838" y="1619579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439978" y="1498395"/>
            <a:ext cx="0" cy="24299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439978" y="1264833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439978" y="1003022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Freeform 132"/>
          <p:cNvSpPr/>
          <p:nvPr/>
        </p:nvSpPr>
        <p:spPr>
          <a:xfrm>
            <a:off x="17907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28800" y="168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8542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8923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9304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968500" y="167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9939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20320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2070100" y="1676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20955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133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21717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2209800" y="1663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22352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2733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311400" y="1625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3368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23749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24130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24511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2476500" y="1587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2514600" y="1536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25527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2578100" y="1498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26162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6543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692400" y="1485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27178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27559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7780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816100" y="1689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8415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8796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9177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955800" y="1676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9812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0193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20574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20828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21209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21590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21971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22225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22606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2298700" y="1612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23241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23622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24003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24384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2463800" y="1574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501900" y="1524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400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5654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03500" y="1485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641600" y="1485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679700" y="147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7051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27432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7653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803400" y="167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288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8669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9050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9431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9685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0066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0447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0701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1082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21463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21844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2098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2479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286000" y="1600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23114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23495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23876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2425700" y="1625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2451100" y="1574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2489200" y="1524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2527300" y="1485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2552700" y="147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25908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26289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2667000" y="1473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26924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27305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1752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17907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8288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18542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8923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19304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9558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19939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2032000" y="1651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20574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2095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21336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2171700" y="1638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21971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22352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2273300" y="1600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22987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3368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23749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24130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2438400" y="1562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2476500" y="1511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514600" y="1473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540000" y="147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25781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26162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2654300" y="1460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26797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2717800" y="1460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17399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1778000" y="1663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18161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18415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18796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1917700" y="1651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19431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9812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20193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20574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20828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21209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21590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21844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22225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2260600" y="1587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22860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2324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23622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24003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2425700" y="1549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2463800" y="1498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2501900" y="147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25273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2565400" y="146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2603500" y="1460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26416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26670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27051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7272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17653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18034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18288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8669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9050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9304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9685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20066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20447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20701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2108200" y="162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21463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2171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22098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2247900" y="157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22860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1"/>
                </a:move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2311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23495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23876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2413000" y="1549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2451100" y="1498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24892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2527300" y="144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25527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2590800" y="144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26289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26543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26924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1714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17526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17907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18161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1854200" y="1638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18923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19177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19558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1993900" y="162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20320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20574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20955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21336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2159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21971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22352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22733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22987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23368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23749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2400300" y="1536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2438400" y="1485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2476500" y="1447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2514600" y="1447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2540000" y="1447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25781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26162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26416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2679700" y="1435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17018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1739900" y="1638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17780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18034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18415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18796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19050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19431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9812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20193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20447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20828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2120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21463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2184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8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22225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00A1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22606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F"/>
          </a:solidFill>
          <a:ln w="3175">
            <a:solidFill>
              <a:srgbClr val="000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22860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2324100" y="1587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23622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2387600" y="1524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A"/>
          </a:solidFill>
          <a:ln w="3175">
            <a:solidFill>
              <a:srgbClr val="000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2425700" y="14732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24638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40FF"/>
          </a:solidFill>
          <a:ln w="3175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2501900" y="1435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5D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25273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2565400" y="1435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2603500" y="1422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2628900" y="142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2667000" y="142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6891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17272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17653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1790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18288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18669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18923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1930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19685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20066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2032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2070100" y="1600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Freeform 376"/>
          <p:cNvSpPr/>
          <p:nvPr/>
        </p:nvSpPr>
        <p:spPr>
          <a:xfrm>
            <a:off x="21082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21336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2171700" y="1549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93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2209800" y="1511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4"/>
                </a:lnTo>
                <a:lnTo>
                  <a:pt x="3" y="0"/>
                </a:lnTo>
                <a:lnTo>
                  <a:pt x="0" y="3"/>
                </a:lnTo>
                <a:lnTo>
                  <a:pt x="1" y="6"/>
                </a:lnTo>
                <a:close/>
              </a:path>
            </a:pathLst>
          </a:custGeom>
          <a:solidFill>
            <a:srgbClr val="0000BB"/>
          </a:solidFill>
          <a:ln w="3175">
            <a:solidFill>
              <a:srgbClr val="000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2247900" y="1511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4"/>
                </a:moveTo>
                <a:lnTo>
                  <a:pt x="3" y="5"/>
                </a:lnTo>
                <a:lnTo>
                  <a:pt x="2" y="3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B9"/>
          </a:solidFill>
          <a:ln w="3175">
            <a:solidFill>
              <a:srgbClr val="000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2273300" y="154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B"/>
          </a:solidFill>
          <a:ln w="3175">
            <a:solidFill>
              <a:srgbClr val="00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2311400" y="154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3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2349500" y="1549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3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2374900" y="1511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000B9"/>
          </a:solidFill>
          <a:ln w="3175">
            <a:solidFill>
              <a:srgbClr val="000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2413000" y="1460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8FF"/>
          </a:solidFill>
          <a:ln w="3175">
            <a:solidFill>
              <a:srgbClr val="000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2451100" y="1422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2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49FF"/>
          </a:solidFill>
          <a:ln w="3175">
            <a:solidFill>
              <a:srgbClr val="003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Freeform 387"/>
          <p:cNvSpPr/>
          <p:nvPr/>
        </p:nvSpPr>
        <p:spPr>
          <a:xfrm>
            <a:off x="2489200" y="1422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5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Freeform 388"/>
          <p:cNvSpPr/>
          <p:nvPr/>
        </p:nvSpPr>
        <p:spPr>
          <a:xfrm>
            <a:off x="25146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2552700" y="140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590800" y="1409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6162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26543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1676400" y="162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17145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17526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Freeform 396"/>
          <p:cNvSpPr/>
          <p:nvPr/>
        </p:nvSpPr>
        <p:spPr>
          <a:xfrm>
            <a:off x="17780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1816100" y="1612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18542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18796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Freeform 400"/>
          <p:cNvSpPr/>
          <p:nvPr/>
        </p:nvSpPr>
        <p:spPr>
          <a:xfrm>
            <a:off x="19177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1955800" y="1600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19939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20193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2057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20955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21209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2159000" y="1524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2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5"/>
          </a:solidFill>
          <a:ln w="3175">
            <a:solidFill>
              <a:srgbClr val="000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2197100" y="14224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7"/>
                </a:lnTo>
                <a:lnTo>
                  <a:pt x="3" y="0"/>
                </a:lnTo>
                <a:lnTo>
                  <a:pt x="0" y="8"/>
                </a:lnTo>
                <a:lnTo>
                  <a:pt x="1" y="10"/>
                </a:lnTo>
                <a:close/>
              </a:path>
            </a:pathLst>
          </a:custGeom>
          <a:solidFill>
            <a:srgbClr val="0001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2235200" y="14224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7"/>
                </a:moveTo>
                <a:lnTo>
                  <a:pt x="3" y="10"/>
                </a:lnTo>
                <a:lnTo>
                  <a:pt x="2" y="4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13FF"/>
          </a:solidFill>
          <a:ln w="3175">
            <a:solidFill>
              <a:srgbClr val="000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2260600" y="14732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1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00E3"/>
          </a:solidFill>
          <a:ln w="3175">
            <a:solidFill>
              <a:srgbClr val="000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2298700" y="1485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D8"/>
          </a:solidFill>
          <a:ln w="3175">
            <a:solidFill>
              <a:srgbClr val="000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Freeform 412"/>
          <p:cNvSpPr/>
          <p:nvPr/>
        </p:nvSpPr>
        <p:spPr>
          <a:xfrm>
            <a:off x="2336800" y="14859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D8"/>
          </a:solidFill>
          <a:ln w="3175">
            <a:solidFill>
              <a:srgbClr val="000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Freeform 413"/>
          <p:cNvSpPr/>
          <p:nvPr/>
        </p:nvSpPr>
        <p:spPr>
          <a:xfrm>
            <a:off x="2362200" y="14478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5"/>
                </a:lnTo>
                <a:lnTo>
                  <a:pt x="3" y="0"/>
                </a:lnTo>
                <a:lnTo>
                  <a:pt x="0" y="3"/>
                </a:lnTo>
                <a:lnTo>
                  <a:pt x="1" y="8"/>
                </a:lnTo>
                <a:close/>
              </a:path>
            </a:pathLst>
          </a:custGeom>
          <a:solidFill>
            <a:srgbClr val="0000F5"/>
          </a:solidFill>
          <a:ln w="3175">
            <a:solidFill>
              <a:srgbClr val="000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2400300" y="14097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4"/>
                </a:lnTo>
                <a:lnTo>
                  <a:pt x="3" y="0"/>
                </a:lnTo>
                <a:lnTo>
                  <a:pt x="0" y="3"/>
                </a:lnTo>
                <a:lnTo>
                  <a:pt x="1" y="8"/>
                </a:lnTo>
                <a:close/>
              </a:path>
            </a:pathLst>
          </a:custGeom>
          <a:solidFill>
            <a:srgbClr val="0038FF"/>
          </a:solidFill>
          <a:ln w="3175">
            <a:solidFill>
              <a:srgbClr val="002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2438400" y="1384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6"/>
                </a:lnTo>
                <a:close/>
              </a:path>
            </a:pathLst>
          </a:custGeom>
          <a:solidFill>
            <a:srgbClr val="0072FF"/>
          </a:solidFill>
          <a:ln w="3175">
            <a:solidFill>
              <a:srgbClr val="005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2476500" y="1371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8BFF"/>
          </a:solidFill>
          <a:ln w="3175">
            <a:solidFill>
              <a:srgbClr val="00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2501900" y="137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25400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25781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2603500" y="135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2641600" y="135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EFF"/>
          </a:solidFill>
          <a:ln w="3175">
            <a:solidFill>
              <a:srgbClr val="007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1663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17018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Freeform 424"/>
          <p:cNvSpPr/>
          <p:nvPr/>
        </p:nvSpPr>
        <p:spPr>
          <a:xfrm>
            <a:off x="1739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Freeform 425"/>
          <p:cNvSpPr/>
          <p:nvPr/>
        </p:nvSpPr>
        <p:spPr>
          <a:xfrm>
            <a:off x="17653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Freeform 426"/>
          <p:cNvSpPr/>
          <p:nvPr/>
        </p:nvSpPr>
        <p:spPr>
          <a:xfrm>
            <a:off x="1803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Freeform 427"/>
          <p:cNvSpPr/>
          <p:nvPr/>
        </p:nvSpPr>
        <p:spPr>
          <a:xfrm>
            <a:off x="1841500" y="1587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Freeform 428"/>
          <p:cNvSpPr/>
          <p:nvPr/>
        </p:nvSpPr>
        <p:spPr>
          <a:xfrm>
            <a:off x="18669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Freeform 429"/>
          <p:cNvSpPr/>
          <p:nvPr/>
        </p:nvSpPr>
        <p:spPr>
          <a:xfrm>
            <a:off x="19050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Freeform 430"/>
          <p:cNvSpPr/>
          <p:nvPr/>
        </p:nvSpPr>
        <p:spPr>
          <a:xfrm>
            <a:off x="19431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Freeform 431"/>
          <p:cNvSpPr/>
          <p:nvPr/>
        </p:nvSpPr>
        <p:spPr>
          <a:xfrm>
            <a:off x="19812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Freeform 432"/>
          <p:cNvSpPr/>
          <p:nvPr/>
        </p:nvSpPr>
        <p:spPr>
          <a:xfrm>
            <a:off x="2006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Freeform 433"/>
          <p:cNvSpPr/>
          <p:nvPr/>
        </p:nvSpPr>
        <p:spPr>
          <a:xfrm>
            <a:off x="20447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Freeform 434"/>
          <p:cNvSpPr/>
          <p:nvPr/>
        </p:nvSpPr>
        <p:spPr>
          <a:xfrm>
            <a:off x="20828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Freeform 435"/>
          <p:cNvSpPr/>
          <p:nvPr/>
        </p:nvSpPr>
        <p:spPr>
          <a:xfrm>
            <a:off x="21082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Freeform 436"/>
          <p:cNvSpPr/>
          <p:nvPr/>
        </p:nvSpPr>
        <p:spPr>
          <a:xfrm>
            <a:off x="2146300" y="1524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AD"/>
          </a:solidFill>
          <a:ln w="3175">
            <a:solidFill>
              <a:srgbClr val="00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Freeform 437"/>
          <p:cNvSpPr/>
          <p:nvPr/>
        </p:nvSpPr>
        <p:spPr>
          <a:xfrm>
            <a:off x="2184400" y="14097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9"/>
                </a:lnTo>
                <a:close/>
              </a:path>
            </a:pathLst>
          </a:custGeom>
          <a:solidFill>
            <a:srgbClr val="0030FF"/>
          </a:solidFill>
          <a:ln w="3175">
            <a:solidFill>
              <a:srgbClr val="002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Freeform 438"/>
          <p:cNvSpPr/>
          <p:nvPr/>
        </p:nvSpPr>
        <p:spPr>
          <a:xfrm>
            <a:off x="2222500" y="1409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1"/>
                </a:moveTo>
                <a:lnTo>
                  <a:pt x="3" y="5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Freeform 439"/>
          <p:cNvSpPr/>
          <p:nvPr/>
        </p:nvSpPr>
        <p:spPr>
          <a:xfrm>
            <a:off x="2247900" y="143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3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9FF"/>
          </a:solidFill>
          <a:ln w="3175">
            <a:solidFill>
              <a:srgbClr val="002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Freeform 440"/>
          <p:cNvSpPr/>
          <p:nvPr/>
        </p:nvSpPr>
        <p:spPr>
          <a:xfrm>
            <a:off x="2286000" y="143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Freeform 441"/>
          <p:cNvSpPr/>
          <p:nvPr/>
        </p:nvSpPr>
        <p:spPr>
          <a:xfrm>
            <a:off x="2324100" y="1435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Freeform 442"/>
          <p:cNvSpPr/>
          <p:nvPr/>
        </p:nvSpPr>
        <p:spPr>
          <a:xfrm>
            <a:off x="2349500" y="13970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4"/>
                </a:lnTo>
                <a:lnTo>
                  <a:pt x="3" y="0"/>
                </a:lnTo>
                <a:lnTo>
                  <a:pt x="0" y="3"/>
                </a:lnTo>
                <a:lnTo>
                  <a:pt x="1" y="7"/>
                </a:lnTo>
                <a:close/>
              </a:path>
            </a:pathLst>
          </a:custGeom>
          <a:solidFill>
            <a:srgbClr val="0046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Freeform 443"/>
          <p:cNvSpPr/>
          <p:nvPr/>
        </p:nvSpPr>
        <p:spPr>
          <a:xfrm>
            <a:off x="2387600" y="13589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4"/>
                </a:lnTo>
                <a:lnTo>
                  <a:pt x="3" y="0"/>
                </a:lnTo>
                <a:lnTo>
                  <a:pt x="0" y="3"/>
                </a:lnTo>
                <a:lnTo>
                  <a:pt x="1" y="7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Freeform 444"/>
          <p:cNvSpPr/>
          <p:nvPr/>
        </p:nvSpPr>
        <p:spPr>
          <a:xfrm>
            <a:off x="2425700" y="13335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6"/>
                </a:lnTo>
                <a:close/>
              </a:path>
            </a:pathLst>
          </a:custGeom>
          <a:solidFill>
            <a:srgbClr val="00B5FF"/>
          </a:solidFill>
          <a:ln w="3175">
            <a:solidFill>
              <a:srgbClr val="009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Freeform 445"/>
          <p:cNvSpPr/>
          <p:nvPr/>
        </p:nvSpPr>
        <p:spPr>
          <a:xfrm>
            <a:off x="2463800" y="1333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CCFF"/>
          </a:solidFill>
          <a:ln w="3175">
            <a:solidFill>
              <a:srgbClr val="00A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Freeform 446"/>
          <p:cNvSpPr/>
          <p:nvPr/>
        </p:nvSpPr>
        <p:spPr>
          <a:xfrm>
            <a:off x="24892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CEFF"/>
          </a:solidFill>
          <a:ln w="3175">
            <a:solidFill>
              <a:srgbClr val="00A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Freeform 447"/>
          <p:cNvSpPr/>
          <p:nvPr/>
        </p:nvSpPr>
        <p:spPr>
          <a:xfrm>
            <a:off x="25273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CEFF"/>
          </a:solidFill>
          <a:ln w="3175">
            <a:solidFill>
              <a:srgbClr val="00A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Freeform 448"/>
          <p:cNvSpPr/>
          <p:nvPr/>
        </p:nvSpPr>
        <p:spPr>
          <a:xfrm>
            <a:off x="2565400" y="1320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CEFF"/>
          </a:solidFill>
          <a:ln w="3175">
            <a:solidFill>
              <a:srgbClr val="00A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Freeform 449"/>
          <p:cNvSpPr/>
          <p:nvPr/>
        </p:nvSpPr>
        <p:spPr>
          <a:xfrm>
            <a:off x="25908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CEFF"/>
          </a:solidFill>
          <a:ln w="3175">
            <a:solidFill>
              <a:srgbClr val="00A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Freeform 450"/>
          <p:cNvSpPr/>
          <p:nvPr/>
        </p:nvSpPr>
        <p:spPr>
          <a:xfrm>
            <a:off x="2628900" y="130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CEFF"/>
          </a:solidFill>
          <a:ln w="3175">
            <a:solidFill>
              <a:srgbClr val="00A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Freeform 451"/>
          <p:cNvSpPr/>
          <p:nvPr/>
        </p:nvSpPr>
        <p:spPr>
          <a:xfrm>
            <a:off x="1651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Freeform 452"/>
          <p:cNvSpPr/>
          <p:nvPr/>
        </p:nvSpPr>
        <p:spPr>
          <a:xfrm>
            <a:off x="1689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Freeform 453"/>
          <p:cNvSpPr/>
          <p:nvPr/>
        </p:nvSpPr>
        <p:spPr>
          <a:xfrm>
            <a:off x="1727200" y="160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Freeform 454"/>
          <p:cNvSpPr/>
          <p:nvPr/>
        </p:nvSpPr>
        <p:spPr>
          <a:xfrm>
            <a:off x="17526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Freeform 455"/>
          <p:cNvSpPr/>
          <p:nvPr/>
        </p:nvSpPr>
        <p:spPr>
          <a:xfrm>
            <a:off x="17907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Freeform 456"/>
          <p:cNvSpPr/>
          <p:nvPr/>
        </p:nvSpPr>
        <p:spPr>
          <a:xfrm>
            <a:off x="18288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Freeform 457"/>
          <p:cNvSpPr/>
          <p:nvPr/>
        </p:nvSpPr>
        <p:spPr>
          <a:xfrm>
            <a:off x="1854200" y="1587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Freeform 458"/>
          <p:cNvSpPr/>
          <p:nvPr/>
        </p:nvSpPr>
        <p:spPr>
          <a:xfrm>
            <a:off x="1892300" y="1587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Freeform 459"/>
          <p:cNvSpPr/>
          <p:nvPr/>
        </p:nvSpPr>
        <p:spPr>
          <a:xfrm>
            <a:off x="19304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Freeform 460"/>
          <p:cNvSpPr/>
          <p:nvPr/>
        </p:nvSpPr>
        <p:spPr>
          <a:xfrm>
            <a:off x="19685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Freeform 461"/>
          <p:cNvSpPr/>
          <p:nvPr/>
        </p:nvSpPr>
        <p:spPr>
          <a:xfrm>
            <a:off x="1993900" y="1574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Freeform 462"/>
          <p:cNvSpPr/>
          <p:nvPr/>
        </p:nvSpPr>
        <p:spPr>
          <a:xfrm>
            <a:off x="2032000" y="1574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Freeform 463"/>
          <p:cNvSpPr/>
          <p:nvPr/>
        </p:nvSpPr>
        <p:spPr>
          <a:xfrm>
            <a:off x="2070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Freeform 464"/>
          <p:cNvSpPr/>
          <p:nvPr/>
        </p:nvSpPr>
        <p:spPr>
          <a:xfrm>
            <a:off x="20955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Freeform 465"/>
          <p:cNvSpPr/>
          <p:nvPr/>
        </p:nvSpPr>
        <p:spPr>
          <a:xfrm>
            <a:off x="2133600" y="1511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D"/>
          </a:solidFill>
          <a:ln w="3175">
            <a:solidFill>
              <a:srgbClr val="000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Freeform 466"/>
          <p:cNvSpPr/>
          <p:nvPr/>
        </p:nvSpPr>
        <p:spPr>
          <a:xfrm>
            <a:off x="2171700" y="13970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Freeform 467"/>
          <p:cNvSpPr/>
          <p:nvPr/>
        </p:nvSpPr>
        <p:spPr>
          <a:xfrm>
            <a:off x="2209800" y="139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EFF"/>
          </a:solidFill>
          <a:ln w="3175">
            <a:solidFill>
              <a:srgbClr val="006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Freeform 468"/>
          <p:cNvSpPr/>
          <p:nvPr/>
        </p:nvSpPr>
        <p:spPr>
          <a:xfrm>
            <a:off x="2235200" y="142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2FF"/>
          </a:solidFill>
          <a:ln w="3175">
            <a:solidFill>
              <a:srgbClr val="004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Freeform 469"/>
          <p:cNvSpPr/>
          <p:nvPr/>
        </p:nvSpPr>
        <p:spPr>
          <a:xfrm>
            <a:off x="2273300" y="1422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Freeform 470"/>
          <p:cNvSpPr/>
          <p:nvPr/>
        </p:nvSpPr>
        <p:spPr>
          <a:xfrm>
            <a:off x="2311400" y="1409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Freeform 471"/>
          <p:cNvSpPr/>
          <p:nvPr/>
        </p:nvSpPr>
        <p:spPr>
          <a:xfrm>
            <a:off x="2336800" y="138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6FFF"/>
          </a:solidFill>
          <a:ln w="3175">
            <a:solidFill>
              <a:srgbClr val="005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Freeform 472"/>
          <p:cNvSpPr/>
          <p:nvPr/>
        </p:nvSpPr>
        <p:spPr>
          <a:xfrm>
            <a:off x="2374900" y="1346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A3FF"/>
          </a:solidFill>
          <a:ln w="3175">
            <a:solidFill>
              <a:srgbClr val="008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Freeform 473"/>
          <p:cNvSpPr/>
          <p:nvPr/>
        </p:nvSpPr>
        <p:spPr>
          <a:xfrm>
            <a:off x="2413000" y="132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Freeform 474"/>
          <p:cNvSpPr/>
          <p:nvPr/>
        </p:nvSpPr>
        <p:spPr>
          <a:xfrm>
            <a:off x="2451100" y="1308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F5FF"/>
          </a:solidFill>
          <a:ln w="3175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Freeform 475"/>
          <p:cNvSpPr/>
          <p:nvPr/>
        </p:nvSpPr>
        <p:spPr>
          <a:xfrm>
            <a:off x="2476500" y="1308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Freeform 476"/>
          <p:cNvSpPr/>
          <p:nvPr/>
        </p:nvSpPr>
        <p:spPr>
          <a:xfrm>
            <a:off x="25146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3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Freeform 477"/>
          <p:cNvSpPr/>
          <p:nvPr/>
        </p:nvSpPr>
        <p:spPr>
          <a:xfrm>
            <a:off x="2552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3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Freeform 478"/>
          <p:cNvSpPr/>
          <p:nvPr/>
        </p:nvSpPr>
        <p:spPr>
          <a:xfrm>
            <a:off x="25781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3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Freeform 479"/>
          <p:cNvSpPr/>
          <p:nvPr/>
        </p:nvSpPr>
        <p:spPr>
          <a:xfrm>
            <a:off x="2616200" y="1295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F3FF"/>
          </a:solidFill>
          <a:ln w="3175">
            <a:solidFill>
              <a:srgbClr val="00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Freeform 480"/>
          <p:cNvSpPr/>
          <p:nvPr/>
        </p:nvSpPr>
        <p:spPr>
          <a:xfrm>
            <a:off x="1638300" y="1600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Freeform 481"/>
          <p:cNvSpPr/>
          <p:nvPr/>
        </p:nvSpPr>
        <p:spPr>
          <a:xfrm>
            <a:off x="1676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Freeform 482"/>
          <p:cNvSpPr/>
          <p:nvPr/>
        </p:nvSpPr>
        <p:spPr>
          <a:xfrm>
            <a:off x="17145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Freeform 483"/>
          <p:cNvSpPr/>
          <p:nvPr/>
        </p:nvSpPr>
        <p:spPr>
          <a:xfrm>
            <a:off x="17399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Freeform 484"/>
          <p:cNvSpPr/>
          <p:nvPr/>
        </p:nvSpPr>
        <p:spPr>
          <a:xfrm>
            <a:off x="1778000" y="1587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Freeform 485"/>
          <p:cNvSpPr/>
          <p:nvPr/>
        </p:nvSpPr>
        <p:spPr>
          <a:xfrm>
            <a:off x="18161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Freeform 486"/>
          <p:cNvSpPr/>
          <p:nvPr/>
        </p:nvSpPr>
        <p:spPr>
          <a:xfrm>
            <a:off x="18415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Freeform 487"/>
          <p:cNvSpPr/>
          <p:nvPr/>
        </p:nvSpPr>
        <p:spPr>
          <a:xfrm>
            <a:off x="1879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Freeform 488"/>
          <p:cNvSpPr/>
          <p:nvPr/>
        </p:nvSpPr>
        <p:spPr>
          <a:xfrm>
            <a:off x="19177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Freeform 489"/>
          <p:cNvSpPr/>
          <p:nvPr/>
        </p:nvSpPr>
        <p:spPr>
          <a:xfrm>
            <a:off x="1955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Freeform 490"/>
          <p:cNvSpPr/>
          <p:nvPr/>
        </p:nvSpPr>
        <p:spPr>
          <a:xfrm>
            <a:off x="19812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Freeform 491"/>
          <p:cNvSpPr/>
          <p:nvPr/>
        </p:nvSpPr>
        <p:spPr>
          <a:xfrm>
            <a:off x="20193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20574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Freeform 493"/>
          <p:cNvSpPr/>
          <p:nvPr/>
        </p:nvSpPr>
        <p:spPr>
          <a:xfrm>
            <a:off x="20828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Freeform 494"/>
          <p:cNvSpPr/>
          <p:nvPr/>
        </p:nvSpPr>
        <p:spPr>
          <a:xfrm>
            <a:off x="2120900" y="1498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2159000" y="13843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Freeform 496"/>
          <p:cNvSpPr/>
          <p:nvPr/>
        </p:nvSpPr>
        <p:spPr>
          <a:xfrm>
            <a:off x="21971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Freeform 497"/>
          <p:cNvSpPr/>
          <p:nvPr/>
        </p:nvSpPr>
        <p:spPr>
          <a:xfrm>
            <a:off x="22225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Freeform 498"/>
          <p:cNvSpPr/>
          <p:nvPr/>
        </p:nvSpPr>
        <p:spPr>
          <a:xfrm>
            <a:off x="22606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Freeform 499"/>
          <p:cNvSpPr/>
          <p:nvPr/>
        </p:nvSpPr>
        <p:spPr>
          <a:xfrm>
            <a:off x="2298700" y="140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Freeform 500"/>
          <p:cNvSpPr/>
          <p:nvPr/>
        </p:nvSpPr>
        <p:spPr>
          <a:xfrm>
            <a:off x="23241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Freeform 501"/>
          <p:cNvSpPr/>
          <p:nvPr/>
        </p:nvSpPr>
        <p:spPr>
          <a:xfrm>
            <a:off x="2362200" y="134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Freeform 502"/>
          <p:cNvSpPr/>
          <p:nvPr/>
        </p:nvSpPr>
        <p:spPr>
          <a:xfrm>
            <a:off x="2400300" y="130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Freeform 503"/>
          <p:cNvSpPr/>
          <p:nvPr/>
        </p:nvSpPr>
        <p:spPr>
          <a:xfrm>
            <a:off x="24384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Freeform 504"/>
          <p:cNvSpPr/>
          <p:nvPr/>
        </p:nvSpPr>
        <p:spPr>
          <a:xfrm>
            <a:off x="2463800" y="1308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Freeform 505"/>
          <p:cNvSpPr/>
          <p:nvPr/>
        </p:nvSpPr>
        <p:spPr>
          <a:xfrm>
            <a:off x="2501900" y="1308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5FF"/>
          </a:solidFill>
          <a:ln w="3175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Freeform 506"/>
          <p:cNvSpPr/>
          <p:nvPr/>
        </p:nvSpPr>
        <p:spPr>
          <a:xfrm>
            <a:off x="25400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5FF"/>
          </a:solidFill>
          <a:ln w="3175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Freeform 507"/>
          <p:cNvSpPr/>
          <p:nvPr/>
        </p:nvSpPr>
        <p:spPr>
          <a:xfrm>
            <a:off x="25654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5FF"/>
          </a:solidFill>
          <a:ln w="3175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Freeform 508"/>
          <p:cNvSpPr/>
          <p:nvPr/>
        </p:nvSpPr>
        <p:spPr>
          <a:xfrm>
            <a:off x="26035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5FF"/>
          </a:solidFill>
          <a:ln w="3175">
            <a:solidFill>
              <a:srgbClr val="00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Freeform 509"/>
          <p:cNvSpPr/>
          <p:nvPr/>
        </p:nvSpPr>
        <p:spPr>
          <a:xfrm>
            <a:off x="16256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Freeform 510"/>
          <p:cNvSpPr/>
          <p:nvPr/>
        </p:nvSpPr>
        <p:spPr>
          <a:xfrm>
            <a:off x="16637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Freeform 511"/>
          <p:cNvSpPr/>
          <p:nvPr/>
        </p:nvSpPr>
        <p:spPr>
          <a:xfrm>
            <a:off x="17018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Freeform 512"/>
          <p:cNvSpPr/>
          <p:nvPr/>
        </p:nvSpPr>
        <p:spPr>
          <a:xfrm>
            <a:off x="17272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Freeform 513"/>
          <p:cNvSpPr/>
          <p:nvPr/>
        </p:nvSpPr>
        <p:spPr>
          <a:xfrm>
            <a:off x="1765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Freeform 514"/>
          <p:cNvSpPr/>
          <p:nvPr/>
        </p:nvSpPr>
        <p:spPr>
          <a:xfrm>
            <a:off x="18034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Freeform 515"/>
          <p:cNvSpPr/>
          <p:nvPr/>
        </p:nvSpPr>
        <p:spPr>
          <a:xfrm>
            <a:off x="18288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Freeform 516"/>
          <p:cNvSpPr/>
          <p:nvPr/>
        </p:nvSpPr>
        <p:spPr>
          <a:xfrm>
            <a:off x="18669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Freeform 517"/>
          <p:cNvSpPr/>
          <p:nvPr/>
        </p:nvSpPr>
        <p:spPr>
          <a:xfrm>
            <a:off x="1905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Freeform 518"/>
          <p:cNvSpPr/>
          <p:nvPr/>
        </p:nvSpPr>
        <p:spPr>
          <a:xfrm>
            <a:off x="1943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Freeform 519"/>
          <p:cNvSpPr/>
          <p:nvPr/>
        </p:nvSpPr>
        <p:spPr>
          <a:xfrm>
            <a:off x="19685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Freeform 520"/>
          <p:cNvSpPr/>
          <p:nvPr/>
        </p:nvSpPr>
        <p:spPr>
          <a:xfrm>
            <a:off x="20066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Freeform 521"/>
          <p:cNvSpPr/>
          <p:nvPr/>
        </p:nvSpPr>
        <p:spPr>
          <a:xfrm>
            <a:off x="20447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Freeform 522"/>
          <p:cNvSpPr/>
          <p:nvPr/>
        </p:nvSpPr>
        <p:spPr>
          <a:xfrm>
            <a:off x="20701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Freeform 523"/>
          <p:cNvSpPr/>
          <p:nvPr/>
        </p:nvSpPr>
        <p:spPr>
          <a:xfrm>
            <a:off x="2108200" y="1498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0"/>
                </a:lnTo>
                <a:lnTo>
                  <a:pt x="3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Freeform 524"/>
          <p:cNvSpPr/>
          <p:nvPr/>
        </p:nvSpPr>
        <p:spPr>
          <a:xfrm>
            <a:off x="2146300" y="13843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0"/>
                </a:lnTo>
                <a:lnTo>
                  <a:pt x="3" y="0"/>
                </a:lnTo>
                <a:lnTo>
                  <a:pt x="0" y="9"/>
                </a:lnTo>
                <a:lnTo>
                  <a:pt x="1" y="9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Freeform 525"/>
          <p:cNvSpPr/>
          <p:nvPr/>
        </p:nvSpPr>
        <p:spPr>
          <a:xfrm>
            <a:off x="2184400" y="1384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Freeform 526"/>
          <p:cNvSpPr/>
          <p:nvPr/>
        </p:nvSpPr>
        <p:spPr>
          <a:xfrm>
            <a:off x="22098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Freeform 527"/>
          <p:cNvSpPr/>
          <p:nvPr/>
        </p:nvSpPr>
        <p:spPr>
          <a:xfrm>
            <a:off x="22479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Freeform 528"/>
          <p:cNvSpPr/>
          <p:nvPr/>
        </p:nvSpPr>
        <p:spPr>
          <a:xfrm>
            <a:off x="2286000" y="139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Freeform 529"/>
          <p:cNvSpPr/>
          <p:nvPr/>
        </p:nvSpPr>
        <p:spPr>
          <a:xfrm>
            <a:off x="23114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Freeform 530"/>
          <p:cNvSpPr/>
          <p:nvPr/>
        </p:nvSpPr>
        <p:spPr>
          <a:xfrm>
            <a:off x="2349500" y="1333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Freeform 531"/>
          <p:cNvSpPr/>
          <p:nvPr/>
        </p:nvSpPr>
        <p:spPr>
          <a:xfrm>
            <a:off x="2387600" y="129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Freeform 532"/>
          <p:cNvSpPr/>
          <p:nvPr/>
        </p:nvSpPr>
        <p:spPr>
          <a:xfrm>
            <a:off x="24257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Freeform 533"/>
          <p:cNvSpPr/>
          <p:nvPr/>
        </p:nvSpPr>
        <p:spPr>
          <a:xfrm>
            <a:off x="24511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Freeform 534"/>
          <p:cNvSpPr/>
          <p:nvPr/>
        </p:nvSpPr>
        <p:spPr>
          <a:xfrm>
            <a:off x="24892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Freeform 535"/>
          <p:cNvSpPr/>
          <p:nvPr/>
        </p:nvSpPr>
        <p:spPr>
          <a:xfrm>
            <a:off x="25273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Freeform 536"/>
          <p:cNvSpPr/>
          <p:nvPr/>
        </p:nvSpPr>
        <p:spPr>
          <a:xfrm>
            <a:off x="25527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Freeform 537"/>
          <p:cNvSpPr/>
          <p:nvPr/>
        </p:nvSpPr>
        <p:spPr>
          <a:xfrm>
            <a:off x="25908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Freeform 538"/>
          <p:cNvSpPr/>
          <p:nvPr/>
        </p:nvSpPr>
        <p:spPr>
          <a:xfrm>
            <a:off x="16129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Freeform 539"/>
          <p:cNvSpPr/>
          <p:nvPr/>
        </p:nvSpPr>
        <p:spPr>
          <a:xfrm>
            <a:off x="16510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Freeform 540"/>
          <p:cNvSpPr/>
          <p:nvPr/>
        </p:nvSpPr>
        <p:spPr>
          <a:xfrm>
            <a:off x="16891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Freeform 541"/>
          <p:cNvSpPr/>
          <p:nvPr/>
        </p:nvSpPr>
        <p:spPr>
          <a:xfrm>
            <a:off x="17145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Freeform 542"/>
          <p:cNvSpPr/>
          <p:nvPr/>
        </p:nvSpPr>
        <p:spPr>
          <a:xfrm>
            <a:off x="17526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Freeform 543"/>
          <p:cNvSpPr/>
          <p:nvPr/>
        </p:nvSpPr>
        <p:spPr>
          <a:xfrm>
            <a:off x="17907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Freeform 544"/>
          <p:cNvSpPr/>
          <p:nvPr/>
        </p:nvSpPr>
        <p:spPr>
          <a:xfrm>
            <a:off x="18161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Freeform 545"/>
          <p:cNvSpPr/>
          <p:nvPr/>
        </p:nvSpPr>
        <p:spPr>
          <a:xfrm>
            <a:off x="1854200" y="156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Freeform 546"/>
          <p:cNvSpPr/>
          <p:nvPr/>
        </p:nvSpPr>
        <p:spPr>
          <a:xfrm>
            <a:off x="18923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Freeform 547"/>
          <p:cNvSpPr/>
          <p:nvPr/>
        </p:nvSpPr>
        <p:spPr>
          <a:xfrm>
            <a:off x="1930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Freeform 548"/>
          <p:cNvSpPr/>
          <p:nvPr/>
        </p:nvSpPr>
        <p:spPr>
          <a:xfrm>
            <a:off x="19558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Freeform 549"/>
          <p:cNvSpPr/>
          <p:nvPr/>
        </p:nvSpPr>
        <p:spPr>
          <a:xfrm>
            <a:off x="19939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Freeform 550"/>
          <p:cNvSpPr/>
          <p:nvPr/>
        </p:nvSpPr>
        <p:spPr>
          <a:xfrm>
            <a:off x="20320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Freeform 551"/>
          <p:cNvSpPr/>
          <p:nvPr/>
        </p:nvSpPr>
        <p:spPr>
          <a:xfrm>
            <a:off x="20574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Freeform 552"/>
          <p:cNvSpPr/>
          <p:nvPr/>
        </p:nvSpPr>
        <p:spPr>
          <a:xfrm>
            <a:off x="2095500" y="1485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B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Freeform 553"/>
          <p:cNvSpPr/>
          <p:nvPr/>
        </p:nvSpPr>
        <p:spPr>
          <a:xfrm>
            <a:off x="2133600" y="13716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Freeform 554"/>
          <p:cNvSpPr/>
          <p:nvPr/>
        </p:nvSpPr>
        <p:spPr>
          <a:xfrm>
            <a:off x="21717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Freeform 555"/>
          <p:cNvSpPr/>
          <p:nvPr/>
        </p:nvSpPr>
        <p:spPr>
          <a:xfrm>
            <a:off x="21971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7FF"/>
          </a:solidFill>
          <a:ln w="3175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Freeform 556"/>
          <p:cNvSpPr/>
          <p:nvPr/>
        </p:nvSpPr>
        <p:spPr>
          <a:xfrm>
            <a:off x="22352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Freeform 557"/>
          <p:cNvSpPr/>
          <p:nvPr/>
        </p:nvSpPr>
        <p:spPr>
          <a:xfrm>
            <a:off x="22733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Freeform 558"/>
          <p:cNvSpPr/>
          <p:nvPr/>
        </p:nvSpPr>
        <p:spPr>
          <a:xfrm>
            <a:off x="22987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Freeform 559"/>
          <p:cNvSpPr/>
          <p:nvPr/>
        </p:nvSpPr>
        <p:spPr>
          <a:xfrm>
            <a:off x="23368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A6FF"/>
          </a:solidFill>
          <a:ln w="3175">
            <a:solidFill>
              <a:srgbClr val="008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Freeform 560"/>
          <p:cNvSpPr/>
          <p:nvPr/>
        </p:nvSpPr>
        <p:spPr>
          <a:xfrm>
            <a:off x="2374900" y="1295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Freeform 561"/>
          <p:cNvSpPr/>
          <p:nvPr/>
        </p:nvSpPr>
        <p:spPr>
          <a:xfrm>
            <a:off x="24130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FBFF"/>
          </a:solidFill>
          <a:ln w="3175">
            <a:solidFill>
              <a:srgbClr val="00C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Freeform 562"/>
          <p:cNvSpPr/>
          <p:nvPr/>
        </p:nvSpPr>
        <p:spPr>
          <a:xfrm>
            <a:off x="24384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8FF"/>
          </a:solidFill>
          <a:ln w="3175">
            <a:solidFill>
              <a:srgbClr val="00C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Freeform 563"/>
          <p:cNvSpPr/>
          <p:nvPr/>
        </p:nvSpPr>
        <p:spPr>
          <a:xfrm>
            <a:off x="24765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Freeform 564"/>
          <p:cNvSpPr/>
          <p:nvPr/>
        </p:nvSpPr>
        <p:spPr>
          <a:xfrm>
            <a:off x="25146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Freeform 565"/>
          <p:cNvSpPr/>
          <p:nvPr/>
        </p:nvSpPr>
        <p:spPr>
          <a:xfrm>
            <a:off x="25400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Freeform 566"/>
          <p:cNvSpPr/>
          <p:nvPr/>
        </p:nvSpPr>
        <p:spPr>
          <a:xfrm>
            <a:off x="2578100" y="1282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F4FF"/>
          </a:solidFill>
          <a:ln w="3175">
            <a:solidFill>
              <a:srgbClr val="00C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Freeform 567"/>
          <p:cNvSpPr/>
          <p:nvPr/>
        </p:nvSpPr>
        <p:spPr>
          <a:xfrm>
            <a:off x="16002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Freeform 568"/>
          <p:cNvSpPr/>
          <p:nvPr/>
        </p:nvSpPr>
        <p:spPr>
          <a:xfrm>
            <a:off x="16383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Freeform 569"/>
          <p:cNvSpPr/>
          <p:nvPr/>
        </p:nvSpPr>
        <p:spPr>
          <a:xfrm>
            <a:off x="16764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Freeform 570"/>
          <p:cNvSpPr/>
          <p:nvPr/>
        </p:nvSpPr>
        <p:spPr>
          <a:xfrm>
            <a:off x="17018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Freeform 571"/>
          <p:cNvSpPr/>
          <p:nvPr/>
        </p:nvSpPr>
        <p:spPr>
          <a:xfrm>
            <a:off x="17399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Freeform 572"/>
          <p:cNvSpPr/>
          <p:nvPr/>
        </p:nvSpPr>
        <p:spPr>
          <a:xfrm>
            <a:off x="17780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Freeform 573"/>
          <p:cNvSpPr/>
          <p:nvPr/>
        </p:nvSpPr>
        <p:spPr>
          <a:xfrm>
            <a:off x="18161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Freeform 574"/>
          <p:cNvSpPr/>
          <p:nvPr/>
        </p:nvSpPr>
        <p:spPr>
          <a:xfrm>
            <a:off x="18415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Freeform 575"/>
          <p:cNvSpPr/>
          <p:nvPr/>
        </p:nvSpPr>
        <p:spPr>
          <a:xfrm>
            <a:off x="18796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Freeform 576"/>
          <p:cNvSpPr/>
          <p:nvPr/>
        </p:nvSpPr>
        <p:spPr>
          <a:xfrm>
            <a:off x="1917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Freeform 577"/>
          <p:cNvSpPr/>
          <p:nvPr/>
        </p:nvSpPr>
        <p:spPr>
          <a:xfrm>
            <a:off x="19431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Freeform 578"/>
          <p:cNvSpPr/>
          <p:nvPr/>
        </p:nvSpPr>
        <p:spPr>
          <a:xfrm>
            <a:off x="1981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Freeform 579"/>
          <p:cNvSpPr/>
          <p:nvPr/>
        </p:nvSpPr>
        <p:spPr>
          <a:xfrm>
            <a:off x="20193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Freeform 580"/>
          <p:cNvSpPr/>
          <p:nvPr/>
        </p:nvSpPr>
        <p:spPr>
          <a:xfrm>
            <a:off x="20447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Freeform 581"/>
          <p:cNvSpPr/>
          <p:nvPr/>
        </p:nvSpPr>
        <p:spPr>
          <a:xfrm>
            <a:off x="2082800" y="14732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1"/>
                </a:lnTo>
                <a:lnTo>
                  <a:pt x="3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0000AF"/>
          </a:solidFill>
          <a:ln w="3175">
            <a:solidFill>
              <a:srgbClr val="00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Freeform 582"/>
          <p:cNvSpPr/>
          <p:nvPr/>
        </p:nvSpPr>
        <p:spPr>
          <a:xfrm>
            <a:off x="2120900" y="13589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0038FF"/>
          </a:solidFill>
          <a:ln w="3175">
            <a:solidFill>
              <a:srgbClr val="002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Freeform 583"/>
          <p:cNvSpPr/>
          <p:nvPr/>
        </p:nvSpPr>
        <p:spPr>
          <a:xfrm>
            <a:off x="21590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83FF"/>
          </a:solidFill>
          <a:ln w="3175">
            <a:solidFill>
              <a:srgbClr val="006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Freeform 584"/>
          <p:cNvSpPr/>
          <p:nvPr/>
        </p:nvSpPr>
        <p:spPr>
          <a:xfrm>
            <a:off x="21844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Freeform 585"/>
          <p:cNvSpPr/>
          <p:nvPr/>
        </p:nvSpPr>
        <p:spPr>
          <a:xfrm>
            <a:off x="22225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2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Freeform 586"/>
          <p:cNvSpPr/>
          <p:nvPr/>
        </p:nvSpPr>
        <p:spPr>
          <a:xfrm>
            <a:off x="22606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2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Freeform 587"/>
          <p:cNvSpPr/>
          <p:nvPr/>
        </p:nvSpPr>
        <p:spPr>
          <a:xfrm>
            <a:off x="2286000" y="134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7C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Freeform 588"/>
          <p:cNvSpPr/>
          <p:nvPr/>
        </p:nvSpPr>
        <p:spPr>
          <a:xfrm>
            <a:off x="2324100" y="130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B2FF"/>
          </a:solidFill>
          <a:ln w="3175">
            <a:solidFill>
              <a:srgbClr val="008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Freeform 589"/>
          <p:cNvSpPr/>
          <p:nvPr/>
        </p:nvSpPr>
        <p:spPr>
          <a:xfrm>
            <a:off x="2362200" y="1270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2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EAFF"/>
          </a:solidFill>
          <a:ln w="3175">
            <a:solidFill>
              <a:srgbClr val="00B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Freeform 590"/>
          <p:cNvSpPr/>
          <p:nvPr/>
        </p:nvSpPr>
        <p:spPr>
          <a:xfrm>
            <a:off x="2400300" y="1270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7FFF8"/>
          </a:solidFill>
          <a:ln w="3175">
            <a:solidFill>
              <a:srgbClr val="06C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Freeform 591"/>
          <p:cNvSpPr/>
          <p:nvPr/>
        </p:nvSpPr>
        <p:spPr>
          <a:xfrm>
            <a:off x="2425700" y="1270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4FFFB"/>
          </a:solidFill>
          <a:ln w="3175">
            <a:solidFill>
              <a:srgbClr val="03C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Freeform 592"/>
          <p:cNvSpPr/>
          <p:nvPr/>
        </p:nvSpPr>
        <p:spPr>
          <a:xfrm>
            <a:off x="2463800" y="1270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1FFFE"/>
          </a:solidFill>
          <a:ln w="3175">
            <a:solidFill>
              <a:srgbClr val="01C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Freeform 593"/>
          <p:cNvSpPr/>
          <p:nvPr/>
        </p:nvSpPr>
        <p:spPr>
          <a:xfrm>
            <a:off x="2501900" y="1257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1FFFE"/>
          </a:solidFill>
          <a:ln w="3175">
            <a:solidFill>
              <a:srgbClr val="01C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Freeform 594"/>
          <p:cNvSpPr/>
          <p:nvPr/>
        </p:nvSpPr>
        <p:spPr>
          <a:xfrm>
            <a:off x="2527300" y="1257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1FFFE"/>
          </a:solidFill>
          <a:ln w="3175">
            <a:solidFill>
              <a:srgbClr val="01C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Freeform 595"/>
          <p:cNvSpPr/>
          <p:nvPr/>
        </p:nvSpPr>
        <p:spPr>
          <a:xfrm>
            <a:off x="2565400" y="1257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1FFFE"/>
          </a:solidFill>
          <a:ln w="3175">
            <a:solidFill>
              <a:srgbClr val="01C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Freeform 596"/>
          <p:cNvSpPr/>
          <p:nvPr/>
        </p:nvSpPr>
        <p:spPr>
          <a:xfrm>
            <a:off x="1587500" y="1473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Freeform 597"/>
          <p:cNvSpPr/>
          <p:nvPr/>
        </p:nvSpPr>
        <p:spPr>
          <a:xfrm>
            <a:off x="1625600" y="1473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Freeform 598"/>
          <p:cNvSpPr/>
          <p:nvPr/>
        </p:nvSpPr>
        <p:spPr>
          <a:xfrm>
            <a:off x="1663700" y="14732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Freeform 599"/>
          <p:cNvSpPr/>
          <p:nvPr/>
        </p:nvSpPr>
        <p:spPr>
          <a:xfrm>
            <a:off x="1689100" y="1473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Freeform 600"/>
          <p:cNvSpPr/>
          <p:nvPr/>
        </p:nvSpPr>
        <p:spPr>
          <a:xfrm>
            <a:off x="1727200" y="1460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Freeform 601"/>
          <p:cNvSpPr/>
          <p:nvPr/>
        </p:nvSpPr>
        <p:spPr>
          <a:xfrm>
            <a:off x="1765300" y="1460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Freeform 602"/>
          <p:cNvSpPr/>
          <p:nvPr/>
        </p:nvSpPr>
        <p:spPr>
          <a:xfrm>
            <a:off x="1803400" y="14605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Freeform 603"/>
          <p:cNvSpPr/>
          <p:nvPr/>
        </p:nvSpPr>
        <p:spPr>
          <a:xfrm>
            <a:off x="1828800" y="1460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Freeform 604"/>
          <p:cNvSpPr/>
          <p:nvPr/>
        </p:nvSpPr>
        <p:spPr>
          <a:xfrm>
            <a:off x="1866900" y="1447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Freeform 605"/>
          <p:cNvSpPr/>
          <p:nvPr/>
        </p:nvSpPr>
        <p:spPr>
          <a:xfrm>
            <a:off x="1905000" y="14478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Freeform 606"/>
          <p:cNvSpPr/>
          <p:nvPr/>
        </p:nvSpPr>
        <p:spPr>
          <a:xfrm>
            <a:off x="1930400" y="1447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Freeform 607"/>
          <p:cNvSpPr/>
          <p:nvPr/>
        </p:nvSpPr>
        <p:spPr>
          <a:xfrm>
            <a:off x="1968500" y="1447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Freeform 608"/>
          <p:cNvSpPr/>
          <p:nvPr/>
        </p:nvSpPr>
        <p:spPr>
          <a:xfrm>
            <a:off x="2006600" y="14351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7"/>
                </a:lnTo>
                <a:lnTo>
                  <a:pt x="3" y="0"/>
                </a:lnTo>
                <a:lnTo>
                  <a:pt x="0" y="1"/>
                </a:lnTo>
                <a:lnTo>
                  <a:pt x="1" y="8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Freeform 609"/>
          <p:cNvSpPr/>
          <p:nvPr/>
        </p:nvSpPr>
        <p:spPr>
          <a:xfrm>
            <a:off x="2044700" y="14351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0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0000CD"/>
          </a:solidFill>
          <a:ln w="3175">
            <a:solidFill>
              <a:srgbClr val="000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Freeform 610"/>
          <p:cNvSpPr/>
          <p:nvPr/>
        </p:nvSpPr>
        <p:spPr>
          <a:xfrm>
            <a:off x="2070100" y="13970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6"/>
                </a:lnTo>
                <a:lnTo>
                  <a:pt x="3" y="0"/>
                </a:lnTo>
                <a:lnTo>
                  <a:pt x="0" y="3"/>
                </a:lnTo>
                <a:lnTo>
                  <a:pt x="1" y="10"/>
                </a:lnTo>
                <a:close/>
              </a:path>
            </a:pathLst>
          </a:custGeom>
          <a:solidFill>
            <a:srgbClr val="0000F4"/>
          </a:solidFill>
          <a:ln w="3175">
            <a:solidFill>
              <a:srgbClr val="000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Freeform 611"/>
          <p:cNvSpPr/>
          <p:nvPr/>
        </p:nvSpPr>
        <p:spPr>
          <a:xfrm>
            <a:off x="2108200" y="1282700"/>
            <a:ext cx="50800" cy="190500"/>
          </a:xfrm>
          <a:custGeom>
            <a:avLst/>
            <a:gdLst/>
            <a:ahLst/>
            <a:cxnLst/>
            <a:rect l="l" t="t" r="r" b="b"/>
            <a:pathLst>
              <a:path w="4" h="15">
                <a:moveTo>
                  <a:pt x="1" y="15"/>
                </a:moveTo>
                <a:lnTo>
                  <a:pt x="4" y="6"/>
                </a:lnTo>
                <a:lnTo>
                  <a:pt x="3" y="0"/>
                </a:lnTo>
                <a:lnTo>
                  <a:pt x="0" y="9"/>
                </a:lnTo>
                <a:lnTo>
                  <a:pt x="1" y="15"/>
                </a:lnTo>
                <a:close/>
              </a:path>
            </a:pathLst>
          </a:custGeom>
          <a:solidFill>
            <a:srgbClr val="007A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Freeform 612"/>
          <p:cNvSpPr/>
          <p:nvPr/>
        </p:nvSpPr>
        <p:spPr>
          <a:xfrm>
            <a:off x="2146300" y="12827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6"/>
                </a:moveTo>
                <a:lnTo>
                  <a:pt x="3" y="8"/>
                </a:lnTo>
                <a:lnTo>
                  <a:pt x="2" y="3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BAFF"/>
          </a:solidFill>
          <a:ln w="3175">
            <a:solidFill>
              <a:srgbClr val="009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Freeform 613"/>
          <p:cNvSpPr/>
          <p:nvPr/>
        </p:nvSpPr>
        <p:spPr>
          <a:xfrm>
            <a:off x="2171700" y="1320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1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94FF"/>
          </a:solidFill>
          <a:ln w="3175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Freeform 614"/>
          <p:cNvSpPr/>
          <p:nvPr/>
        </p:nvSpPr>
        <p:spPr>
          <a:xfrm>
            <a:off x="2209800" y="1333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BFF"/>
          </a:solidFill>
          <a:ln w="3175">
            <a:solidFill>
              <a:srgbClr val="00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Freeform 615"/>
          <p:cNvSpPr/>
          <p:nvPr/>
        </p:nvSpPr>
        <p:spPr>
          <a:xfrm>
            <a:off x="2247900" y="1320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8BFF"/>
          </a:solidFill>
          <a:ln w="3175">
            <a:solidFill>
              <a:srgbClr val="00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Freeform 616"/>
          <p:cNvSpPr/>
          <p:nvPr/>
        </p:nvSpPr>
        <p:spPr>
          <a:xfrm>
            <a:off x="2286000" y="1193800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" h="15">
                <a:moveTo>
                  <a:pt x="0" y="15"/>
                </a:moveTo>
                <a:lnTo>
                  <a:pt x="3" y="12"/>
                </a:lnTo>
                <a:lnTo>
                  <a:pt x="2" y="0"/>
                </a:lnTo>
                <a:lnTo>
                  <a:pt x="0" y="10"/>
                </a:lnTo>
                <a:lnTo>
                  <a:pt x="0" y="15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Freeform 617"/>
          <p:cNvSpPr/>
          <p:nvPr/>
        </p:nvSpPr>
        <p:spPr>
          <a:xfrm>
            <a:off x="2311400" y="109220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4" h="20">
                <a:moveTo>
                  <a:pt x="1" y="20"/>
                </a:moveTo>
                <a:lnTo>
                  <a:pt x="4" y="17"/>
                </a:lnTo>
                <a:lnTo>
                  <a:pt x="3" y="0"/>
                </a:lnTo>
                <a:lnTo>
                  <a:pt x="0" y="8"/>
                </a:lnTo>
                <a:lnTo>
                  <a:pt x="1" y="20"/>
                </a:lnTo>
                <a:close/>
              </a:path>
            </a:pathLst>
          </a:custGeom>
          <a:solidFill>
            <a:srgbClr val="52FFAD"/>
          </a:solidFill>
          <a:ln w="3175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Freeform 618"/>
          <p:cNvSpPr/>
          <p:nvPr/>
        </p:nvSpPr>
        <p:spPr>
          <a:xfrm>
            <a:off x="2349500" y="1079500"/>
            <a:ext cx="50800" cy="228600"/>
          </a:xfrm>
          <a:custGeom>
            <a:avLst/>
            <a:gdLst/>
            <a:ahLst/>
            <a:cxnLst/>
            <a:rect l="l" t="t" r="r" b="b"/>
            <a:pathLst>
              <a:path w="4" h="18">
                <a:moveTo>
                  <a:pt x="1" y="18"/>
                </a:moveTo>
                <a:lnTo>
                  <a:pt x="4" y="15"/>
                </a:lnTo>
                <a:lnTo>
                  <a:pt x="3" y="0"/>
                </a:lnTo>
                <a:lnTo>
                  <a:pt x="0" y="1"/>
                </a:lnTo>
                <a:lnTo>
                  <a:pt x="1" y="18"/>
                </a:lnTo>
                <a:close/>
              </a:path>
            </a:pathLst>
          </a:custGeom>
          <a:solidFill>
            <a:srgbClr val="9CFF63"/>
          </a:solidFill>
          <a:ln w="3175">
            <a:solidFill>
              <a:srgbClr val="7DC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Freeform 619"/>
          <p:cNvSpPr/>
          <p:nvPr/>
        </p:nvSpPr>
        <p:spPr>
          <a:xfrm>
            <a:off x="2387600" y="1066800"/>
            <a:ext cx="38100" cy="203200"/>
          </a:xfrm>
          <a:custGeom>
            <a:avLst/>
            <a:gdLst/>
            <a:ahLst/>
            <a:cxnLst/>
            <a:rect l="l" t="t" r="r" b="b"/>
            <a:pathLst>
              <a:path w="3" h="16">
                <a:moveTo>
                  <a:pt x="1" y="16"/>
                </a:moveTo>
                <a:lnTo>
                  <a:pt x="3" y="16"/>
                </a:lnTo>
                <a:lnTo>
                  <a:pt x="2" y="0"/>
                </a:lnTo>
                <a:lnTo>
                  <a:pt x="0" y="1"/>
                </a:lnTo>
                <a:lnTo>
                  <a:pt x="1" y="16"/>
                </a:lnTo>
                <a:close/>
              </a:path>
            </a:pathLst>
          </a:custGeom>
          <a:solidFill>
            <a:srgbClr val="B2FF4D"/>
          </a:solidFill>
          <a:ln w="3175">
            <a:solidFill>
              <a:srgbClr val="8EC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Freeform 620"/>
          <p:cNvSpPr/>
          <p:nvPr/>
        </p:nvSpPr>
        <p:spPr>
          <a:xfrm>
            <a:off x="2413000" y="10668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6"/>
                </a:lnTo>
                <a:lnTo>
                  <a:pt x="3" y="0"/>
                </a:lnTo>
                <a:lnTo>
                  <a:pt x="0" y="0"/>
                </a:lnTo>
                <a:lnTo>
                  <a:pt x="1" y="16"/>
                </a:lnTo>
                <a:close/>
              </a:path>
            </a:pathLst>
          </a:custGeom>
          <a:solidFill>
            <a:srgbClr val="B3FF4C"/>
          </a:solidFill>
          <a:ln w="3175">
            <a:solidFill>
              <a:srgbClr val="8FC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Freeform 621"/>
          <p:cNvSpPr/>
          <p:nvPr/>
        </p:nvSpPr>
        <p:spPr>
          <a:xfrm>
            <a:off x="2451100" y="10668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6"/>
                </a:lnTo>
                <a:lnTo>
                  <a:pt x="3" y="0"/>
                </a:lnTo>
                <a:lnTo>
                  <a:pt x="0" y="0"/>
                </a:lnTo>
                <a:lnTo>
                  <a:pt x="1" y="16"/>
                </a:lnTo>
                <a:close/>
              </a:path>
            </a:pathLst>
          </a:custGeom>
          <a:solidFill>
            <a:srgbClr val="B2FF4D"/>
          </a:solidFill>
          <a:ln w="3175">
            <a:solidFill>
              <a:srgbClr val="8FC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Freeform 622"/>
          <p:cNvSpPr/>
          <p:nvPr/>
        </p:nvSpPr>
        <p:spPr>
          <a:xfrm>
            <a:off x="2489200" y="1054100"/>
            <a:ext cx="38100" cy="215900"/>
          </a:xfrm>
          <a:custGeom>
            <a:avLst/>
            <a:gdLst/>
            <a:ahLst/>
            <a:cxnLst/>
            <a:rect l="l" t="t" r="r" b="b"/>
            <a:pathLst>
              <a:path w="3" h="17">
                <a:moveTo>
                  <a:pt x="1" y="17"/>
                </a:moveTo>
                <a:lnTo>
                  <a:pt x="3" y="16"/>
                </a:lnTo>
                <a:lnTo>
                  <a:pt x="2" y="0"/>
                </a:lnTo>
                <a:lnTo>
                  <a:pt x="0" y="1"/>
                </a:lnTo>
                <a:lnTo>
                  <a:pt x="1" y="17"/>
                </a:lnTo>
                <a:close/>
              </a:path>
            </a:pathLst>
          </a:custGeom>
          <a:solidFill>
            <a:srgbClr val="B2FF4D"/>
          </a:solidFill>
          <a:ln w="3175">
            <a:solidFill>
              <a:srgbClr val="8FC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Freeform 623"/>
          <p:cNvSpPr/>
          <p:nvPr/>
        </p:nvSpPr>
        <p:spPr>
          <a:xfrm>
            <a:off x="2514600" y="10541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6"/>
                </a:lnTo>
                <a:lnTo>
                  <a:pt x="3" y="0"/>
                </a:lnTo>
                <a:lnTo>
                  <a:pt x="0" y="0"/>
                </a:lnTo>
                <a:lnTo>
                  <a:pt x="1" y="16"/>
                </a:lnTo>
                <a:close/>
              </a:path>
            </a:pathLst>
          </a:custGeom>
          <a:solidFill>
            <a:srgbClr val="B2FF4D"/>
          </a:solidFill>
          <a:ln w="3175">
            <a:solidFill>
              <a:srgbClr val="8FC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Freeform 624"/>
          <p:cNvSpPr/>
          <p:nvPr/>
        </p:nvSpPr>
        <p:spPr>
          <a:xfrm>
            <a:off x="2552700" y="10541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6"/>
                </a:lnTo>
                <a:lnTo>
                  <a:pt x="3" y="0"/>
                </a:lnTo>
                <a:lnTo>
                  <a:pt x="0" y="0"/>
                </a:lnTo>
                <a:lnTo>
                  <a:pt x="1" y="16"/>
                </a:lnTo>
                <a:close/>
              </a:path>
            </a:pathLst>
          </a:custGeom>
          <a:solidFill>
            <a:srgbClr val="B2FF4D"/>
          </a:solidFill>
          <a:ln w="3175">
            <a:solidFill>
              <a:srgbClr val="8FC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Freeform 625"/>
          <p:cNvSpPr/>
          <p:nvPr/>
        </p:nvSpPr>
        <p:spPr>
          <a:xfrm>
            <a:off x="1574800" y="1422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Freeform 626"/>
          <p:cNvSpPr/>
          <p:nvPr/>
        </p:nvSpPr>
        <p:spPr>
          <a:xfrm>
            <a:off x="1612900" y="1422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Freeform 627"/>
          <p:cNvSpPr/>
          <p:nvPr/>
        </p:nvSpPr>
        <p:spPr>
          <a:xfrm>
            <a:off x="1651000" y="14097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Freeform 628"/>
          <p:cNvSpPr/>
          <p:nvPr/>
        </p:nvSpPr>
        <p:spPr>
          <a:xfrm>
            <a:off x="1676400" y="140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Freeform 629"/>
          <p:cNvSpPr/>
          <p:nvPr/>
        </p:nvSpPr>
        <p:spPr>
          <a:xfrm>
            <a:off x="1714500" y="140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Freeform 630"/>
          <p:cNvSpPr/>
          <p:nvPr/>
        </p:nvSpPr>
        <p:spPr>
          <a:xfrm>
            <a:off x="1752600" y="1409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Freeform 631"/>
          <p:cNvSpPr/>
          <p:nvPr/>
        </p:nvSpPr>
        <p:spPr>
          <a:xfrm>
            <a:off x="1790700" y="13970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Freeform 632"/>
          <p:cNvSpPr/>
          <p:nvPr/>
        </p:nvSpPr>
        <p:spPr>
          <a:xfrm>
            <a:off x="1816100" y="1397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Freeform 633"/>
          <p:cNvSpPr/>
          <p:nvPr/>
        </p:nvSpPr>
        <p:spPr>
          <a:xfrm>
            <a:off x="1854200" y="1397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Freeform 634"/>
          <p:cNvSpPr/>
          <p:nvPr/>
        </p:nvSpPr>
        <p:spPr>
          <a:xfrm>
            <a:off x="1892300" y="139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Freeform 635"/>
          <p:cNvSpPr/>
          <p:nvPr/>
        </p:nvSpPr>
        <p:spPr>
          <a:xfrm>
            <a:off x="19177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Freeform 636"/>
          <p:cNvSpPr/>
          <p:nvPr/>
        </p:nvSpPr>
        <p:spPr>
          <a:xfrm>
            <a:off x="19558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Freeform 637"/>
          <p:cNvSpPr/>
          <p:nvPr/>
        </p:nvSpPr>
        <p:spPr>
          <a:xfrm>
            <a:off x="19939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Freeform 638"/>
          <p:cNvSpPr/>
          <p:nvPr/>
        </p:nvSpPr>
        <p:spPr>
          <a:xfrm>
            <a:off x="2032000" y="1384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CFF"/>
          </a:solidFill>
          <a:ln w="3175">
            <a:solidFill>
              <a:srgbClr val="003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Freeform 639"/>
          <p:cNvSpPr/>
          <p:nvPr/>
        </p:nvSpPr>
        <p:spPr>
          <a:xfrm>
            <a:off x="2057400" y="13462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4"/>
                </a:lnTo>
                <a:lnTo>
                  <a:pt x="3" y="0"/>
                </a:lnTo>
                <a:lnTo>
                  <a:pt x="0" y="3"/>
                </a:lnTo>
                <a:lnTo>
                  <a:pt x="1" y="7"/>
                </a:lnTo>
                <a:close/>
              </a:path>
            </a:pathLst>
          </a:custGeom>
          <a:solidFill>
            <a:srgbClr val="0059FF"/>
          </a:solidFill>
          <a:ln w="3175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Freeform 640"/>
          <p:cNvSpPr/>
          <p:nvPr/>
        </p:nvSpPr>
        <p:spPr>
          <a:xfrm>
            <a:off x="2095500" y="12700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10"/>
                </a:lnTo>
                <a:close/>
              </a:path>
            </a:pathLst>
          </a:custGeom>
          <a:solidFill>
            <a:srgbClr val="00C8FF"/>
          </a:solidFill>
          <a:ln w="3175">
            <a:solidFill>
              <a:srgbClr val="00A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Freeform 641"/>
          <p:cNvSpPr/>
          <p:nvPr/>
        </p:nvSpPr>
        <p:spPr>
          <a:xfrm>
            <a:off x="2133600" y="1270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1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6FFF8"/>
          </a:solidFill>
          <a:ln w="3175">
            <a:solidFill>
              <a:srgbClr val="05C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Freeform 642"/>
          <p:cNvSpPr/>
          <p:nvPr/>
        </p:nvSpPr>
        <p:spPr>
          <a:xfrm>
            <a:off x="2159000" y="1257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5"/>
                </a:moveTo>
                <a:lnTo>
                  <a:pt x="4" y="6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EDFF"/>
          </a:solidFill>
          <a:ln w="3175">
            <a:solidFill>
              <a:srgbClr val="0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Freeform 643"/>
          <p:cNvSpPr/>
          <p:nvPr/>
        </p:nvSpPr>
        <p:spPr>
          <a:xfrm>
            <a:off x="2197100" y="1257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EAFF"/>
          </a:solidFill>
          <a:ln w="3175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Freeform 644"/>
          <p:cNvSpPr/>
          <p:nvPr/>
        </p:nvSpPr>
        <p:spPr>
          <a:xfrm>
            <a:off x="2235200" y="1257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00EAFF"/>
          </a:solidFill>
          <a:ln w="3175">
            <a:solidFill>
              <a:srgbClr val="00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2273300" y="1130300"/>
            <a:ext cx="38100" cy="190500"/>
          </a:xfrm>
          <a:custGeom>
            <a:avLst/>
            <a:gdLst/>
            <a:ahLst/>
            <a:cxnLst/>
            <a:rect l="l" t="t" r="r" b="b"/>
            <a:pathLst>
              <a:path w="3" h="15">
                <a:moveTo>
                  <a:pt x="1" y="15"/>
                </a:moveTo>
                <a:lnTo>
                  <a:pt x="3" y="5"/>
                </a:lnTo>
                <a:lnTo>
                  <a:pt x="2" y="0"/>
                </a:lnTo>
                <a:lnTo>
                  <a:pt x="0" y="10"/>
                </a:lnTo>
                <a:lnTo>
                  <a:pt x="1" y="15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Freeform 646"/>
          <p:cNvSpPr/>
          <p:nvPr/>
        </p:nvSpPr>
        <p:spPr>
          <a:xfrm>
            <a:off x="2298700" y="1016000"/>
            <a:ext cx="50800" cy="177800"/>
          </a:xfrm>
          <a:custGeom>
            <a:avLst/>
            <a:gdLst/>
            <a:ahLst/>
            <a:cxnLst/>
            <a:rect l="l" t="t" r="r" b="b"/>
            <a:pathLst>
              <a:path w="4" h="14">
                <a:moveTo>
                  <a:pt x="1" y="14"/>
                </a:moveTo>
                <a:lnTo>
                  <a:pt x="4" y="6"/>
                </a:lnTo>
                <a:lnTo>
                  <a:pt x="3" y="0"/>
                </a:lnTo>
                <a:lnTo>
                  <a:pt x="0" y="9"/>
                </a:lnTo>
                <a:lnTo>
                  <a:pt x="1" y="14"/>
                </a:lnTo>
                <a:close/>
              </a:path>
            </a:pathLst>
          </a:custGeom>
          <a:solidFill>
            <a:srgbClr val="FFE400"/>
          </a:solidFill>
          <a:ln w="3175">
            <a:solidFill>
              <a:srgbClr val="CCB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Freeform 647"/>
          <p:cNvSpPr/>
          <p:nvPr/>
        </p:nvSpPr>
        <p:spPr>
          <a:xfrm>
            <a:off x="2336800" y="9398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1"/>
                </a:lnTo>
                <a:lnTo>
                  <a:pt x="3" y="0"/>
                </a:lnTo>
                <a:lnTo>
                  <a:pt x="0" y="6"/>
                </a:lnTo>
                <a:lnTo>
                  <a:pt x="1" y="12"/>
                </a:lnTo>
                <a:close/>
              </a:path>
            </a:pathLst>
          </a:custGeom>
          <a:solidFill>
            <a:srgbClr val="FF6900"/>
          </a:solidFill>
          <a:ln w="3175">
            <a:solidFill>
              <a:srgbClr val="CC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Freeform 648"/>
          <p:cNvSpPr/>
          <p:nvPr/>
        </p:nvSpPr>
        <p:spPr>
          <a:xfrm>
            <a:off x="2374900" y="9398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1"/>
                </a:lnTo>
                <a:close/>
              </a:path>
            </a:pathLst>
          </a:custGeom>
          <a:solidFill>
            <a:srgbClr val="FF4300"/>
          </a:solidFill>
          <a:ln w="3175">
            <a:solidFill>
              <a:srgbClr val="CC3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Freeform 649"/>
          <p:cNvSpPr/>
          <p:nvPr/>
        </p:nvSpPr>
        <p:spPr>
          <a:xfrm>
            <a:off x="2400300" y="9398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4000"/>
          </a:solidFill>
          <a:ln w="3175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Freeform 650"/>
          <p:cNvSpPr/>
          <p:nvPr/>
        </p:nvSpPr>
        <p:spPr>
          <a:xfrm>
            <a:off x="2438400" y="9398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4000"/>
          </a:solidFill>
          <a:ln w="3175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Freeform 651"/>
          <p:cNvSpPr/>
          <p:nvPr/>
        </p:nvSpPr>
        <p:spPr>
          <a:xfrm>
            <a:off x="2476500" y="9271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0"/>
                </a:lnTo>
                <a:lnTo>
                  <a:pt x="3" y="0"/>
                </a:lnTo>
                <a:lnTo>
                  <a:pt x="0" y="1"/>
                </a:lnTo>
                <a:lnTo>
                  <a:pt x="1" y="11"/>
                </a:lnTo>
                <a:close/>
              </a:path>
            </a:pathLst>
          </a:custGeom>
          <a:solidFill>
            <a:srgbClr val="FF4000"/>
          </a:solidFill>
          <a:ln w="3175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Freeform 652"/>
          <p:cNvSpPr/>
          <p:nvPr/>
        </p:nvSpPr>
        <p:spPr>
          <a:xfrm>
            <a:off x="2514600" y="9271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0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F4000"/>
          </a:solidFill>
          <a:ln w="3175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Freeform 653"/>
          <p:cNvSpPr/>
          <p:nvPr/>
        </p:nvSpPr>
        <p:spPr>
          <a:xfrm>
            <a:off x="2540000" y="9271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4000"/>
          </a:solidFill>
          <a:ln w="3175">
            <a:solidFill>
              <a:srgbClr val="CC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Freeform 654"/>
          <p:cNvSpPr/>
          <p:nvPr/>
        </p:nvSpPr>
        <p:spPr>
          <a:xfrm>
            <a:off x="15621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Freeform 655"/>
          <p:cNvSpPr/>
          <p:nvPr/>
        </p:nvSpPr>
        <p:spPr>
          <a:xfrm>
            <a:off x="16002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Freeform 656"/>
          <p:cNvSpPr/>
          <p:nvPr/>
        </p:nvSpPr>
        <p:spPr>
          <a:xfrm>
            <a:off x="1638300" y="1409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Freeform 657"/>
          <p:cNvSpPr/>
          <p:nvPr/>
        </p:nvSpPr>
        <p:spPr>
          <a:xfrm>
            <a:off x="1663700" y="1409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Freeform 658"/>
          <p:cNvSpPr/>
          <p:nvPr/>
        </p:nvSpPr>
        <p:spPr>
          <a:xfrm>
            <a:off x="17018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Freeform 659"/>
          <p:cNvSpPr/>
          <p:nvPr/>
        </p:nvSpPr>
        <p:spPr>
          <a:xfrm>
            <a:off x="17399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Freeform 660"/>
          <p:cNvSpPr/>
          <p:nvPr/>
        </p:nvSpPr>
        <p:spPr>
          <a:xfrm>
            <a:off x="1778000" y="139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Freeform 661"/>
          <p:cNvSpPr/>
          <p:nvPr/>
        </p:nvSpPr>
        <p:spPr>
          <a:xfrm>
            <a:off x="1803400" y="1397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Freeform 662"/>
          <p:cNvSpPr/>
          <p:nvPr/>
        </p:nvSpPr>
        <p:spPr>
          <a:xfrm>
            <a:off x="18415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Freeform 663"/>
          <p:cNvSpPr/>
          <p:nvPr/>
        </p:nvSpPr>
        <p:spPr>
          <a:xfrm>
            <a:off x="18796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Freeform 664"/>
          <p:cNvSpPr/>
          <p:nvPr/>
        </p:nvSpPr>
        <p:spPr>
          <a:xfrm>
            <a:off x="19050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Freeform 665"/>
          <p:cNvSpPr/>
          <p:nvPr/>
        </p:nvSpPr>
        <p:spPr>
          <a:xfrm>
            <a:off x="1943100" y="1384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Freeform 666"/>
          <p:cNvSpPr/>
          <p:nvPr/>
        </p:nvSpPr>
        <p:spPr>
          <a:xfrm>
            <a:off x="19812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Freeform 667"/>
          <p:cNvSpPr/>
          <p:nvPr/>
        </p:nvSpPr>
        <p:spPr>
          <a:xfrm>
            <a:off x="20193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3FF"/>
          </a:solidFill>
          <a:ln w="3175">
            <a:solidFill>
              <a:srgbClr val="004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Freeform 668"/>
          <p:cNvSpPr/>
          <p:nvPr/>
        </p:nvSpPr>
        <p:spPr>
          <a:xfrm>
            <a:off x="2044700" y="134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Freeform 669"/>
          <p:cNvSpPr/>
          <p:nvPr/>
        </p:nvSpPr>
        <p:spPr>
          <a:xfrm>
            <a:off x="2082800" y="12573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00DAFF"/>
          </a:solidFill>
          <a:ln w="3175">
            <a:solidFill>
              <a:srgbClr val="00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Freeform 670"/>
          <p:cNvSpPr/>
          <p:nvPr/>
        </p:nvSpPr>
        <p:spPr>
          <a:xfrm>
            <a:off x="2120900" y="1231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2DFFD2"/>
          </a:solidFill>
          <a:ln w="3175">
            <a:solidFill>
              <a:srgbClr val="24C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Freeform 671"/>
          <p:cNvSpPr/>
          <p:nvPr/>
        </p:nvSpPr>
        <p:spPr>
          <a:xfrm>
            <a:off x="2146300" y="1219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3BFFC4"/>
          </a:solidFill>
          <a:ln w="3175">
            <a:solidFill>
              <a:srgbClr val="30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Freeform 672"/>
          <p:cNvSpPr/>
          <p:nvPr/>
        </p:nvSpPr>
        <p:spPr>
          <a:xfrm>
            <a:off x="2184400" y="1219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40FFBF"/>
          </a:solidFill>
          <a:ln w="3175">
            <a:solidFill>
              <a:srgbClr val="34C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Freeform 673"/>
          <p:cNvSpPr/>
          <p:nvPr/>
        </p:nvSpPr>
        <p:spPr>
          <a:xfrm>
            <a:off x="2222500" y="1206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40FFBF"/>
          </a:solidFill>
          <a:ln w="3175">
            <a:solidFill>
              <a:srgbClr val="34C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Freeform 674"/>
          <p:cNvSpPr/>
          <p:nvPr/>
        </p:nvSpPr>
        <p:spPr>
          <a:xfrm>
            <a:off x="2260600" y="10922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1" y="13"/>
                </a:moveTo>
                <a:lnTo>
                  <a:pt x="3" y="3"/>
                </a:lnTo>
                <a:lnTo>
                  <a:pt x="2" y="0"/>
                </a:lnTo>
                <a:lnTo>
                  <a:pt x="0" y="9"/>
                </a:lnTo>
                <a:lnTo>
                  <a:pt x="1" y="13"/>
                </a:lnTo>
                <a:close/>
              </a:path>
            </a:pathLst>
          </a:custGeom>
          <a:solidFill>
            <a:srgbClr val="A6FF59"/>
          </a:solidFill>
          <a:ln w="3175">
            <a:solidFill>
              <a:srgbClr val="85C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Freeform 675"/>
          <p:cNvSpPr/>
          <p:nvPr/>
        </p:nvSpPr>
        <p:spPr>
          <a:xfrm>
            <a:off x="2286000" y="9779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3"/>
                </a:lnTo>
                <a:lnTo>
                  <a:pt x="3" y="0"/>
                </a:lnTo>
                <a:lnTo>
                  <a:pt x="0" y="9"/>
                </a:lnTo>
                <a:lnTo>
                  <a:pt x="1" y="12"/>
                </a:lnTo>
                <a:close/>
              </a:path>
            </a:pathLst>
          </a:custGeom>
          <a:solidFill>
            <a:srgbClr val="FF9600"/>
          </a:solidFill>
          <a:ln w="3175">
            <a:solidFill>
              <a:srgbClr val="CC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Freeform 676"/>
          <p:cNvSpPr/>
          <p:nvPr/>
        </p:nvSpPr>
        <p:spPr>
          <a:xfrm>
            <a:off x="2324100" y="9144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2"/>
                </a:lnTo>
                <a:lnTo>
                  <a:pt x="3" y="0"/>
                </a:lnTo>
                <a:lnTo>
                  <a:pt x="0" y="5"/>
                </a:lnTo>
                <a:lnTo>
                  <a:pt x="1" y="8"/>
                </a:lnTo>
                <a:close/>
              </a:path>
            </a:pathLst>
          </a:custGeom>
          <a:solidFill>
            <a:srgbClr val="FE0000"/>
          </a:solidFill>
          <a:ln w="3175">
            <a:solidFill>
              <a:srgbClr val="C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Freeform 677"/>
          <p:cNvSpPr/>
          <p:nvPr/>
        </p:nvSpPr>
        <p:spPr>
          <a:xfrm>
            <a:off x="2362200" y="901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C10000"/>
          </a:solidFill>
          <a:ln w="3175">
            <a:solidFill>
              <a:srgbClr val="9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Freeform 678"/>
          <p:cNvSpPr/>
          <p:nvPr/>
        </p:nvSpPr>
        <p:spPr>
          <a:xfrm>
            <a:off x="2387600" y="901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Freeform 679"/>
          <p:cNvSpPr/>
          <p:nvPr/>
        </p:nvSpPr>
        <p:spPr>
          <a:xfrm>
            <a:off x="2425700" y="889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Freeform 680"/>
          <p:cNvSpPr/>
          <p:nvPr/>
        </p:nvSpPr>
        <p:spPr>
          <a:xfrm>
            <a:off x="2463800" y="889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Freeform 681"/>
          <p:cNvSpPr/>
          <p:nvPr/>
        </p:nvSpPr>
        <p:spPr>
          <a:xfrm>
            <a:off x="2501900" y="88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Freeform 682"/>
          <p:cNvSpPr/>
          <p:nvPr/>
        </p:nvSpPr>
        <p:spPr>
          <a:xfrm>
            <a:off x="2527300" y="889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Freeform 683"/>
          <p:cNvSpPr/>
          <p:nvPr/>
        </p:nvSpPr>
        <p:spPr>
          <a:xfrm>
            <a:off x="1549400" y="1409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Freeform 684"/>
          <p:cNvSpPr/>
          <p:nvPr/>
        </p:nvSpPr>
        <p:spPr>
          <a:xfrm>
            <a:off x="15875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Freeform 685"/>
          <p:cNvSpPr/>
          <p:nvPr/>
        </p:nvSpPr>
        <p:spPr>
          <a:xfrm>
            <a:off x="1625600" y="1397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Freeform 686"/>
          <p:cNvSpPr/>
          <p:nvPr/>
        </p:nvSpPr>
        <p:spPr>
          <a:xfrm>
            <a:off x="16510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Freeform 687"/>
          <p:cNvSpPr/>
          <p:nvPr/>
        </p:nvSpPr>
        <p:spPr>
          <a:xfrm>
            <a:off x="16891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Freeform 688"/>
          <p:cNvSpPr/>
          <p:nvPr/>
        </p:nvSpPr>
        <p:spPr>
          <a:xfrm>
            <a:off x="17272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Freeform 689"/>
          <p:cNvSpPr/>
          <p:nvPr/>
        </p:nvSpPr>
        <p:spPr>
          <a:xfrm>
            <a:off x="17653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Freeform 690"/>
          <p:cNvSpPr/>
          <p:nvPr/>
        </p:nvSpPr>
        <p:spPr>
          <a:xfrm>
            <a:off x="17907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Freeform 691"/>
          <p:cNvSpPr/>
          <p:nvPr/>
        </p:nvSpPr>
        <p:spPr>
          <a:xfrm>
            <a:off x="18288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Freeform 692"/>
          <p:cNvSpPr/>
          <p:nvPr/>
        </p:nvSpPr>
        <p:spPr>
          <a:xfrm>
            <a:off x="1866900" y="1384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Freeform 693"/>
          <p:cNvSpPr/>
          <p:nvPr/>
        </p:nvSpPr>
        <p:spPr>
          <a:xfrm>
            <a:off x="18923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Freeform 694"/>
          <p:cNvSpPr/>
          <p:nvPr/>
        </p:nvSpPr>
        <p:spPr>
          <a:xfrm>
            <a:off x="19304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Freeform 695"/>
          <p:cNvSpPr/>
          <p:nvPr/>
        </p:nvSpPr>
        <p:spPr>
          <a:xfrm>
            <a:off x="19685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Freeform 696"/>
          <p:cNvSpPr/>
          <p:nvPr/>
        </p:nvSpPr>
        <p:spPr>
          <a:xfrm>
            <a:off x="2006600" y="137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Freeform 697"/>
          <p:cNvSpPr/>
          <p:nvPr/>
        </p:nvSpPr>
        <p:spPr>
          <a:xfrm>
            <a:off x="2032000" y="133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Freeform 698"/>
          <p:cNvSpPr/>
          <p:nvPr/>
        </p:nvSpPr>
        <p:spPr>
          <a:xfrm>
            <a:off x="2070100" y="12446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Freeform 699"/>
          <p:cNvSpPr/>
          <p:nvPr/>
        </p:nvSpPr>
        <p:spPr>
          <a:xfrm>
            <a:off x="2108200" y="1193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3"/>
                </a:lnTo>
                <a:lnTo>
                  <a:pt x="2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44FFBB"/>
          </a:solidFill>
          <a:ln w="3175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Freeform 700"/>
          <p:cNvSpPr/>
          <p:nvPr/>
        </p:nvSpPr>
        <p:spPr>
          <a:xfrm>
            <a:off x="2133600" y="1193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67FF98"/>
          </a:solidFill>
          <a:ln w="3175">
            <a:solidFill>
              <a:srgbClr val="52C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Freeform 701"/>
          <p:cNvSpPr/>
          <p:nvPr/>
        </p:nvSpPr>
        <p:spPr>
          <a:xfrm>
            <a:off x="2171700" y="1193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6CFF93"/>
          </a:solidFill>
          <a:ln w="3175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Freeform 702"/>
          <p:cNvSpPr/>
          <p:nvPr/>
        </p:nvSpPr>
        <p:spPr>
          <a:xfrm>
            <a:off x="2209800" y="1181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6CFF93"/>
          </a:solidFill>
          <a:ln w="3175">
            <a:solidFill>
              <a:srgbClr val="56C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Freeform 703"/>
          <p:cNvSpPr/>
          <p:nvPr/>
        </p:nvSpPr>
        <p:spPr>
          <a:xfrm>
            <a:off x="2247900" y="10668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2"/>
                </a:lnTo>
                <a:lnTo>
                  <a:pt x="2" y="0"/>
                </a:lnTo>
                <a:lnTo>
                  <a:pt x="0" y="9"/>
                </a:lnTo>
                <a:lnTo>
                  <a:pt x="1" y="11"/>
                </a:lnTo>
                <a:close/>
              </a:path>
            </a:pathLst>
          </a:custGeom>
          <a:solidFill>
            <a:srgbClr val="D0FF2F"/>
          </a:solidFill>
          <a:ln w="3175">
            <a:solidFill>
              <a:srgbClr val="A6C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Freeform 704"/>
          <p:cNvSpPr/>
          <p:nvPr/>
        </p:nvSpPr>
        <p:spPr>
          <a:xfrm>
            <a:off x="2273300" y="9525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2"/>
                </a:lnTo>
                <a:lnTo>
                  <a:pt x="3" y="0"/>
                </a:lnTo>
                <a:lnTo>
                  <a:pt x="0" y="9"/>
                </a:lnTo>
                <a:lnTo>
                  <a:pt x="1" y="11"/>
                </a:lnTo>
                <a:close/>
              </a:path>
            </a:pathLst>
          </a:custGeom>
          <a:solidFill>
            <a:srgbClr val="FF6E00"/>
          </a:solidFill>
          <a:ln w="3175">
            <a:solidFill>
              <a:srgbClr val="CC5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Freeform 705"/>
          <p:cNvSpPr/>
          <p:nvPr/>
        </p:nvSpPr>
        <p:spPr>
          <a:xfrm>
            <a:off x="2311400" y="8890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2"/>
                </a:lnTo>
                <a:lnTo>
                  <a:pt x="3" y="0"/>
                </a:lnTo>
                <a:lnTo>
                  <a:pt x="0" y="5"/>
                </a:lnTo>
                <a:lnTo>
                  <a:pt x="1" y="7"/>
                </a:lnTo>
                <a:close/>
              </a:path>
            </a:pathLst>
          </a:custGeom>
          <a:solidFill>
            <a:srgbClr val="DA0000"/>
          </a:solidFill>
          <a:ln w="3175">
            <a:solidFill>
              <a:srgbClr val="A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Freeform 706"/>
          <p:cNvSpPr/>
          <p:nvPr/>
        </p:nvSpPr>
        <p:spPr>
          <a:xfrm>
            <a:off x="2349500" y="876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A0000"/>
          </a:solidFill>
          <a:ln w="3175">
            <a:solidFill>
              <a:srgbClr val="7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Freeform 707"/>
          <p:cNvSpPr/>
          <p:nvPr/>
        </p:nvSpPr>
        <p:spPr>
          <a:xfrm>
            <a:off x="2374900" y="876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20000"/>
          </a:solidFill>
          <a:ln w="3175">
            <a:solidFill>
              <a:srgbClr val="7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Freeform 708"/>
          <p:cNvSpPr/>
          <p:nvPr/>
        </p:nvSpPr>
        <p:spPr>
          <a:xfrm>
            <a:off x="2413000" y="86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20000"/>
          </a:solidFill>
          <a:ln w="3175">
            <a:solidFill>
              <a:srgbClr val="7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Freeform 709"/>
          <p:cNvSpPr/>
          <p:nvPr/>
        </p:nvSpPr>
        <p:spPr>
          <a:xfrm>
            <a:off x="2451100" y="863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20000"/>
          </a:solidFill>
          <a:ln w="3175">
            <a:solidFill>
              <a:srgbClr val="7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Freeform 710"/>
          <p:cNvSpPr/>
          <p:nvPr/>
        </p:nvSpPr>
        <p:spPr>
          <a:xfrm>
            <a:off x="2489200" y="863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20000"/>
          </a:solidFill>
          <a:ln w="3175">
            <a:solidFill>
              <a:srgbClr val="7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Freeform 711"/>
          <p:cNvSpPr/>
          <p:nvPr/>
        </p:nvSpPr>
        <p:spPr>
          <a:xfrm>
            <a:off x="2514600" y="863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20000"/>
          </a:solidFill>
          <a:ln w="3175">
            <a:solidFill>
              <a:srgbClr val="7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Freeform 712"/>
          <p:cNvSpPr/>
          <p:nvPr/>
        </p:nvSpPr>
        <p:spPr>
          <a:xfrm>
            <a:off x="15367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Freeform 713"/>
          <p:cNvSpPr/>
          <p:nvPr/>
        </p:nvSpPr>
        <p:spPr>
          <a:xfrm>
            <a:off x="1574800" y="1397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Freeform 714"/>
          <p:cNvSpPr/>
          <p:nvPr/>
        </p:nvSpPr>
        <p:spPr>
          <a:xfrm>
            <a:off x="1612900" y="1397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Freeform 715"/>
          <p:cNvSpPr/>
          <p:nvPr/>
        </p:nvSpPr>
        <p:spPr>
          <a:xfrm>
            <a:off x="16383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Freeform 716"/>
          <p:cNvSpPr/>
          <p:nvPr/>
        </p:nvSpPr>
        <p:spPr>
          <a:xfrm>
            <a:off x="16764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Freeform 717"/>
          <p:cNvSpPr/>
          <p:nvPr/>
        </p:nvSpPr>
        <p:spPr>
          <a:xfrm>
            <a:off x="17145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Freeform 718"/>
          <p:cNvSpPr/>
          <p:nvPr/>
        </p:nvSpPr>
        <p:spPr>
          <a:xfrm>
            <a:off x="1752600" y="13843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Freeform 719"/>
          <p:cNvSpPr/>
          <p:nvPr/>
        </p:nvSpPr>
        <p:spPr>
          <a:xfrm>
            <a:off x="17780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Freeform 720"/>
          <p:cNvSpPr/>
          <p:nvPr/>
        </p:nvSpPr>
        <p:spPr>
          <a:xfrm>
            <a:off x="18161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Freeform 721"/>
          <p:cNvSpPr/>
          <p:nvPr/>
        </p:nvSpPr>
        <p:spPr>
          <a:xfrm>
            <a:off x="18542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Freeform 722"/>
          <p:cNvSpPr/>
          <p:nvPr/>
        </p:nvSpPr>
        <p:spPr>
          <a:xfrm>
            <a:off x="18796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Freeform 723"/>
          <p:cNvSpPr/>
          <p:nvPr/>
        </p:nvSpPr>
        <p:spPr>
          <a:xfrm>
            <a:off x="19177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Freeform 724"/>
          <p:cNvSpPr/>
          <p:nvPr/>
        </p:nvSpPr>
        <p:spPr>
          <a:xfrm>
            <a:off x="19558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Freeform 725"/>
          <p:cNvSpPr/>
          <p:nvPr/>
        </p:nvSpPr>
        <p:spPr>
          <a:xfrm>
            <a:off x="19939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Freeform 726"/>
          <p:cNvSpPr/>
          <p:nvPr/>
        </p:nvSpPr>
        <p:spPr>
          <a:xfrm>
            <a:off x="20193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Freeform 727"/>
          <p:cNvSpPr/>
          <p:nvPr/>
        </p:nvSpPr>
        <p:spPr>
          <a:xfrm>
            <a:off x="2057400" y="12319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Freeform 728"/>
          <p:cNvSpPr/>
          <p:nvPr/>
        </p:nvSpPr>
        <p:spPr>
          <a:xfrm>
            <a:off x="2095500" y="1193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Freeform 729"/>
          <p:cNvSpPr/>
          <p:nvPr/>
        </p:nvSpPr>
        <p:spPr>
          <a:xfrm>
            <a:off x="2120900" y="1181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Freeform 730"/>
          <p:cNvSpPr/>
          <p:nvPr/>
        </p:nvSpPr>
        <p:spPr>
          <a:xfrm>
            <a:off x="2159000" y="1181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CFF83"/>
          </a:solidFill>
          <a:ln w="3175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Freeform 731"/>
          <p:cNvSpPr/>
          <p:nvPr/>
        </p:nvSpPr>
        <p:spPr>
          <a:xfrm>
            <a:off x="2197100" y="1181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CFF83"/>
          </a:solidFill>
          <a:ln w="3175">
            <a:solidFill>
              <a:srgbClr val="63C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Freeform 732"/>
          <p:cNvSpPr/>
          <p:nvPr/>
        </p:nvSpPr>
        <p:spPr>
          <a:xfrm>
            <a:off x="2235200" y="10541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"/>
                </a:lnTo>
                <a:lnTo>
                  <a:pt x="2" y="0"/>
                </a:lnTo>
                <a:lnTo>
                  <a:pt x="0" y="10"/>
                </a:lnTo>
                <a:lnTo>
                  <a:pt x="1" y="10"/>
                </a:lnTo>
                <a:close/>
              </a:path>
            </a:pathLst>
          </a:custGeom>
          <a:solidFill>
            <a:srgbClr val="E1FF1E"/>
          </a:solidFill>
          <a:ln w="3175">
            <a:solidFill>
              <a:srgbClr val="B4C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Freeform 733"/>
          <p:cNvSpPr/>
          <p:nvPr/>
        </p:nvSpPr>
        <p:spPr>
          <a:xfrm>
            <a:off x="2260600" y="9398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FF5D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Freeform 734"/>
          <p:cNvSpPr/>
          <p:nvPr/>
        </p:nvSpPr>
        <p:spPr>
          <a:xfrm>
            <a:off x="2298700" y="876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C90000"/>
          </a:solidFill>
          <a:ln w="3175">
            <a:solidFill>
              <a:srgbClr val="A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Freeform 735"/>
          <p:cNvSpPr/>
          <p:nvPr/>
        </p:nvSpPr>
        <p:spPr>
          <a:xfrm>
            <a:off x="2336800" y="863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A0000"/>
          </a:solidFill>
          <a:ln w="3175">
            <a:solidFill>
              <a:srgbClr val="6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Freeform 736"/>
          <p:cNvSpPr/>
          <p:nvPr/>
        </p:nvSpPr>
        <p:spPr>
          <a:xfrm>
            <a:off x="23622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Freeform 737"/>
          <p:cNvSpPr/>
          <p:nvPr/>
        </p:nvSpPr>
        <p:spPr>
          <a:xfrm>
            <a:off x="2400300" y="863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Freeform 738"/>
          <p:cNvSpPr/>
          <p:nvPr/>
        </p:nvSpPr>
        <p:spPr>
          <a:xfrm>
            <a:off x="24384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Freeform 739"/>
          <p:cNvSpPr/>
          <p:nvPr/>
        </p:nvSpPr>
        <p:spPr>
          <a:xfrm>
            <a:off x="24765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Freeform 740"/>
          <p:cNvSpPr/>
          <p:nvPr/>
        </p:nvSpPr>
        <p:spPr>
          <a:xfrm>
            <a:off x="25019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20000"/>
          </a:solidFill>
          <a:ln w="3175">
            <a:solidFill>
              <a:srgbClr val="6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Freeform 741"/>
          <p:cNvSpPr/>
          <p:nvPr/>
        </p:nvSpPr>
        <p:spPr>
          <a:xfrm>
            <a:off x="15240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Freeform 742"/>
          <p:cNvSpPr/>
          <p:nvPr/>
        </p:nvSpPr>
        <p:spPr>
          <a:xfrm>
            <a:off x="15621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Freeform 743"/>
          <p:cNvSpPr/>
          <p:nvPr/>
        </p:nvSpPr>
        <p:spPr>
          <a:xfrm>
            <a:off x="1600200" y="1384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Freeform 744"/>
          <p:cNvSpPr/>
          <p:nvPr/>
        </p:nvSpPr>
        <p:spPr>
          <a:xfrm>
            <a:off x="16256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Freeform 745"/>
          <p:cNvSpPr/>
          <p:nvPr/>
        </p:nvSpPr>
        <p:spPr>
          <a:xfrm>
            <a:off x="16637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Freeform 746"/>
          <p:cNvSpPr/>
          <p:nvPr/>
        </p:nvSpPr>
        <p:spPr>
          <a:xfrm>
            <a:off x="17018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Freeform 747"/>
          <p:cNvSpPr/>
          <p:nvPr/>
        </p:nvSpPr>
        <p:spPr>
          <a:xfrm>
            <a:off x="17399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Freeform 748"/>
          <p:cNvSpPr/>
          <p:nvPr/>
        </p:nvSpPr>
        <p:spPr>
          <a:xfrm>
            <a:off x="17653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Freeform 749"/>
          <p:cNvSpPr/>
          <p:nvPr/>
        </p:nvSpPr>
        <p:spPr>
          <a:xfrm>
            <a:off x="18034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Freeform 750"/>
          <p:cNvSpPr/>
          <p:nvPr/>
        </p:nvSpPr>
        <p:spPr>
          <a:xfrm>
            <a:off x="18415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Freeform 751"/>
          <p:cNvSpPr/>
          <p:nvPr/>
        </p:nvSpPr>
        <p:spPr>
          <a:xfrm>
            <a:off x="18669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Freeform 752"/>
          <p:cNvSpPr/>
          <p:nvPr/>
        </p:nvSpPr>
        <p:spPr>
          <a:xfrm>
            <a:off x="19050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Freeform 753"/>
          <p:cNvSpPr/>
          <p:nvPr/>
        </p:nvSpPr>
        <p:spPr>
          <a:xfrm>
            <a:off x="1943100" y="1358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Freeform 754"/>
          <p:cNvSpPr/>
          <p:nvPr/>
        </p:nvSpPr>
        <p:spPr>
          <a:xfrm>
            <a:off x="19812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Freeform 755"/>
          <p:cNvSpPr/>
          <p:nvPr/>
        </p:nvSpPr>
        <p:spPr>
          <a:xfrm>
            <a:off x="2006600" y="132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Freeform 756"/>
          <p:cNvSpPr/>
          <p:nvPr/>
        </p:nvSpPr>
        <p:spPr>
          <a:xfrm>
            <a:off x="2044700" y="12319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0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Freeform 757"/>
          <p:cNvSpPr/>
          <p:nvPr/>
        </p:nvSpPr>
        <p:spPr>
          <a:xfrm>
            <a:off x="2082800" y="1181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Freeform 758"/>
          <p:cNvSpPr/>
          <p:nvPr/>
        </p:nvSpPr>
        <p:spPr>
          <a:xfrm>
            <a:off x="2108200" y="1168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Freeform 759"/>
          <p:cNvSpPr/>
          <p:nvPr/>
        </p:nvSpPr>
        <p:spPr>
          <a:xfrm>
            <a:off x="2146300" y="1168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Freeform 760"/>
          <p:cNvSpPr/>
          <p:nvPr/>
        </p:nvSpPr>
        <p:spPr>
          <a:xfrm>
            <a:off x="2184400" y="1168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Freeform 761"/>
          <p:cNvSpPr/>
          <p:nvPr/>
        </p:nvSpPr>
        <p:spPr>
          <a:xfrm>
            <a:off x="2222500" y="10414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"/>
                </a:lnTo>
                <a:lnTo>
                  <a:pt x="2" y="0"/>
                </a:lnTo>
                <a:lnTo>
                  <a:pt x="0" y="10"/>
                </a:lnTo>
                <a:lnTo>
                  <a:pt x="1" y="11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Freeform 762"/>
          <p:cNvSpPr/>
          <p:nvPr/>
        </p:nvSpPr>
        <p:spPr>
          <a:xfrm>
            <a:off x="2247900" y="9398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0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Freeform 763"/>
          <p:cNvSpPr/>
          <p:nvPr/>
        </p:nvSpPr>
        <p:spPr>
          <a:xfrm>
            <a:off x="2286000" y="876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0"/>
                </a:lnTo>
                <a:lnTo>
                  <a:pt x="3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Freeform 764"/>
          <p:cNvSpPr/>
          <p:nvPr/>
        </p:nvSpPr>
        <p:spPr>
          <a:xfrm>
            <a:off x="2324100" y="863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Freeform 765"/>
          <p:cNvSpPr/>
          <p:nvPr/>
        </p:nvSpPr>
        <p:spPr>
          <a:xfrm>
            <a:off x="23495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Freeform 766"/>
          <p:cNvSpPr/>
          <p:nvPr/>
        </p:nvSpPr>
        <p:spPr>
          <a:xfrm>
            <a:off x="23876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Freeform 767"/>
          <p:cNvSpPr/>
          <p:nvPr/>
        </p:nvSpPr>
        <p:spPr>
          <a:xfrm>
            <a:off x="24257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Freeform 768"/>
          <p:cNvSpPr/>
          <p:nvPr/>
        </p:nvSpPr>
        <p:spPr>
          <a:xfrm>
            <a:off x="2463800" y="850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Freeform 769"/>
          <p:cNvSpPr/>
          <p:nvPr/>
        </p:nvSpPr>
        <p:spPr>
          <a:xfrm>
            <a:off x="24892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Freeform 770"/>
          <p:cNvSpPr/>
          <p:nvPr/>
        </p:nvSpPr>
        <p:spPr>
          <a:xfrm>
            <a:off x="1511300" y="138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Freeform 771"/>
          <p:cNvSpPr/>
          <p:nvPr/>
        </p:nvSpPr>
        <p:spPr>
          <a:xfrm>
            <a:off x="15494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Freeform 772"/>
          <p:cNvSpPr/>
          <p:nvPr/>
        </p:nvSpPr>
        <p:spPr>
          <a:xfrm>
            <a:off x="15875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Freeform 773"/>
          <p:cNvSpPr/>
          <p:nvPr/>
        </p:nvSpPr>
        <p:spPr>
          <a:xfrm>
            <a:off x="16129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Freeform 774"/>
          <p:cNvSpPr/>
          <p:nvPr/>
        </p:nvSpPr>
        <p:spPr>
          <a:xfrm>
            <a:off x="16510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Freeform 775"/>
          <p:cNvSpPr/>
          <p:nvPr/>
        </p:nvSpPr>
        <p:spPr>
          <a:xfrm>
            <a:off x="1689100" y="1371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Freeform 776"/>
          <p:cNvSpPr/>
          <p:nvPr/>
        </p:nvSpPr>
        <p:spPr>
          <a:xfrm>
            <a:off x="17272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Freeform 777"/>
          <p:cNvSpPr/>
          <p:nvPr/>
        </p:nvSpPr>
        <p:spPr>
          <a:xfrm>
            <a:off x="17526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Freeform 778"/>
          <p:cNvSpPr/>
          <p:nvPr/>
        </p:nvSpPr>
        <p:spPr>
          <a:xfrm>
            <a:off x="17907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Freeform 779"/>
          <p:cNvSpPr/>
          <p:nvPr/>
        </p:nvSpPr>
        <p:spPr>
          <a:xfrm>
            <a:off x="1828800" y="1358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Freeform 780"/>
          <p:cNvSpPr/>
          <p:nvPr/>
        </p:nvSpPr>
        <p:spPr>
          <a:xfrm>
            <a:off x="18542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Freeform 781"/>
          <p:cNvSpPr/>
          <p:nvPr/>
        </p:nvSpPr>
        <p:spPr>
          <a:xfrm>
            <a:off x="18923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Freeform 782"/>
          <p:cNvSpPr/>
          <p:nvPr/>
        </p:nvSpPr>
        <p:spPr>
          <a:xfrm>
            <a:off x="19304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Freeform 783"/>
          <p:cNvSpPr/>
          <p:nvPr/>
        </p:nvSpPr>
        <p:spPr>
          <a:xfrm>
            <a:off x="19685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Freeform 784"/>
          <p:cNvSpPr/>
          <p:nvPr/>
        </p:nvSpPr>
        <p:spPr>
          <a:xfrm>
            <a:off x="1993900" y="130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Freeform 785"/>
          <p:cNvSpPr/>
          <p:nvPr/>
        </p:nvSpPr>
        <p:spPr>
          <a:xfrm>
            <a:off x="2032000" y="12192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Freeform 786"/>
          <p:cNvSpPr/>
          <p:nvPr/>
        </p:nvSpPr>
        <p:spPr>
          <a:xfrm>
            <a:off x="2070100" y="1168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5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Freeform 787"/>
          <p:cNvSpPr/>
          <p:nvPr/>
        </p:nvSpPr>
        <p:spPr>
          <a:xfrm>
            <a:off x="2095500" y="1168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Freeform 788"/>
          <p:cNvSpPr/>
          <p:nvPr/>
        </p:nvSpPr>
        <p:spPr>
          <a:xfrm>
            <a:off x="2133600" y="115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Freeform 789"/>
          <p:cNvSpPr/>
          <p:nvPr/>
        </p:nvSpPr>
        <p:spPr>
          <a:xfrm>
            <a:off x="2171700" y="115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Freeform 790"/>
          <p:cNvSpPr/>
          <p:nvPr/>
        </p:nvSpPr>
        <p:spPr>
          <a:xfrm>
            <a:off x="2209800" y="10414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0"/>
                </a:lnTo>
                <a:lnTo>
                  <a:pt x="2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Freeform 791"/>
          <p:cNvSpPr/>
          <p:nvPr/>
        </p:nvSpPr>
        <p:spPr>
          <a:xfrm>
            <a:off x="2235200" y="927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Freeform 792"/>
          <p:cNvSpPr/>
          <p:nvPr/>
        </p:nvSpPr>
        <p:spPr>
          <a:xfrm>
            <a:off x="2273300" y="863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Freeform 793"/>
          <p:cNvSpPr/>
          <p:nvPr/>
        </p:nvSpPr>
        <p:spPr>
          <a:xfrm>
            <a:off x="2311400" y="850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Freeform 794"/>
          <p:cNvSpPr/>
          <p:nvPr/>
        </p:nvSpPr>
        <p:spPr>
          <a:xfrm>
            <a:off x="23368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Freeform 795"/>
          <p:cNvSpPr/>
          <p:nvPr/>
        </p:nvSpPr>
        <p:spPr>
          <a:xfrm>
            <a:off x="23749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Freeform 796"/>
          <p:cNvSpPr/>
          <p:nvPr/>
        </p:nvSpPr>
        <p:spPr>
          <a:xfrm>
            <a:off x="24130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Freeform 797"/>
          <p:cNvSpPr/>
          <p:nvPr/>
        </p:nvSpPr>
        <p:spPr>
          <a:xfrm>
            <a:off x="24511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Freeform 798"/>
          <p:cNvSpPr/>
          <p:nvPr/>
        </p:nvSpPr>
        <p:spPr>
          <a:xfrm>
            <a:off x="24765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Freeform 799"/>
          <p:cNvSpPr/>
          <p:nvPr/>
        </p:nvSpPr>
        <p:spPr>
          <a:xfrm>
            <a:off x="14986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Freeform 800"/>
          <p:cNvSpPr/>
          <p:nvPr/>
        </p:nvSpPr>
        <p:spPr>
          <a:xfrm>
            <a:off x="15367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Freeform 801"/>
          <p:cNvSpPr/>
          <p:nvPr/>
        </p:nvSpPr>
        <p:spPr>
          <a:xfrm>
            <a:off x="1574800" y="1371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Freeform 802"/>
          <p:cNvSpPr/>
          <p:nvPr/>
        </p:nvSpPr>
        <p:spPr>
          <a:xfrm>
            <a:off x="16002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Freeform 803"/>
          <p:cNvSpPr/>
          <p:nvPr/>
        </p:nvSpPr>
        <p:spPr>
          <a:xfrm>
            <a:off x="16383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Freeform 804"/>
          <p:cNvSpPr/>
          <p:nvPr/>
        </p:nvSpPr>
        <p:spPr>
          <a:xfrm>
            <a:off x="16764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Freeform 805"/>
          <p:cNvSpPr/>
          <p:nvPr/>
        </p:nvSpPr>
        <p:spPr>
          <a:xfrm>
            <a:off x="17145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Freeform 806"/>
          <p:cNvSpPr/>
          <p:nvPr/>
        </p:nvSpPr>
        <p:spPr>
          <a:xfrm>
            <a:off x="17399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Freeform 807"/>
          <p:cNvSpPr/>
          <p:nvPr/>
        </p:nvSpPr>
        <p:spPr>
          <a:xfrm>
            <a:off x="17780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Freeform 808"/>
          <p:cNvSpPr/>
          <p:nvPr/>
        </p:nvSpPr>
        <p:spPr>
          <a:xfrm>
            <a:off x="18161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Freeform 809"/>
          <p:cNvSpPr/>
          <p:nvPr/>
        </p:nvSpPr>
        <p:spPr>
          <a:xfrm>
            <a:off x="18415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Freeform 810"/>
          <p:cNvSpPr/>
          <p:nvPr/>
        </p:nvSpPr>
        <p:spPr>
          <a:xfrm>
            <a:off x="18796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Freeform 811"/>
          <p:cNvSpPr/>
          <p:nvPr/>
        </p:nvSpPr>
        <p:spPr>
          <a:xfrm>
            <a:off x="19177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Freeform 812"/>
          <p:cNvSpPr/>
          <p:nvPr/>
        </p:nvSpPr>
        <p:spPr>
          <a:xfrm>
            <a:off x="19558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Freeform 813"/>
          <p:cNvSpPr/>
          <p:nvPr/>
        </p:nvSpPr>
        <p:spPr>
          <a:xfrm>
            <a:off x="1981200" y="129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Freeform 814"/>
          <p:cNvSpPr/>
          <p:nvPr/>
        </p:nvSpPr>
        <p:spPr>
          <a:xfrm>
            <a:off x="2019300" y="12065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Freeform 815"/>
          <p:cNvSpPr/>
          <p:nvPr/>
        </p:nvSpPr>
        <p:spPr>
          <a:xfrm>
            <a:off x="2057400" y="1168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Freeform 816"/>
          <p:cNvSpPr/>
          <p:nvPr/>
        </p:nvSpPr>
        <p:spPr>
          <a:xfrm>
            <a:off x="2082800" y="115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Freeform 817"/>
          <p:cNvSpPr/>
          <p:nvPr/>
        </p:nvSpPr>
        <p:spPr>
          <a:xfrm>
            <a:off x="2120900" y="115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Freeform 818"/>
          <p:cNvSpPr/>
          <p:nvPr/>
        </p:nvSpPr>
        <p:spPr>
          <a:xfrm>
            <a:off x="2159000" y="1155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Freeform 819"/>
          <p:cNvSpPr/>
          <p:nvPr/>
        </p:nvSpPr>
        <p:spPr>
          <a:xfrm>
            <a:off x="2197100" y="10287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"/>
                </a:lnTo>
                <a:lnTo>
                  <a:pt x="2" y="0"/>
                </a:lnTo>
                <a:lnTo>
                  <a:pt x="0" y="10"/>
                </a:lnTo>
                <a:lnTo>
                  <a:pt x="1" y="10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Freeform 820"/>
          <p:cNvSpPr/>
          <p:nvPr/>
        </p:nvSpPr>
        <p:spPr>
          <a:xfrm>
            <a:off x="2222500" y="9271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0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Freeform 821"/>
          <p:cNvSpPr/>
          <p:nvPr/>
        </p:nvSpPr>
        <p:spPr>
          <a:xfrm>
            <a:off x="2260600" y="8509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Freeform 822"/>
          <p:cNvSpPr/>
          <p:nvPr/>
        </p:nvSpPr>
        <p:spPr>
          <a:xfrm>
            <a:off x="2298700" y="838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Freeform 823"/>
          <p:cNvSpPr/>
          <p:nvPr/>
        </p:nvSpPr>
        <p:spPr>
          <a:xfrm>
            <a:off x="23241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Freeform 824"/>
          <p:cNvSpPr/>
          <p:nvPr/>
        </p:nvSpPr>
        <p:spPr>
          <a:xfrm>
            <a:off x="23622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Freeform 825"/>
          <p:cNvSpPr/>
          <p:nvPr/>
        </p:nvSpPr>
        <p:spPr>
          <a:xfrm>
            <a:off x="24003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Freeform 826"/>
          <p:cNvSpPr/>
          <p:nvPr/>
        </p:nvSpPr>
        <p:spPr>
          <a:xfrm>
            <a:off x="2438400" y="82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Freeform 827"/>
          <p:cNvSpPr/>
          <p:nvPr/>
        </p:nvSpPr>
        <p:spPr>
          <a:xfrm>
            <a:off x="24638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Freeform 828"/>
          <p:cNvSpPr/>
          <p:nvPr/>
        </p:nvSpPr>
        <p:spPr>
          <a:xfrm>
            <a:off x="14859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Freeform 829"/>
          <p:cNvSpPr/>
          <p:nvPr/>
        </p:nvSpPr>
        <p:spPr>
          <a:xfrm>
            <a:off x="15240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Freeform 830"/>
          <p:cNvSpPr/>
          <p:nvPr/>
        </p:nvSpPr>
        <p:spPr>
          <a:xfrm>
            <a:off x="15621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Freeform 831"/>
          <p:cNvSpPr/>
          <p:nvPr/>
        </p:nvSpPr>
        <p:spPr>
          <a:xfrm>
            <a:off x="15875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Freeform 832"/>
          <p:cNvSpPr/>
          <p:nvPr/>
        </p:nvSpPr>
        <p:spPr>
          <a:xfrm>
            <a:off x="16256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Freeform 833"/>
          <p:cNvSpPr/>
          <p:nvPr/>
        </p:nvSpPr>
        <p:spPr>
          <a:xfrm>
            <a:off x="16637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Freeform 834"/>
          <p:cNvSpPr/>
          <p:nvPr/>
        </p:nvSpPr>
        <p:spPr>
          <a:xfrm>
            <a:off x="17018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Freeform 835"/>
          <p:cNvSpPr/>
          <p:nvPr/>
        </p:nvSpPr>
        <p:spPr>
          <a:xfrm>
            <a:off x="17272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Freeform 836"/>
          <p:cNvSpPr/>
          <p:nvPr/>
        </p:nvSpPr>
        <p:spPr>
          <a:xfrm>
            <a:off x="17653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Freeform 837"/>
          <p:cNvSpPr/>
          <p:nvPr/>
        </p:nvSpPr>
        <p:spPr>
          <a:xfrm>
            <a:off x="18034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Freeform 838"/>
          <p:cNvSpPr/>
          <p:nvPr/>
        </p:nvSpPr>
        <p:spPr>
          <a:xfrm>
            <a:off x="18288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Freeform 839"/>
          <p:cNvSpPr/>
          <p:nvPr/>
        </p:nvSpPr>
        <p:spPr>
          <a:xfrm>
            <a:off x="18669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Freeform 840"/>
          <p:cNvSpPr/>
          <p:nvPr/>
        </p:nvSpPr>
        <p:spPr>
          <a:xfrm>
            <a:off x="1905000" y="1333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Freeform 841"/>
          <p:cNvSpPr/>
          <p:nvPr/>
        </p:nvSpPr>
        <p:spPr>
          <a:xfrm>
            <a:off x="19431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Freeform 842"/>
          <p:cNvSpPr/>
          <p:nvPr/>
        </p:nvSpPr>
        <p:spPr>
          <a:xfrm>
            <a:off x="1968500" y="1295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Freeform 843"/>
          <p:cNvSpPr/>
          <p:nvPr/>
        </p:nvSpPr>
        <p:spPr>
          <a:xfrm>
            <a:off x="2006600" y="1206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0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Freeform 844"/>
          <p:cNvSpPr/>
          <p:nvPr/>
        </p:nvSpPr>
        <p:spPr>
          <a:xfrm>
            <a:off x="20447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Freeform 845"/>
          <p:cNvSpPr/>
          <p:nvPr/>
        </p:nvSpPr>
        <p:spPr>
          <a:xfrm>
            <a:off x="2070100" y="1143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Freeform 846"/>
          <p:cNvSpPr/>
          <p:nvPr/>
        </p:nvSpPr>
        <p:spPr>
          <a:xfrm>
            <a:off x="2108200" y="114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Freeform 847"/>
          <p:cNvSpPr/>
          <p:nvPr/>
        </p:nvSpPr>
        <p:spPr>
          <a:xfrm>
            <a:off x="2146300" y="114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Freeform 848"/>
          <p:cNvSpPr/>
          <p:nvPr/>
        </p:nvSpPr>
        <p:spPr>
          <a:xfrm>
            <a:off x="2184400" y="10160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"/>
                </a:lnTo>
                <a:lnTo>
                  <a:pt x="2" y="0"/>
                </a:lnTo>
                <a:lnTo>
                  <a:pt x="0" y="10"/>
                </a:lnTo>
                <a:lnTo>
                  <a:pt x="1" y="11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Freeform 849"/>
          <p:cNvSpPr/>
          <p:nvPr/>
        </p:nvSpPr>
        <p:spPr>
          <a:xfrm>
            <a:off x="2209800" y="9144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Freeform 850"/>
          <p:cNvSpPr/>
          <p:nvPr/>
        </p:nvSpPr>
        <p:spPr>
          <a:xfrm>
            <a:off x="2247900" y="8509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0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Freeform 851"/>
          <p:cNvSpPr/>
          <p:nvPr/>
        </p:nvSpPr>
        <p:spPr>
          <a:xfrm>
            <a:off x="22860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Freeform 852"/>
          <p:cNvSpPr/>
          <p:nvPr/>
        </p:nvSpPr>
        <p:spPr>
          <a:xfrm>
            <a:off x="23114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Freeform 853"/>
          <p:cNvSpPr/>
          <p:nvPr/>
        </p:nvSpPr>
        <p:spPr>
          <a:xfrm>
            <a:off x="23495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Freeform 854"/>
          <p:cNvSpPr/>
          <p:nvPr/>
        </p:nvSpPr>
        <p:spPr>
          <a:xfrm>
            <a:off x="23876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Freeform 855"/>
          <p:cNvSpPr/>
          <p:nvPr/>
        </p:nvSpPr>
        <p:spPr>
          <a:xfrm>
            <a:off x="2425700" y="825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Freeform 856"/>
          <p:cNvSpPr/>
          <p:nvPr/>
        </p:nvSpPr>
        <p:spPr>
          <a:xfrm>
            <a:off x="24511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Freeform 857"/>
          <p:cNvSpPr/>
          <p:nvPr/>
        </p:nvSpPr>
        <p:spPr>
          <a:xfrm>
            <a:off x="14732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Freeform 858"/>
          <p:cNvSpPr/>
          <p:nvPr/>
        </p:nvSpPr>
        <p:spPr>
          <a:xfrm>
            <a:off x="1511300" y="1358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Freeform 859"/>
          <p:cNvSpPr/>
          <p:nvPr/>
        </p:nvSpPr>
        <p:spPr>
          <a:xfrm>
            <a:off x="15494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Freeform 860"/>
          <p:cNvSpPr/>
          <p:nvPr/>
        </p:nvSpPr>
        <p:spPr>
          <a:xfrm>
            <a:off x="15748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Freeform 861"/>
          <p:cNvSpPr/>
          <p:nvPr/>
        </p:nvSpPr>
        <p:spPr>
          <a:xfrm>
            <a:off x="16129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Freeform 862"/>
          <p:cNvSpPr/>
          <p:nvPr/>
        </p:nvSpPr>
        <p:spPr>
          <a:xfrm>
            <a:off x="1651000" y="1346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Freeform 863"/>
          <p:cNvSpPr/>
          <p:nvPr/>
        </p:nvSpPr>
        <p:spPr>
          <a:xfrm>
            <a:off x="16891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Freeform 864"/>
          <p:cNvSpPr/>
          <p:nvPr/>
        </p:nvSpPr>
        <p:spPr>
          <a:xfrm>
            <a:off x="17145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Freeform 865"/>
          <p:cNvSpPr/>
          <p:nvPr/>
        </p:nvSpPr>
        <p:spPr>
          <a:xfrm>
            <a:off x="17526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Freeform 866"/>
          <p:cNvSpPr/>
          <p:nvPr/>
        </p:nvSpPr>
        <p:spPr>
          <a:xfrm>
            <a:off x="1790700" y="1333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Freeform 867"/>
          <p:cNvSpPr/>
          <p:nvPr/>
        </p:nvSpPr>
        <p:spPr>
          <a:xfrm>
            <a:off x="18161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Freeform 868"/>
          <p:cNvSpPr/>
          <p:nvPr/>
        </p:nvSpPr>
        <p:spPr>
          <a:xfrm>
            <a:off x="18542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Freeform 869"/>
          <p:cNvSpPr/>
          <p:nvPr/>
        </p:nvSpPr>
        <p:spPr>
          <a:xfrm>
            <a:off x="18923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Freeform 870"/>
          <p:cNvSpPr/>
          <p:nvPr/>
        </p:nvSpPr>
        <p:spPr>
          <a:xfrm>
            <a:off x="19304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Freeform 871"/>
          <p:cNvSpPr/>
          <p:nvPr/>
        </p:nvSpPr>
        <p:spPr>
          <a:xfrm>
            <a:off x="19558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Freeform 872"/>
          <p:cNvSpPr/>
          <p:nvPr/>
        </p:nvSpPr>
        <p:spPr>
          <a:xfrm>
            <a:off x="1993900" y="11938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Freeform 873"/>
          <p:cNvSpPr/>
          <p:nvPr/>
        </p:nvSpPr>
        <p:spPr>
          <a:xfrm>
            <a:off x="2032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Freeform 874"/>
          <p:cNvSpPr/>
          <p:nvPr/>
        </p:nvSpPr>
        <p:spPr>
          <a:xfrm>
            <a:off x="2057400" y="114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Freeform 875"/>
          <p:cNvSpPr/>
          <p:nvPr/>
        </p:nvSpPr>
        <p:spPr>
          <a:xfrm>
            <a:off x="2095500" y="113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Freeform 876"/>
          <p:cNvSpPr/>
          <p:nvPr/>
        </p:nvSpPr>
        <p:spPr>
          <a:xfrm>
            <a:off x="2133600" y="113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Freeform 877"/>
          <p:cNvSpPr/>
          <p:nvPr/>
        </p:nvSpPr>
        <p:spPr>
          <a:xfrm>
            <a:off x="2171700" y="10160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0"/>
                </a:lnTo>
                <a:lnTo>
                  <a:pt x="2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Freeform 878"/>
          <p:cNvSpPr/>
          <p:nvPr/>
        </p:nvSpPr>
        <p:spPr>
          <a:xfrm>
            <a:off x="2197100" y="9017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Freeform 879"/>
          <p:cNvSpPr/>
          <p:nvPr/>
        </p:nvSpPr>
        <p:spPr>
          <a:xfrm>
            <a:off x="2235200" y="8382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Freeform 880"/>
          <p:cNvSpPr/>
          <p:nvPr/>
        </p:nvSpPr>
        <p:spPr>
          <a:xfrm>
            <a:off x="2273300" y="825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Freeform 881"/>
          <p:cNvSpPr/>
          <p:nvPr/>
        </p:nvSpPr>
        <p:spPr>
          <a:xfrm>
            <a:off x="22987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Freeform 882"/>
          <p:cNvSpPr/>
          <p:nvPr/>
        </p:nvSpPr>
        <p:spPr>
          <a:xfrm>
            <a:off x="23368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Freeform 883"/>
          <p:cNvSpPr/>
          <p:nvPr/>
        </p:nvSpPr>
        <p:spPr>
          <a:xfrm>
            <a:off x="23749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Freeform 884"/>
          <p:cNvSpPr/>
          <p:nvPr/>
        </p:nvSpPr>
        <p:spPr>
          <a:xfrm>
            <a:off x="2413000" y="812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Freeform 885"/>
          <p:cNvSpPr/>
          <p:nvPr/>
        </p:nvSpPr>
        <p:spPr>
          <a:xfrm>
            <a:off x="24384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Freeform 886"/>
          <p:cNvSpPr/>
          <p:nvPr/>
        </p:nvSpPr>
        <p:spPr>
          <a:xfrm>
            <a:off x="14605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Freeform 887"/>
          <p:cNvSpPr/>
          <p:nvPr/>
        </p:nvSpPr>
        <p:spPr>
          <a:xfrm>
            <a:off x="14986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Freeform 888"/>
          <p:cNvSpPr/>
          <p:nvPr/>
        </p:nvSpPr>
        <p:spPr>
          <a:xfrm>
            <a:off x="15367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Freeform 889"/>
          <p:cNvSpPr/>
          <p:nvPr/>
        </p:nvSpPr>
        <p:spPr>
          <a:xfrm>
            <a:off x="15621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Freeform 890"/>
          <p:cNvSpPr/>
          <p:nvPr/>
        </p:nvSpPr>
        <p:spPr>
          <a:xfrm>
            <a:off x="16002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Freeform 891"/>
          <p:cNvSpPr/>
          <p:nvPr/>
        </p:nvSpPr>
        <p:spPr>
          <a:xfrm>
            <a:off x="16383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Freeform 892"/>
          <p:cNvSpPr/>
          <p:nvPr/>
        </p:nvSpPr>
        <p:spPr>
          <a:xfrm>
            <a:off x="16764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Freeform 893"/>
          <p:cNvSpPr/>
          <p:nvPr/>
        </p:nvSpPr>
        <p:spPr>
          <a:xfrm>
            <a:off x="17018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Freeform 894"/>
          <p:cNvSpPr/>
          <p:nvPr/>
        </p:nvSpPr>
        <p:spPr>
          <a:xfrm>
            <a:off x="17399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Freeform 895"/>
          <p:cNvSpPr/>
          <p:nvPr/>
        </p:nvSpPr>
        <p:spPr>
          <a:xfrm>
            <a:off x="17780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Freeform 896"/>
          <p:cNvSpPr/>
          <p:nvPr/>
        </p:nvSpPr>
        <p:spPr>
          <a:xfrm>
            <a:off x="18034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Freeform 897"/>
          <p:cNvSpPr/>
          <p:nvPr/>
        </p:nvSpPr>
        <p:spPr>
          <a:xfrm>
            <a:off x="18415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Freeform 898"/>
          <p:cNvSpPr/>
          <p:nvPr/>
        </p:nvSpPr>
        <p:spPr>
          <a:xfrm>
            <a:off x="18796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Freeform 899"/>
          <p:cNvSpPr/>
          <p:nvPr/>
        </p:nvSpPr>
        <p:spPr>
          <a:xfrm>
            <a:off x="1917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Freeform 900"/>
          <p:cNvSpPr/>
          <p:nvPr/>
        </p:nvSpPr>
        <p:spPr>
          <a:xfrm>
            <a:off x="1943100" y="1270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Freeform 901"/>
          <p:cNvSpPr/>
          <p:nvPr/>
        </p:nvSpPr>
        <p:spPr>
          <a:xfrm>
            <a:off x="1981200" y="11811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Freeform 902"/>
          <p:cNvSpPr/>
          <p:nvPr/>
        </p:nvSpPr>
        <p:spPr>
          <a:xfrm>
            <a:off x="2019300" y="1143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Freeform 903"/>
          <p:cNvSpPr/>
          <p:nvPr/>
        </p:nvSpPr>
        <p:spPr>
          <a:xfrm>
            <a:off x="2044700" y="1130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Freeform 904"/>
          <p:cNvSpPr/>
          <p:nvPr/>
        </p:nvSpPr>
        <p:spPr>
          <a:xfrm>
            <a:off x="2082800" y="113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Freeform 905"/>
          <p:cNvSpPr/>
          <p:nvPr/>
        </p:nvSpPr>
        <p:spPr>
          <a:xfrm>
            <a:off x="2120900" y="1130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Freeform 906"/>
          <p:cNvSpPr/>
          <p:nvPr/>
        </p:nvSpPr>
        <p:spPr>
          <a:xfrm>
            <a:off x="2159000" y="10033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"/>
                </a:lnTo>
                <a:lnTo>
                  <a:pt x="2" y="0"/>
                </a:lnTo>
                <a:lnTo>
                  <a:pt x="0" y="10"/>
                </a:lnTo>
                <a:lnTo>
                  <a:pt x="1" y="10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Freeform 907"/>
          <p:cNvSpPr/>
          <p:nvPr/>
        </p:nvSpPr>
        <p:spPr>
          <a:xfrm>
            <a:off x="2184400" y="9017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0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Freeform 908"/>
          <p:cNvSpPr/>
          <p:nvPr/>
        </p:nvSpPr>
        <p:spPr>
          <a:xfrm>
            <a:off x="2222500" y="8255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Freeform 909"/>
          <p:cNvSpPr/>
          <p:nvPr/>
        </p:nvSpPr>
        <p:spPr>
          <a:xfrm>
            <a:off x="2260600" y="812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Freeform 910"/>
          <p:cNvSpPr/>
          <p:nvPr/>
        </p:nvSpPr>
        <p:spPr>
          <a:xfrm>
            <a:off x="22860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Freeform 911"/>
          <p:cNvSpPr/>
          <p:nvPr/>
        </p:nvSpPr>
        <p:spPr>
          <a:xfrm>
            <a:off x="23241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Freeform 912"/>
          <p:cNvSpPr/>
          <p:nvPr/>
        </p:nvSpPr>
        <p:spPr>
          <a:xfrm>
            <a:off x="2362200" y="812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Freeform 913"/>
          <p:cNvSpPr/>
          <p:nvPr/>
        </p:nvSpPr>
        <p:spPr>
          <a:xfrm>
            <a:off x="2400300" y="800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Freeform 914"/>
          <p:cNvSpPr/>
          <p:nvPr/>
        </p:nvSpPr>
        <p:spPr>
          <a:xfrm>
            <a:off x="24257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Freeform 915"/>
          <p:cNvSpPr/>
          <p:nvPr/>
        </p:nvSpPr>
        <p:spPr>
          <a:xfrm>
            <a:off x="14478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Freeform 916"/>
          <p:cNvSpPr/>
          <p:nvPr/>
        </p:nvSpPr>
        <p:spPr>
          <a:xfrm>
            <a:off x="14859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Freeform 917"/>
          <p:cNvSpPr/>
          <p:nvPr/>
        </p:nvSpPr>
        <p:spPr>
          <a:xfrm>
            <a:off x="15240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Freeform 918"/>
          <p:cNvSpPr/>
          <p:nvPr/>
        </p:nvSpPr>
        <p:spPr>
          <a:xfrm>
            <a:off x="15621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Freeform 919"/>
          <p:cNvSpPr/>
          <p:nvPr/>
        </p:nvSpPr>
        <p:spPr>
          <a:xfrm>
            <a:off x="15875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Freeform 920"/>
          <p:cNvSpPr/>
          <p:nvPr/>
        </p:nvSpPr>
        <p:spPr>
          <a:xfrm>
            <a:off x="16256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Freeform 921"/>
          <p:cNvSpPr/>
          <p:nvPr/>
        </p:nvSpPr>
        <p:spPr>
          <a:xfrm>
            <a:off x="16637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Freeform 922"/>
          <p:cNvSpPr/>
          <p:nvPr/>
        </p:nvSpPr>
        <p:spPr>
          <a:xfrm>
            <a:off x="16891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Freeform 923"/>
          <p:cNvSpPr/>
          <p:nvPr/>
        </p:nvSpPr>
        <p:spPr>
          <a:xfrm>
            <a:off x="1727200" y="1320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Freeform 924"/>
          <p:cNvSpPr/>
          <p:nvPr/>
        </p:nvSpPr>
        <p:spPr>
          <a:xfrm>
            <a:off x="17653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Freeform 925"/>
          <p:cNvSpPr/>
          <p:nvPr/>
        </p:nvSpPr>
        <p:spPr>
          <a:xfrm>
            <a:off x="18034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Freeform 926"/>
          <p:cNvSpPr/>
          <p:nvPr/>
        </p:nvSpPr>
        <p:spPr>
          <a:xfrm>
            <a:off x="18288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Freeform 927"/>
          <p:cNvSpPr/>
          <p:nvPr/>
        </p:nvSpPr>
        <p:spPr>
          <a:xfrm>
            <a:off x="1866900" y="1308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Freeform 928"/>
          <p:cNvSpPr/>
          <p:nvPr/>
        </p:nvSpPr>
        <p:spPr>
          <a:xfrm>
            <a:off x="19050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Freeform 929"/>
          <p:cNvSpPr/>
          <p:nvPr/>
        </p:nvSpPr>
        <p:spPr>
          <a:xfrm>
            <a:off x="1930400" y="1270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Freeform 930"/>
          <p:cNvSpPr/>
          <p:nvPr/>
        </p:nvSpPr>
        <p:spPr>
          <a:xfrm>
            <a:off x="1968500" y="11811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0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Freeform 931"/>
          <p:cNvSpPr/>
          <p:nvPr/>
        </p:nvSpPr>
        <p:spPr>
          <a:xfrm>
            <a:off x="2006600" y="1130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0"/>
                </a:lnTo>
                <a:lnTo>
                  <a:pt x="0" y="4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Freeform 932"/>
          <p:cNvSpPr/>
          <p:nvPr/>
        </p:nvSpPr>
        <p:spPr>
          <a:xfrm>
            <a:off x="2032000" y="1117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Freeform 933"/>
          <p:cNvSpPr/>
          <p:nvPr/>
        </p:nvSpPr>
        <p:spPr>
          <a:xfrm>
            <a:off x="2070100" y="1117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Freeform 934"/>
          <p:cNvSpPr/>
          <p:nvPr/>
        </p:nvSpPr>
        <p:spPr>
          <a:xfrm>
            <a:off x="2108200" y="1117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Freeform 935"/>
          <p:cNvSpPr/>
          <p:nvPr/>
        </p:nvSpPr>
        <p:spPr>
          <a:xfrm>
            <a:off x="2146300" y="9906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"/>
                </a:lnTo>
                <a:lnTo>
                  <a:pt x="2" y="0"/>
                </a:lnTo>
                <a:lnTo>
                  <a:pt x="0" y="10"/>
                </a:lnTo>
                <a:lnTo>
                  <a:pt x="1" y="11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Freeform 936"/>
          <p:cNvSpPr/>
          <p:nvPr/>
        </p:nvSpPr>
        <p:spPr>
          <a:xfrm>
            <a:off x="2171700" y="8890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8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Freeform 937"/>
          <p:cNvSpPr/>
          <p:nvPr/>
        </p:nvSpPr>
        <p:spPr>
          <a:xfrm>
            <a:off x="2209800" y="8255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0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Freeform 938"/>
          <p:cNvSpPr/>
          <p:nvPr/>
        </p:nvSpPr>
        <p:spPr>
          <a:xfrm>
            <a:off x="2247900" y="812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Freeform 939"/>
          <p:cNvSpPr/>
          <p:nvPr/>
        </p:nvSpPr>
        <p:spPr>
          <a:xfrm>
            <a:off x="22733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Freeform 940"/>
          <p:cNvSpPr/>
          <p:nvPr/>
        </p:nvSpPr>
        <p:spPr>
          <a:xfrm>
            <a:off x="23114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Freeform 941"/>
          <p:cNvSpPr/>
          <p:nvPr/>
        </p:nvSpPr>
        <p:spPr>
          <a:xfrm>
            <a:off x="23495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Freeform 942"/>
          <p:cNvSpPr/>
          <p:nvPr/>
        </p:nvSpPr>
        <p:spPr>
          <a:xfrm>
            <a:off x="2387600" y="800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Freeform 943"/>
          <p:cNvSpPr/>
          <p:nvPr/>
        </p:nvSpPr>
        <p:spPr>
          <a:xfrm>
            <a:off x="2413000" y="787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Freeform 944"/>
          <p:cNvSpPr/>
          <p:nvPr/>
        </p:nvSpPr>
        <p:spPr>
          <a:xfrm>
            <a:off x="14351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Freeform 945"/>
          <p:cNvSpPr/>
          <p:nvPr/>
        </p:nvSpPr>
        <p:spPr>
          <a:xfrm>
            <a:off x="1473200" y="1333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Freeform 946"/>
          <p:cNvSpPr/>
          <p:nvPr/>
        </p:nvSpPr>
        <p:spPr>
          <a:xfrm>
            <a:off x="15113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Freeform 947"/>
          <p:cNvSpPr/>
          <p:nvPr/>
        </p:nvSpPr>
        <p:spPr>
          <a:xfrm>
            <a:off x="15494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Freeform 948"/>
          <p:cNvSpPr/>
          <p:nvPr/>
        </p:nvSpPr>
        <p:spPr>
          <a:xfrm>
            <a:off x="15748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Freeform 949"/>
          <p:cNvSpPr/>
          <p:nvPr/>
        </p:nvSpPr>
        <p:spPr>
          <a:xfrm>
            <a:off x="1612900" y="1320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Freeform 950"/>
          <p:cNvSpPr/>
          <p:nvPr/>
        </p:nvSpPr>
        <p:spPr>
          <a:xfrm>
            <a:off x="16510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Freeform 951"/>
          <p:cNvSpPr/>
          <p:nvPr/>
        </p:nvSpPr>
        <p:spPr>
          <a:xfrm>
            <a:off x="16764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Freeform 952"/>
          <p:cNvSpPr/>
          <p:nvPr/>
        </p:nvSpPr>
        <p:spPr>
          <a:xfrm>
            <a:off x="17145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Freeform 953"/>
          <p:cNvSpPr/>
          <p:nvPr/>
        </p:nvSpPr>
        <p:spPr>
          <a:xfrm>
            <a:off x="17526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Freeform 954"/>
          <p:cNvSpPr/>
          <p:nvPr/>
        </p:nvSpPr>
        <p:spPr>
          <a:xfrm>
            <a:off x="17907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Freeform 955"/>
          <p:cNvSpPr/>
          <p:nvPr/>
        </p:nvSpPr>
        <p:spPr>
          <a:xfrm>
            <a:off x="18161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Freeform 956"/>
          <p:cNvSpPr/>
          <p:nvPr/>
        </p:nvSpPr>
        <p:spPr>
          <a:xfrm>
            <a:off x="18542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Freeform 957"/>
          <p:cNvSpPr/>
          <p:nvPr/>
        </p:nvSpPr>
        <p:spPr>
          <a:xfrm>
            <a:off x="18923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Freeform 958"/>
          <p:cNvSpPr/>
          <p:nvPr/>
        </p:nvSpPr>
        <p:spPr>
          <a:xfrm>
            <a:off x="1917700" y="125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79FF"/>
          </a:solidFill>
          <a:ln w="3175">
            <a:solidFill>
              <a:srgbClr val="006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Freeform 959"/>
          <p:cNvSpPr/>
          <p:nvPr/>
        </p:nvSpPr>
        <p:spPr>
          <a:xfrm>
            <a:off x="1955800" y="11684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DCFF"/>
          </a:solidFill>
          <a:ln w="3175">
            <a:solidFill>
              <a:srgbClr val="00B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Freeform 960"/>
          <p:cNvSpPr/>
          <p:nvPr/>
        </p:nvSpPr>
        <p:spPr>
          <a:xfrm>
            <a:off x="1993900" y="1130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4CFFB3"/>
          </a:solidFill>
          <a:ln w="3175">
            <a:solidFill>
              <a:srgbClr val="3DC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Freeform 961"/>
          <p:cNvSpPr/>
          <p:nvPr/>
        </p:nvSpPr>
        <p:spPr>
          <a:xfrm>
            <a:off x="2032000" y="1117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77FF88"/>
          </a:solidFill>
          <a:ln w="3175">
            <a:solidFill>
              <a:srgbClr val="5FCC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Freeform 962"/>
          <p:cNvSpPr/>
          <p:nvPr/>
        </p:nvSpPr>
        <p:spPr>
          <a:xfrm>
            <a:off x="2057400" y="1104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Freeform 963"/>
          <p:cNvSpPr/>
          <p:nvPr/>
        </p:nvSpPr>
        <p:spPr>
          <a:xfrm>
            <a:off x="2095500" y="1104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7EFF81"/>
          </a:solidFill>
          <a:ln w="3175">
            <a:solidFill>
              <a:srgbClr val="65C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Freeform 964"/>
          <p:cNvSpPr/>
          <p:nvPr/>
        </p:nvSpPr>
        <p:spPr>
          <a:xfrm>
            <a:off x="2133600" y="9906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0"/>
                </a:lnTo>
                <a:lnTo>
                  <a:pt x="2" y="0"/>
                </a:lnTo>
                <a:lnTo>
                  <a:pt x="0" y="9"/>
                </a:lnTo>
                <a:lnTo>
                  <a:pt x="1" y="10"/>
                </a:lnTo>
                <a:close/>
              </a:path>
            </a:pathLst>
          </a:custGeom>
          <a:solidFill>
            <a:srgbClr val="E2FF1D"/>
          </a:solidFill>
          <a:ln w="3175">
            <a:solidFill>
              <a:srgbClr val="B5CC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Freeform 965"/>
          <p:cNvSpPr/>
          <p:nvPr/>
        </p:nvSpPr>
        <p:spPr>
          <a:xfrm>
            <a:off x="2159000" y="8763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9"/>
                </a:lnTo>
                <a:lnTo>
                  <a:pt x="1" y="9"/>
                </a:lnTo>
                <a:close/>
              </a:path>
            </a:pathLst>
          </a:custGeom>
          <a:solidFill>
            <a:srgbClr val="FF5C00"/>
          </a:solidFill>
          <a:ln w="3175">
            <a:solidFill>
              <a:srgbClr val="CC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Freeform 966"/>
          <p:cNvSpPr/>
          <p:nvPr/>
        </p:nvSpPr>
        <p:spPr>
          <a:xfrm>
            <a:off x="2197100" y="812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Freeform 967"/>
          <p:cNvSpPr/>
          <p:nvPr/>
        </p:nvSpPr>
        <p:spPr>
          <a:xfrm>
            <a:off x="2235200" y="800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89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Freeform 968"/>
          <p:cNvSpPr/>
          <p:nvPr/>
        </p:nvSpPr>
        <p:spPr>
          <a:xfrm>
            <a:off x="2273300" y="800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Freeform 969"/>
          <p:cNvSpPr/>
          <p:nvPr/>
        </p:nvSpPr>
        <p:spPr>
          <a:xfrm>
            <a:off x="2298700" y="787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Freeform 970"/>
          <p:cNvSpPr/>
          <p:nvPr/>
        </p:nvSpPr>
        <p:spPr>
          <a:xfrm>
            <a:off x="2336800" y="787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Freeform 971"/>
          <p:cNvSpPr/>
          <p:nvPr/>
        </p:nvSpPr>
        <p:spPr>
          <a:xfrm>
            <a:off x="2374900" y="787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Freeform 972"/>
          <p:cNvSpPr/>
          <p:nvPr/>
        </p:nvSpPr>
        <p:spPr>
          <a:xfrm>
            <a:off x="2400300" y="787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4" name="Connector 973"/>
          <p:cNvCxnSpPr/>
          <p:nvPr/>
        </p:nvCxnSpPr>
        <p:spPr>
          <a:xfrm flipH="1">
            <a:off x="3568884" y="1678260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H="1">
            <a:off x="3387024" y="1557076"/>
            <a:ext cx="999312" cy="8820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H="1">
            <a:off x="3205164" y="1435892"/>
            <a:ext cx="999312" cy="8820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H="1" flipV="1">
            <a:off x="4204476" y="1435892"/>
            <a:ext cx="363720" cy="24236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8" name="Connector 977"/>
          <p:cNvCxnSpPr/>
          <p:nvPr/>
        </p:nvCxnSpPr>
        <p:spPr>
          <a:xfrm flipH="1" flipV="1">
            <a:off x="4004613" y="1453534"/>
            <a:ext cx="363721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9" name="Connector 978"/>
          <p:cNvCxnSpPr/>
          <p:nvPr/>
        </p:nvCxnSpPr>
        <p:spPr>
          <a:xfrm flipH="1" flipV="1">
            <a:off x="3804751" y="1471176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 979"/>
          <p:cNvCxnSpPr/>
          <p:nvPr/>
        </p:nvCxnSpPr>
        <p:spPr>
          <a:xfrm flipH="1" flipV="1">
            <a:off x="3604889" y="1488818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1" name="Connector 980"/>
          <p:cNvCxnSpPr/>
          <p:nvPr/>
        </p:nvCxnSpPr>
        <p:spPr>
          <a:xfrm flipH="1" flipV="1">
            <a:off x="3405026" y="1506459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2" name="Connector 981"/>
          <p:cNvCxnSpPr/>
          <p:nvPr/>
        </p:nvCxnSpPr>
        <p:spPr>
          <a:xfrm flipH="1" flipV="1">
            <a:off x="3205164" y="1524101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3" name="Connector 982"/>
          <p:cNvCxnSpPr/>
          <p:nvPr/>
        </p:nvCxnSpPr>
        <p:spPr>
          <a:xfrm flipH="1">
            <a:off x="4543988" y="1678260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4" name="Connector 983"/>
          <p:cNvCxnSpPr/>
          <p:nvPr/>
        </p:nvCxnSpPr>
        <p:spPr>
          <a:xfrm flipH="1">
            <a:off x="4362128" y="1557076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5" name="Connector 984"/>
          <p:cNvCxnSpPr/>
          <p:nvPr/>
        </p:nvCxnSpPr>
        <p:spPr>
          <a:xfrm flipH="1">
            <a:off x="4180268" y="1435892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6" name="Connector 985"/>
          <p:cNvCxnSpPr/>
          <p:nvPr/>
        </p:nvCxnSpPr>
        <p:spPr>
          <a:xfrm flipV="1">
            <a:off x="3568884" y="1764332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 flipV="1">
            <a:off x="3387024" y="1643148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 flipV="1">
            <a:off x="3205164" y="1521964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 flipH="1" flipV="1">
            <a:off x="4547975" y="1664785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 flipH="1" flipV="1">
            <a:off x="4348113" y="168242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 flipH="1" flipV="1">
            <a:off x="4148250" y="1700069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 flipH="1" flipV="1">
            <a:off x="3948388" y="1717711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 flipH="1" flipV="1">
            <a:off x="3748526" y="1735352"/>
            <a:ext cx="20220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 flipH="1" flipV="1">
            <a:off x="3548664" y="1752994"/>
            <a:ext cx="20220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4204476" y="1435892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4004613" y="1453534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>
            <a:off x="3804751" y="1471176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>
            <a:off x="3604889" y="1488818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>
            <a:off x="3405026" y="1506459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>
            <a:off x="3205164" y="1524101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 flipH="1" flipV="1">
            <a:off x="4204476" y="1435892"/>
            <a:ext cx="363720" cy="24236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 flipH="1" flipV="1">
            <a:off x="3205164" y="1524101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 flipH="1">
            <a:off x="3568884" y="1678260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 flipH="1">
            <a:off x="3205164" y="1435892"/>
            <a:ext cx="999312" cy="8820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 flipH="1">
            <a:off x="4543988" y="971677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6" name="Connector 1005"/>
          <p:cNvCxnSpPr/>
          <p:nvPr/>
        </p:nvCxnSpPr>
        <p:spPr>
          <a:xfrm flipH="1">
            <a:off x="4362128" y="850493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7" name="Connector 1006"/>
          <p:cNvCxnSpPr/>
          <p:nvPr/>
        </p:nvCxnSpPr>
        <p:spPr>
          <a:xfrm flipH="1">
            <a:off x="4180268" y="729310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4204476" y="729310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>
            <a:off x="4004613" y="746951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>
            <a:off x="3804751" y="764593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>
            <a:off x="3604889" y="782235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>
            <a:off x="3405026" y="79987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>
            <a:off x="3205164" y="817518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H="1" flipV="1">
            <a:off x="4204476" y="729310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1014"/>
          <p:cNvCxnSpPr/>
          <p:nvPr/>
        </p:nvCxnSpPr>
        <p:spPr>
          <a:xfrm flipH="1">
            <a:off x="3205164" y="729310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1015"/>
          <p:cNvCxnSpPr/>
          <p:nvPr/>
        </p:nvCxnSpPr>
        <p:spPr>
          <a:xfrm flipV="1">
            <a:off x="4568196" y="1653959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/>
          <p:cNvCxnSpPr/>
          <p:nvPr/>
        </p:nvCxnSpPr>
        <p:spPr>
          <a:xfrm flipV="1">
            <a:off x="4368334" y="1671601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/>
          <p:cNvCxnSpPr/>
          <p:nvPr/>
        </p:nvCxnSpPr>
        <p:spPr>
          <a:xfrm flipV="1">
            <a:off x="4168471" y="1689243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8"/>
          <p:cNvCxnSpPr/>
          <p:nvPr/>
        </p:nvCxnSpPr>
        <p:spPr>
          <a:xfrm flipV="1">
            <a:off x="3968609" y="1706884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19"/>
          <p:cNvCxnSpPr/>
          <p:nvPr/>
        </p:nvCxnSpPr>
        <p:spPr>
          <a:xfrm flipV="1">
            <a:off x="3768746" y="1724526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0"/>
          <p:cNvCxnSpPr/>
          <p:nvPr/>
        </p:nvCxnSpPr>
        <p:spPr>
          <a:xfrm flipV="1">
            <a:off x="3568884" y="1742168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H="1">
            <a:off x="4543988" y="1478442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H="1">
            <a:off x="4543988" y="1179855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3"/>
          <p:cNvCxnSpPr/>
          <p:nvPr/>
        </p:nvCxnSpPr>
        <p:spPr>
          <a:xfrm flipV="1">
            <a:off x="4568196" y="971677"/>
            <a:ext cx="0" cy="70658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nector 1024"/>
          <p:cNvCxnSpPr/>
          <p:nvPr/>
        </p:nvCxnSpPr>
        <p:spPr>
          <a:xfrm flipV="1">
            <a:off x="4204476" y="729310"/>
            <a:ext cx="0" cy="706582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Connector 1025"/>
          <p:cNvCxnSpPr/>
          <p:nvPr/>
        </p:nvCxnSpPr>
        <p:spPr>
          <a:xfrm flipV="1">
            <a:off x="4004613" y="746951"/>
            <a:ext cx="0" cy="70658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onnector 1026"/>
          <p:cNvCxnSpPr/>
          <p:nvPr/>
        </p:nvCxnSpPr>
        <p:spPr>
          <a:xfrm flipV="1">
            <a:off x="3804751" y="764593"/>
            <a:ext cx="0" cy="70658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/>
          <p:cNvCxnSpPr/>
          <p:nvPr/>
        </p:nvCxnSpPr>
        <p:spPr>
          <a:xfrm flipV="1">
            <a:off x="3604889" y="782235"/>
            <a:ext cx="0" cy="70658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Connector 1028"/>
          <p:cNvCxnSpPr/>
          <p:nvPr/>
        </p:nvCxnSpPr>
        <p:spPr>
          <a:xfrm flipV="1">
            <a:off x="3405026" y="799877"/>
            <a:ext cx="0" cy="706582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onnector 1029"/>
          <p:cNvCxnSpPr/>
          <p:nvPr/>
        </p:nvCxnSpPr>
        <p:spPr>
          <a:xfrm flipV="1">
            <a:off x="3205164" y="817518"/>
            <a:ext cx="0" cy="70658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 flipV="1">
            <a:off x="4204476" y="1411592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 flipV="1">
            <a:off x="4004613" y="1429234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 flipV="1">
            <a:off x="3804751" y="1446875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3"/>
          <p:cNvCxnSpPr/>
          <p:nvPr/>
        </p:nvCxnSpPr>
        <p:spPr>
          <a:xfrm flipV="1">
            <a:off x="3604889" y="1464517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or 1034"/>
          <p:cNvCxnSpPr/>
          <p:nvPr/>
        </p:nvCxnSpPr>
        <p:spPr>
          <a:xfrm flipV="1">
            <a:off x="3405026" y="1482159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Connector 1035"/>
          <p:cNvCxnSpPr/>
          <p:nvPr/>
        </p:nvCxnSpPr>
        <p:spPr>
          <a:xfrm flipV="1">
            <a:off x="3205164" y="1499800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Connector 1036"/>
          <p:cNvCxnSpPr/>
          <p:nvPr/>
        </p:nvCxnSpPr>
        <p:spPr>
          <a:xfrm>
            <a:off x="4204476" y="729310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8" name="Connector 1037"/>
          <p:cNvCxnSpPr/>
          <p:nvPr/>
        </p:nvCxnSpPr>
        <p:spPr>
          <a:xfrm>
            <a:off x="4004613" y="746951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Connector 1038"/>
          <p:cNvCxnSpPr/>
          <p:nvPr/>
        </p:nvCxnSpPr>
        <p:spPr>
          <a:xfrm>
            <a:off x="3804751" y="764593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Connector 1039"/>
          <p:cNvCxnSpPr/>
          <p:nvPr/>
        </p:nvCxnSpPr>
        <p:spPr>
          <a:xfrm>
            <a:off x="3604889" y="782235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 1040"/>
          <p:cNvCxnSpPr/>
          <p:nvPr/>
        </p:nvCxnSpPr>
        <p:spPr>
          <a:xfrm>
            <a:off x="3405026" y="799877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 1041"/>
          <p:cNvCxnSpPr/>
          <p:nvPr/>
        </p:nvCxnSpPr>
        <p:spPr>
          <a:xfrm>
            <a:off x="3205164" y="817518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nector 1042"/>
          <p:cNvCxnSpPr/>
          <p:nvPr/>
        </p:nvCxnSpPr>
        <p:spPr>
          <a:xfrm flipH="1">
            <a:off x="3205164" y="1236075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or 1043"/>
          <p:cNvCxnSpPr/>
          <p:nvPr/>
        </p:nvCxnSpPr>
        <p:spPr>
          <a:xfrm flipH="1">
            <a:off x="3205164" y="937488"/>
            <a:ext cx="999312" cy="8820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or 1044"/>
          <p:cNvCxnSpPr/>
          <p:nvPr/>
        </p:nvCxnSpPr>
        <p:spPr>
          <a:xfrm flipH="1">
            <a:off x="4180268" y="1236075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or 1045"/>
          <p:cNvCxnSpPr/>
          <p:nvPr/>
        </p:nvCxnSpPr>
        <p:spPr>
          <a:xfrm flipH="1">
            <a:off x="4180268" y="937488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 1046"/>
          <p:cNvCxnSpPr/>
          <p:nvPr/>
        </p:nvCxnSpPr>
        <p:spPr>
          <a:xfrm flipV="1">
            <a:off x="3205164" y="1322147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 1047"/>
          <p:cNvCxnSpPr/>
          <p:nvPr/>
        </p:nvCxnSpPr>
        <p:spPr>
          <a:xfrm flipV="1">
            <a:off x="3205164" y="1023560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Connector 1048"/>
          <p:cNvCxnSpPr/>
          <p:nvPr/>
        </p:nvCxnSpPr>
        <p:spPr>
          <a:xfrm flipV="1">
            <a:off x="4204476" y="729310"/>
            <a:ext cx="0" cy="70658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nector 1049"/>
          <p:cNvCxnSpPr/>
          <p:nvPr/>
        </p:nvCxnSpPr>
        <p:spPr>
          <a:xfrm flipV="1">
            <a:off x="3205164" y="817518"/>
            <a:ext cx="0" cy="70658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 1050"/>
          <p:cNvCxnSpPr/>
          <p:nvPr/>
        </p:nvCxnSpPr>
        <p:spPr>
          <a:xfrm flipV="1">
            <a:off x="4568196" y="971677"/>
            <a:ext cx="0" cy="70658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 1051"/>
          <p:cNvCxnSpPr/>
          <p:nvPr/>
        </p:nvCxnSpPr>
        <p:spPr>
          <a:xfrm flipV="1">
            <a:off x="4386336" y="850493"/>
            <a:ext cx="0" cy="70658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Connector 1052"/>
          <p:cNvCxnSpPr/>
          <p:nvPr/>
        </p:nvCxnSpPr>
        <p:spPr>
          <a:xfrm flipV="1">
            <a:off x="4204476" y="729310"/>
            <a:ext cx="0" cy="706582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Connector 1053"/>
          <p:cNvCxnSpPr/>
          <p:nvPr/>
        </p:nvCxnSpPr>
        <p:spPr>
          <a:xfrm flipV="1">
            <a:off x="4568196" y="1653959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nector 1054"/>
          <p:cNvCxnSpPr/>
          <p:nvPr/>
        </p:nvCxnSpPr>
        <p:spPr>
          <a:xfrm flipV="1">
            <a:off x="4386336" y="1532776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nector 1055"/>
          <p:cNvCxnSpPr/>
          <p:nvPr/>
        </p:nvCxnSpPr>
        <p:spPr>
          <a:xfrm flipV="1">
            <a:off x="4204476" y="1411592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 1056"/>
          <p:cNvCxnSpPr/>
          <p:nvPr/>
        </p:nvCxnSpPr>
        <p:spPr>
          <a:xfrm>
            <a:off x="4568196" y="971677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Connector 1057"/>
          <p:cNvCxnSpPr/>
          <p:nvPr/>
        </p:nvCxnSpPr>
        <p:spPr>
          <a:xfrm>
            <a:off x="4386336" y="850493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Connector 1058"/>
          <p:cNvCxnSpPr/>
          <p:nvPr/>
        </p:nvCxnSpPr>
        <p:spPr>
          <a:xfrm>
            <a:off x="4204476" y="729310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Connector 1059"/>
          <p:cNvCxnSpPr/>
          <p:nvPr/>
        </p:nvCxnSpPr>
        <p:spPr>
          <a:xfrm flipH="1" flipV="1">
            <a:off x="4204476" y="1236075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nector 1060"/>
          <p:cNvCxnSpPr/>
          <p:nvPr/>
        </p:nvCxnSpPr>
        <p:spPr>
          <a:xfrm flipH="1" flipV="1">
            <a:off x="4204476" y="937488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Connector 1061"/>
          <p:cNvCxnSpPr/>
          <p:nvPr/>
        </p:nvCxnSpPr>
        <p:spPr>
          <a:xfrm flipH="1" flipV="1">
            <a:off x="4547975" y="1464968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nector 1062"/>
          <p:cNvCxnSpPr/>
          <p:nvPr/>
        </p:nvCxnSpPr>
        <p:spPr>
          <a:xfrm flipH="1" flipV="1">
            <a:off x="4547975" y="1166381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Connector 1063"/>
          <p:cNvCxnSpPr/>
          <p:nvPr/>
        </p:nvCxnSpPr>
        <p:spPr>
          <a:xfrm>
            <a:off x="4204476" y="1236075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nector 1064"/>
          <p:cNvCxnSpPr/>
          <p:nvPr/>
        </p:nvCxnSpPr>
        <p:spPr>
          <a:xfrm>
            <a:off x="4204476" y="937488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Connector 1065"/>
          <p:cNvCxnSpPr/>
          <p:nvPr/>
        </p:nvCxnSpPr>
        <p:spPr>
          <a:xfrm flipV="1">
            <a:off x="3568884" y="1742168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Connector 1066"/>
          <p:cNvCxnSpPr/>
          <p:nvPr/>
        </p:nvCxnSpPr>
        <p:spPr>
          <a:xfrm flipV="1">
            <a:off x="3387024" y="1620984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Connector 1067"/>
          <p:cNvCxnSpPr/>
          <p:nvPr/>
        </p:nvCxnSpPr>
        <p:spPr>
          <a:xfrm flipV="1">
            <a:off x="3205164" y="1499800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nector 1068"/>
          <p:cNvCxnSpPr/>
          <p:nvPr/>
        </p:nvCxnSpPr>
        <p:spPr>
          <a:xfrm>
            <a:off x="3205164" y="1324283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Connector 1069"/>
          <p:cNvCxnSpPr/>
          <p:nvPr/>
        </p:nvCxnSpPr>
        <p:spPr>
          <a:xfrm>
            <a:off x="3205164" y="102569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1" name="Freeform 1070"/>
          <p:cNvSpPr/>
          <p:nvPr/>
        </p:nvSpPr>
        <p:spPr>
          <a:xfrm>
            <a:off x="3556000" y="1701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3594100" y="168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36195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36576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3695700" y="1689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3733800" y="167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37592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37973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Freeform 1078"/>
          <p:cNvSpPr/>
          <p:nvPr/>
        </p:nvSpPr>
        <p:spPr>
          <a:xfrm>
            <a:off x="3835400" y="167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Freeform 1079"/>
          <p:cNvSpPr/>
          <p:nvPr/>
        </p:nvSpPr>
        <p:spPr>
          <a:xfrm>
            <a:off x="38608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Freeform 1080"/>
          <p:cNvSpPr/>
          <p:nvPr/>
        </p:nvSpPr>
        <p:spPr>
          <a:xfrm>
            <a:off x="38989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39370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Freeform 1082"/>
          <p:cNvSpPr/>
          <p:nvPr/>
        </p:nvSpPr>
        <p:spPr>
          <a:xfrm>
            <a:off x="39751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Freeform 1083"/>
          <p:cNvSpPr/>
          <p:nvPr/>
        </p:nvSpPr>
        <p:spPr>
          <a:xfrm>
            <a:off x="4000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Freeform 1084"/>
          <p:cNvSpPr/>
          <p:nvPr/>
        </p:nvSpPr>
        <p:spPr>
          <a:xfrm>
            <a:off x="40386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Freeform 1085"/>
          <p:cNvSpPr/>
          <p:nvPr/>
        </p:nvSpPr>
        <p:spPr>
          <a:xfrm>
            <a:off x="40767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Freeform 1086"/>
          <p:cNvSpPr/>
          <p:nvPr/>
        </p:nvSpPr>
        <p:spPr>
          <a:xfrm>
            <a:off x="41021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Freeform 1087"/>
          <p:cNvSpPr/>
          <p:nvPr/>
        </p:nvSpPr>
        <p:spPr>
          <a:xfrm>
            <a:off x="41402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Freeform 1088"/>
          <p:cNvSpPr/>
          <p:nvPr/>
        </p:nvSpPr>
        <p:spPr>
          <a:xfrm>
            <a:off x="41783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Freeform 1089"/>
          <p:cNvSpPr/>
          <p:nvPr/>
        </p:nvSpPr>
        <p:spPr>
          <a:xfrm>
            <a:off x="42164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Freeform 1090"/>
          <p:cNvSpPr/>
          <p:nvPr/>
        </p:nvSpPr>
        <p:spPr>
          <a:xfrm>
            <a:off x="42418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Freeform 1091"/>
          <p:cNvSpPr/>
          <p:nvPr/>
        </p:nvSpPr>
        <p:spPr>
          <a:xfrm>
            <a:off x="42799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Freeform 1092"/>
          <p:cNvSpPr/>
          <p:nvPr/>
        </p:nvSpPr>
        <p:spPr>
          <a:xfrm>
            <a:off x="4318000" y="1600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Freeform 1093"/>
          <p:cNvSpPr/>
          <p:nvPr/>
        </p:nvSpPr>
        <p:spPr>
          <a:xfrm>
            <a:off x="4343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Freeform 1094"/>
          <p:cNvSpPr/>
          <p:nvPr/>
        </p:nvSpPr>
        <p:spPr>
          <a:xfrm>
            <a:off x="43815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Freeform 1095"/>
          <p:cNvSpPr/>
          <p:nvPr/>
        </p:nvSpPr>
        <p:spPr>
          <a:xfrm>
            <a:off x="44196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Freeform 1096"/>
          <p:cNvSpPr/>
          <p:nvPr/>
        </p:nvSpPr>
        <p:spPr>
          <a:xfrm>
            <a:off x="44577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Freeform 1097"/>
          <p:cNvSpPr/>
          <p:nvPr/>
        </p:nvSpPr>
        <p:spPr>
          <a:xfrm>
            <a:off x="44831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Freeform 1098"/>
          <p:cNvSpPr/>
          <p:nvPr/>
        </p:nvSpPr>
        <p:spPr>
          <a:xfrm>
            <a:off x="45212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Freeform 1099"/>
          <p:cNvSpPr/>
          <p:nvPr/>
        </p:nvSpPr>
        <p:spPr>
          <a:xfrm>
            <a:off x="3543300" y="168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Freeform 1100"/>
          <p:cNvSpPr/>
          <p:nvPr/>
        </p:nvSpPr>
        <p:spPr>
          <a:xfrm>
            <a:off x="3581400" y="168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Freeform 1101"/>
          <p:cNvSpPr/>
          <p:nvPr/>
        </p:nvSpPr>
        <p:spPr>
          <a:xfrm>
            <a:off x="36068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Freeform 1102"/>
          <p:cNvSpPr/>
          <p:nvPr/>
        </p:nvSpPr>
        <p:spPr>
          <a:xfrm>
            <a:off x="36449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36830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3721100" y="167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37465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3784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38227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38481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3886200" y="1663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Freeform 1110"/>
          <p:cNvSpPr/>
          <p:nvPr/>
        </p:nvSpPr>
        <p:spPr>
          <a:xfrm>
            <a:off x="39243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Freeform 1111"/>
          <p:cNvSpPr/>
          <p:nvPr/>
        </p:nvSpPr>
        <p:spPr>
          <a:xfrm>
            <a:off x="3962400" y="1638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Freeform 1112"/>
          <p:cNvSpPr/>
          <p:nvPr/>
        </p:nvSpPr>
        <p:spPr>
          <a:xfrm>
            <a:off x="3987800" y="1625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Freeform 1113"/>
          <p:cNvSpPr/>
          <p:nvPr/>
        </p:nvSpPr>
        <p:spPr>
          <a:xfrm>
            <a:off x="40259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Freeform 1114"/>
          <p:cNvSpPr/>
          <p:nvPr/>
        </p:nvSpPr>
        <p:spPr>
          <a:xfrm>
            <a:off x="4064000" y="1600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Freeform 1115"/>
          <p:cNvSpPr/>
          <p:nvPr/>
        </p:nvSpPr>
        <p:spPr>
          <a:xfrm>
            <a:off x="4089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Freeform 1116"/>
          <p:cNvSpPr/>
          <p:nvPr/>
        </p:nvSpPr>
        <p:spPr>
          <a:xfrm>
            <a:off x="41275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Freeform 1117"/>
          <p:cNvSpPr/>
          <p:nvPr/>
        </p:nvSpPr>
        <p:spPr>
          <a:xfrm>
            <a:off x="41656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Freeform 1118"/>
          <p:cNvSpPr/>
          <p:nvPr/>
        </p:nvSpPr>
        <p:spPr>
          <a:xfrm>
            <a:off x="42037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Freeform 1119"/>
          <p:cNvSpPr/>
          <p:nvPr/>
        </p:nvSpPr>
        <p:spPr>
          <a:xfrm>
            <a:off x="42291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Freeform 1120"/>
          <p:cNvSpPr/>
          <p:nvPr/>
        </p:nvSpPr>
        <p:spPr>
          <a:xfrm>
            <a:off x="42672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Freeform 1121"/>
          <p:cNvSpPr/>
          <p:nvPr/>
        </p:nvSpPr>
        <p:spPr>
          <a:xfrm>
            <a:off x="43053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Freeform 1122"/>
          <p:cNvSpPr/>
          <p:nvPr/>
        </p:nvSpPr>
        <p:spPr>
          <a:xfrm>
            <a:off x="43307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Freeform 1123"/>
          <p:cNvSpPr/>
          <p:nvPr/>
        </p:nvSpPr>
        <p:spPr>
          <a:xfrm>
            <a:off x="43688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Freeform 1124"/>
          <p:cNvSpPr/>
          <p:nvPr/>
        </p:nvSpPr>
        <p:spPr>
          <a:xfrm>
            <a:off x="44069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Freeform 1125"/>
          <p:cNvSpPr/>
          <p:nvPr/>
        </p:nvSpPr>
        <p:spPr>
          <a:xfrm>
            <a:off x="44450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Freeform 1126"/>
          <p:cNvSpPr/>
          <p:nvPr/>
        </p:nvSpPr>
        <p:spPr>
          <a:xfrm>
            <a:off x="4470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Freeform 1127"/>
          <p:cNvSpPr/>
          <p:nvPr/>
        </p:nvSpPr>
        <p:spPr>
          <a:xfrm>
            <a:off x="45085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Freeform 1128"/>
          <p:cNvSpPr/>
          <p:nvPr/>
        </p:nvSpPr>
        <p:spPr>
          <a:xfrm>
            <a:off x="35306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Freeform 1129"/>
          <p:cNvSpPr/>
          <p:nvPr/>
        </p:nvSpPr>
        <p:spPr>
          <a:xfrm>
            <a:off x="3568700" y="167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Freeform 1130"/>
          <p:cNvSpPr/>
          <p:nvPr/>
        </p:nvSpPr>
        <p:spPr>
          <a:xfrm>
            <a:off x="3594100" y="167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Freeform 1131"/>
          <p:cNvSpPr/>
          <p:nvPr/>
        </p:nvSpPr>
        <p:spPr>
          <a:xfrm>
            <a:off x="3632200" y="1676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Freeform 1132"/>
          <p:cNvSpPr/>
          <p:nvPr/>
        </p:nvSpPr>
        <p:spPr>
          <a:xfrm>
            <a:off x="36703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Freeform 1133"/>
          <p:cNvSpPr/>
          <p:nvPr/>
        </p:nvSpPr>
        <p:spPr>
          <a:xfrm>
            <a:off x="37084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Freeform 1134"/>
          <p:cNvSpPr/>
          <p:nvPr/>
        </p:nvSpPr>
        <p:spPr>
          <a:xfrm>
            <a:off x="37338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Freeform 1135"/>
          <p:cNvSpPr/>
          <p:nvPr/>
        </p:nvSpPr>
        <p:spPr>
          <a:xfrm>
            <a:off x="3771900" y="1663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Freeform 1136"/>
          <p:cNvSpPr/>
          <p:nvPr/>
        </p:nvSpPr>
        <p:spPr>
          <a:xfrm>
            <a:off x="38100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Freeform 1137"/>
          <p:cNvSpPr/>
          <p:nvPr/>
        </p:nvSpPr>
        <p:spPr>
          <a:xfrm>
            <a:off x="38354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Freeform 1138"/>
          <p:cNvSpPr/>
          <p:nvPr/>
        </p:nvSpPr>
        <p:spPr>
          <a:xfrm>
            <a:off x="38735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Freeform 1139"/>
          <p:cNvSpPr/>
          <p:nvPr/>
        </p:nvSpPr>
        <p:spPr>
          <a:xfrm>
            <a:off x="3911600" y="1638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Freeform 1140"/>
          <p:cNvSpPr/>
          <p:nvPr/>
        </p:nvSpPr>
        <p:spPr>
          <a:xfrm>
            <a:off x="3949700" y="1625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Freeform 1141"/>
          <p:cNvSpPr/>
          <p:nvPr/>
        </p:nvSpPr>
        <p:spPr>
          <a:xfrm>
            <a:off x="39751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Freeform 1142"/>
          <p:cNvSpPr/>
          <p:nvPr/>
        </p:nvSpPr>
        <p:spPr>
          <a:xfrm>
            <a:off x="40132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Freeform 1143"/>
          <p:cNvSpPr/>
          <p:nvPr/>
        </p:nvSpPr>
        <p:spPr>
          <a:xfrm>
            <a:off x="4051300" y="1587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Freeform 1144"/>
          <p:cNvSpPr/>
          <p:nvPr/>
        </p:nvSpPr>
        <p:spPr>
          <a:xfrm>
            <a:off x="40767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Freeform 1145"/>
          <p:cNvSpPr/>
          <p:nvPr/>
        </p:nvSpPr>
        <p:spPr>
          <a:xfrm>
            <a:off x="41148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Freeform 1146"/>
          <p:cNvSpPr/>
          <p:nvPr/>
        </p:nvSpPr>
        <p:spPr>
          <a:xfrm>
            <a:off x="41529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Freeform 1147"/>
          <p:cNvSpPr/>
          <p:nvPr/>
        </p:nvSpPr>
        <p:spPr>
          <a:xfrm>
            <a:off x="41910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Freeform 1148"/>
          <p:cNvSpPr/>
          <p:nvPr/>
        </p:nvSpPr>
        <p:spPr>
          <a:xfrm>
            <a:off x="42164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Freeform 1149"/>
          <p:cNvSpPr/>
          <p:nvPr/>
        </p:nvSpPr>
        <p:spPr>
          <a:xfrm>
            <a:off x="42545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Freeform 1150"/>
          <p:cNvSpPr/>
          <p:nvPr/>
        </p:nvSpPr>
        <p:spPr>
          <a:xfrm>
            <a:off x="4292600" y="1587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Freeform 1151"/>
          <p:cNvSpPr/>
          <p:nvPr/>
        </p:nvSpPr>
        <p:spPr>
          <a:xfrm>
            <a:off x="43180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Freeform 1152"/>
          <p:cNvSpPr/>
          <p:nvPr/>
        </p:nvSpPr>
        <p:spPr>
          <a:xfrm>
            <a:off x="43561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Freeform 1153"/>
          <p:cNvSpPr/>
          <p:nvPr/>
        </p:nvSpPr>
        <p:spPr>
          <a:xfrm>
            <a:off x="43942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Freeform 1154"/>
          <p:cNvSpPr/>
          <p:nvPr/>
        </p:nvSpPr>
        <p:spPr>
          <a:xfrm>
            <a:off x="44323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Freeform 1155"/>
          <p:cNvSpPr/>
          <p:nvPr/>
        </p:nvSpPr>
        <p:spPr>
          <a:xfrm>
            <a:off x="44577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Freeform 1156"/>
          <p:cNvSpPr/>
          <p:nvPr/>
        </p:nvSpPr>
        <p:spPr>
          <a:xfrm>
            <a:off x="4495800" y="1600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Freeform 1157"/>
          <p:cNvSpPr/>
          <p:nvPr/>
        </p:nvSpPr>
        <p:spPr>
          <a:xfrm>
            <a:off x="3517900" y="1676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Freeform 1158"/>
          <p:cNvSpPr/>
          <p:nvPr/>
        </p:nvSpPr>
        <p:spPr>
          <a:xfrm>
            <a:off x="35560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Freeform 1159"/>
          <p:cNvSpPr/>
          <p:nvPr/>
        </p:nvSpPr>
        <p:spPr>
          <a:xfrm>
            <a:off x="35814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Freeform 1160"/>
          <p:cNvSpPr/>
          <p:nvPr/>
        </p:nvSpPr>
        <p:spPr>
          <a:xfrm>
            <a:off x="36195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Freeform 1161"/>
          <p:cNvSpPr/>
          <p:nvPr/>
        </p:nvSpPr>
        <p:spPr>
          <a:xfrm>
            <a:off x="36576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Freeform 1162"/>
          <p:cNvSpPr/>
          <p:nvPr/>
        </p:nvSpPr>
        <p:spPr>
          <a:xfrm>
            <a:off x="36957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Freeform 1163"/>
          <p:cNvSpPr/>
          <p:nvPr/>
        </p:nvSpPr>
        <p:spPr>
          <a:xfrm>
            <a:off x="37211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Freeform 1164"/>
          <p:cNvSpPr/>
          <p:nvPr/>
        </p:nvSpPr>
        <p:spPr>
          <a:xfrm>
            <a:off x="37592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Freeform 1165"/>
          <p:cNvSpPr/>
          <p:nvPr/>
        </p:nvSpPr>
        <p:spPr>
          <a:xfrm>
            <a:off x="37973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Freeform 1166"/>
          <p:cNvSpPr/>
          <p:nvPr/>
        </p:nvSpPr>
        <p:spPr>
          <a:xfrm>
            <a:off x="38227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Freeform 1167"/>
          <p:cNvSpPr/>
          <p:nvPr/>
        </p:nvSpPr>
        <p:spPr>
          <a:xfrm>
            <a:off x="38608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Freeform 1168"/>
          <p:cNvSpPr/>
          <p:nvPr/>
        </p:nvSpPr>
        <p:spPr>
          <a:xfrm>
            <a:off x="38989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Freeform 1169"/>
          <p:cNvSpPr/>
          <p:nvPr/>
        </p:nvSpPr>
        <p:spPr>
          <a:xfrm>
            <a:off x="39370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Freeform 1170"/>
          <p:cNvSpPr/>
          <p:nvPr/>
        </p:nvSpPr>
        <p:spPr>
          <a:xfrm>
            <a:off x="39624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Freeform 1171"/>
          <p:cNvSpPr/>
          <p:nvPr/>
        </p:nvSpPr>
        <p:spPr>
          <a:xfrm>
            <a:off x="40005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Freeform 1172"/>
          <p:cNvSpPr/>
          <p:nvPr/>
        </p:nvSpPr>
        <p:spPr>
          <a:xfrm>
            <a:off x="40386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Freeform 1173"/>
          <p:cNvSpPr/>
          <p:nvPr/>
        </p:nvSpPr>
        <p:spPr>
          <a:xfrm>
            <a:off x="40640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Freeform 1174"/>
          <p:cNvSpPr/>
          <p:nvPr/>
        </p:nvSpPr>
        <p:spPr>
          <a:xfrm>
            <a:off x="41021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Freeform 1175"/>
          <p:cNvSpPr/>
          <p:nvPr/>
        </p:nvSpPr>
        <p:spPr>
          <a:xfrm>
            <a:off x="41402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Freeform 1176"/>
          <p:cNvSpPr/>
          <p:nvPr/>
        </p:nvSpPr>
        <p:spPr>
          <a:xfrm>
            <a:off x="4178300" y="1600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Freeform 1177"/>
          <p:cNvSpPr/>
          <p:nvPr/>
        </p:nvSpPr>
        <p:spPr>
          <a:xfrm>
            <a:off x="42037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Freeform 1178"/>
          <p:cNvSpPr/>
          <p:nvPr/>
        </p:nvSpPr>
        <p:spPr>
          <a:xfrm>
            <a:off x="42418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Freeform 1179"/>
          <p:cNvSpPr/>
          <p:nvPr/>
        </p:nvSpPr>
        <p:spPr>
          <a:xfrm>
            <a:off x="42799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Freeform 1180"/>
          <p:cNvSpPr/>
          <p:nvPr/>
        </p:nvSpPr>
        <p:spPr>
          <a:xfrm>
            <a:off x="4305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Freeform 1181"/>
          <p:cNvSpPr/>
          <p:nvPr/>
        </p:nvSpPr>
        <p:spPr>
          <a:xfrm>
            <a:off x="4343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Freeform 1182"/>
          <p:cNvSpPr/>
          <p:nvPr/>
        </p:nvSpPr>
        <p:spPr>
          <a:xfrm>
            <a:off x="43815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Freeform 1183"/>
          <p:cNvSpPr/>
          <p:nvPr/>
        </p:nvSpPr>
        <p:spPr>
          <a:xfrm>
            <a:off x="44196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Freeform 1184"/>
          <p:cNvSpPr/>
          <p:nvPr/>
        </p:nvSpPr>
        <p:spPr>
          <a:xfrm>
            <a:off x="44450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Freeform 1185"/>
          <p:cNvSpPr/>
          <p:nvPr/>
        </p:nvSpPr>
        <p:spPr>
          <a:xfrm>
            <a:off x="44831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Freeform 1186"/>
          <p:cNvSpPr/>
          <p:nvPr/>
        </p:nvSpPr>
        <p:spPr>
          <a:xfrm>
            <a:off x="3505200" y="166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Freeform 1187"/>
          <p:cNvSpPr/>
          <p:nvPr/>
        </p:nvSpPr>
        <p:spPr>
          <a:xfrm>
            <a:off x="3543300" y="166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Freeform 1188"/>
          <p:cNvSpPr/>
          <p:nvPr/>
        </p:nvSpPr>
        <p:spPr>
          <a:xfrm>
            <a:off x="35814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Freeform 1189"/>
          <p:cNvSpPr/>
          <p:nvPr/>
        </p:nvSpPr>
        <p:spPr>
          <a:xfrm>
            <a:off x="36068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Freeform 1190"/>
          <p:cNvSpPr/>
          <p:nvPr/>
        </p:nvSpPr>
        <p:spPr>
          <a:xfrm>
            <a:off x="36449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Freeform 1191"/>
          <p:cNvSpPr/>
          <p:nvPr/>
        </p:nvSpPr>
        <p:spPr>
          <a:xfrm>
            <a:off x="36830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Freeform 1192"/>
          <p:cNvSpPr/>
          <p:nvPr/>
        </p:nvSpPr>
        <p:spPr>
          <a:xfrm>
            <a:off x="37084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Freeform 1193"/>
          <p:cNvSpPr/>
          <p:nvPr/>
        </p:nvSpPr>
        <p:spPr>
          <a:xfrm>
            <a:off x="3746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Freeform 1194"/>
          <p:cNvSpPr/>
          <p:nvPr/>
        </p:nvSpPr>
        <p:spPr>
          <a:xfrm>
            <a:off x="37846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Freeform 1195"/>
          <p:cNvSpPr/>
          <p:nvPr/>
        </p:nvSpPr>
        <p:spPr>
          <a:xfrm>
            <a:off x="38100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Freeform 1196"/>
          <p:cNvSpPr/>
          <p:nvPr/>
        </p:nvSpPr>
        <p:spPr>
          <a:xfrm>
            <a:off x="3848100" y="1638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Freeform 1197"/>
          <p:cNvSpPr/>
          <p:nvPr/>
        </p:nvSpPr>
        <p:spPr>
          <a:xfrm>
            <a:off x="38862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Freeform 1198"/>
          <p:cNvSpPr/>
          <p:nvPr/>
        </p:nvSpPr>
        <p:spPr>
          <a:xfrm>
            <a:off x="3924300" y="1612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Freeform 1199"/>
          <p:cNvSpPr/>
          <p:nvPr/>
        </p:nvSpPr>
        <p:spPr>
          <a:xfrm>
            <a:off x="3949700" y="160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Freeform 1200"/>
          <p:cNvSpPr/>
          <p:nvPr/>
        </p:nvSpPr>
        <p:spPr>
          <a:xfrm>
            <a:off x="39878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Freeform 1201"/>
          <p:cNvSpPr/>
          <p:nvPr/>
        </p:nvSpPr>
        <p:spPr>
          <a:xfrm>
            <a:off x="40259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Freeform 1202"/>
          <p:cNvSpPr/>
          <p:nvPr/>
        </p:nvSpPr>
        <p:spPr>
          <a:xfrm>
            <a:off x="4051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Freeform 1203"/>
          <p:cNvSpPr/>
          <p:nvPr/>
        </p:nvSpPr>
        <p:spPr>
          <a:xfrm>
            <a:off x="4089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Freeform 1204"/>
          <p:cNvSpPr/>
          <p:nvPr/>
        </p:nvSpPr>
        <p:spPr>
          <a:xfrm>
            <a:off x="41275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Freeform 1205"/>
          <p:cNvSpPr/>
          <p:nvPr/>
        </p:nvSpPr>
        <p:spPr>
          <a:xfrm>
            <a:off x="41656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Freeform 1206"/>
          <p:cNvSpPr/>
          <p:nvPr/>
        </p:nvSpPr>
        <p:spPr>
          <a:xfrm>
            <a:off x="4191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Freeform 1207"/>
          <p:cNvSpPr/>
          <p:nvPr/>
        </p:nvSpPr>
        <p:spPr>
          <a:xfrm>
            <a:off x="42291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Freeform 1208"/>
          <p:cNvSpPr/>
          <p:nvPr/>
        </p:nvSpPr>
        <p:spPr>
          <a:xfrm>
            <a:off x="42672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Freeform 1209"/>
          <p:cNvSpPr/>
          <p:nvPr/>
        </p:nvSpPr>
        <p:spPr>
          <a:xfrm>
            <a:off x="4292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Freeform 1210"/>
          <p:cNvSpPr/>
          <p:nvPr/>
        </p:nvSpPr>
        <p:spPr>
          <a:xfrm>
            <a:off x="43307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Freeform 1211"/>
          <p:cNvSpPr/>
          <p:nvPr/>
        </p:nvSpPr>
        <p:spPr>
          <a:xfrm>
            <a:off x="43688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Freeform 1212"/>
          <p:cNvSpPr/>
          <p:nvPr/>
        </p:nvSpPr>
        <p:spPr>
          <a:xfrm>
            <a:off x="44069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Freeform 1213"/>
          <p:cNvSpPr/>
          <p:nvPr/>
        </p:nvSpPr>
        <p:spPr>
          <a:xfrm>
            <a:off x="4432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Freeform 1214"/>
          <p:cNvSpPr/>
          <p:nvPr/>
        </p:nvSpPr>
        <p:spPr>
          <a:xfrm>
            <a:off x="44704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Freeform 1215"/>
          <p:cNvSpPr/>
          <p:nvPr/>
        </p:nvSpPr>
        <p:spPr>
          <a:xfrm>
            <a:off x="34925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Freeform 1216"/>
          <p:cNvSpPr/>
          <p:nvPr/>
        </p:nvSpPr>
        <p:spPr>
          <a:xfrm>
            <a:off x="35306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Freeform 1217"/>
          <p:cNvSpPr/>
          <p:nvPr/>
        </p:nvSpPr>
        <p:spPr>
          <a:xfrm>
            <a:off x="3568700" y="165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Freeform 1218"/>
          <p:cNvSpPr/>
          <p:nvPr/>
        </p:nvSpPr>
        <p:spPr>
          <a:xfrm>
            <a:off x="3594100" y="1651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Freeform 1219"/>
          <p:cNvSpPr/>
          <p:nvPr/>
        </p:nvSpPr>
        <p:spPr>
          <a:xfrm>
            <a:off x="36322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Freeform 1220"/>
          <p:cNvSpPr/>
          <p:nvPr/>
        </p:nvSpPr>
        <p:spPr>
          <a:xfrm>
            <a:off x="36703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Freeform 1221"/>
          <p:cNvSpPr/>
          <p:nvPr/>
        </p:nvSpPr>
        <p:spPr>
          <a:xfrm>
            <a:off x="36957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Freeform 1222"/>
          <p:cNvSpPr/>
          <p:nvPr/>
        </p:nvSpPr>
        <p:spPr>
          <a:xfrm>
            <a:off x="3733800" y="1638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Freeform 1223"/>
          <p:cNvSpPr/>
          <p:nvPr/>
        </p:nvSpPr>
        <p:spPr>
          <a:xfrm>
            <a:off x="37719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Freeform 1224"/>
          <p:cNvSpPr/>
          <p:nvPr/>
        </p:nvSpPr>
        <p:spPr>
          <a:xfrm>
            <a:off x="38100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Freeform 1225"/>
          <p:cNvSpPr/>
          <p:nvPr/>
        </p:nvSpPr>
        <p:spPr>
          <a:xfrm>
            <a:off x="38354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Freeform 1226"/>
          <p:cNvSpPr/>
          <p:nvPr/>
        </p:nvSpPr>
        <p:spPr>
          <a:xfrm>
            <a:off x="3873500" y="161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Freeform 1227"/>
          <p:cNvSpPr/>
          <p:nvPr/>
        </p:nvSpPr>
        <p:spPr>
          <a:xfrm>
            <a:off x="3911600" y="1600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Freeform 1228"/>
          <p:cNvSpPr/>
          <p:nvPr/>
        </p:nvSpPr>
        <p:spPr>
          <a:xfrm>
            <a:off x="39370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Freeform 1229"/>
          <p:cNvSpPr/>
          <p:nvPr/>
        </p:nvSpPr>
        <p:spPr>
          <a:xfrm>
            <a:off x="39751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Freeform 1230"/>
          <p:cNvSpPr/>
          <p:nvPr/>
        </p:nvSpPr>
        <p:spPr>
          <a:xfrm>
            <a:off x="40132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Freeform 1231"/>
          <p:cNvSpPr/>
          <p:nvPr/>
        </p:nvSpPr>
        <p:spPr>
          <a:xfrm>
            <a:off x="40513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Freeform 1232"/>
          <p:cNvSpPr/>
          <p:nvPr/>
        </p:nvSpPr>
        <p:spPr>
          <a:xfrm>
            <a:off x="40767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Freeform 1233"/>
          <p:cNvSpPr/>
          <p:nvPr/>
        </p:nvSpPr>
        <p:spPr>
          <a:xfrm>
            <a:off x="41148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Freeform 1234"/>
          <p:cNvSpPr/>
          <p:nvPr/>
        </p:nvSpPr>
        <p:spPr>
          <a:xfrm>
            <a:off x="41529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Freeform 1235"/>
          <p:cNvSpPr/>
          <p:nvPr/>
        </p:nvSpPr>
        <p:spPr>
          <a:xfrm>
            <a:off x="41783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Freeform 1236"/>
          <p:cNvSpPr/>
          <p:nvPr/>
        </p:nvSpPr>
        <p:spPr>
          <a:xfrm>
            <a:off x="42164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Freeform 1237"/>
          <p:cNvSpPr/>
          <p:nvPr/>
        </p:nvSpPr>
        <p:spPr>
          <a:xfrm>
            <a:off x="42545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Freeform 1238"/>
          <p:cNvSpPr/>
          <p:nvPr/>
        </p:nvSpPr>
        <p:spPr>
          <a:xfrm>
            <a:off x="42799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Freeform 1239"/>
          <p:cNvSpPr/>
          <p:nvPr/>
        </p:nvSpPr>
        <p:spPr>
          <a:xfrm>
            <a:off x="4318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Freeform 1240"/>
          <p:cNvSpPr/>
          <p:nvPr/>
        </p:nvSpPr>
        <p:spPr>
          <a:xfrm>
            <a:off x="43561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Freeform 1241"/>
          <p:cNvSpPr/>
          <p:nvPr/>
        </p:nvSpPr>
        <p:spPr>
          <a:xfrm>
            <a:off x="43942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Freeform 1242"/>
          <p:cNvSpPr/>
          <p:nvPr/>
        </p:nvSpPr>
        <p:spPr>
          <a:xfrm>
            <a:off x="44196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Freeform 1243"/>
          <p:cNvSpPr/>
          <p:nvPr/>
        </p:nvSpPr>
        <p:spPr>
          <a:xfrm>
            <a:off x="4457700" y="1574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Freeform 1244"/>
          <p:cNvSpPr/>
          <p:nvPr/>
        </p:nvSpPr>
        <p:spPr>
          <a:xfrm>
            <a:off x="3479800" y="165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Freeform 1245"/>
          <p:cNvSpPr/>
          <p:nvPr/>
        </p:nvSpPr>
        <p:spPr>
          <a:xfrm>
            <a:off x="35179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Freeform 1246"/>
          <p:cNvSpPr/>
          <p:nvPr/>
        </p:nvSpPr>
        <p:spPr>
          <a:xfrm>
            <a:off x="3556000" y="163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Freeform 1247"/>
          <p:cNvSpPr/>
          <p:nvPr/>
        </p:nvSpPr>
        <p:spPr>
          <a:xfrm>
            <a:off x="35814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Freeform 1248"/>
          <p:cNvSpPr/>
          <p:nvPr/>
        </p:nvSpPr>
        <p:spPr>
          <a:xfrm>
            <a:off x="36195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Freeform 1249"/>
          <p:cNvSpPr/>
          <p:nvPr/>
        </p:nvSpPr>
        <p:spPr>
          <a:xfrm>
            <a:off x="36576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Freeform 1250"/>
          <p:cNvSpPr/>
          <p:nvPr/>
        </p:nvSpPr>
        <p:spPr>
          <a:xfrm>
            <a:off x="36830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Freeform 1251"/>
          <p:cNvSpPr/>
          <p:nvPr/>
        </p:nvSpPr>
        <p:spPr>
          <a:xfrm>
            <a:off x="37211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Freeform 1252"/>
          <p:cNvSpPr/>
          <p:nvPr/>
        </p:nvSpPr>
        <p:spPr>
          <a:xfrm>
            <a:off x="37592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Freeform 1253"/>
          <p:cNvSpPr/>
          <p:nvPr/>
        </p:nvSpPr>
        <p:spPr>
          <a:xfrm>
            <a:off x="37973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Freeform 1254"/>
          <p:cNvSpPr/>
          <p:nvPr/>
        </p:nvSpPr>
        <p:spPr>
          <a:xfrm>
            <a:off x="3822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Freeform 1255"/>
          <p:cNvSpPr/>
          <p:nvPr/>
        </p:nvSpPr>
        <p:spPr>
          <a:xfrm>
            <a:off x="38608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Freeform 1256"/>
          <p:cNvSpPr/>
          <p:nvPr/>
        </p:nvSpPr>
        <p:spPr>
          <a:xfrm>
            <a:off x="3898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Freeform 1257"/>
          <p:cNvSpPr/>
          <p:nvPr/>
        </p:nvSpPr>
        <p:spPr>
          <a:xfrm>
            <a:off x="39243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Freeform 1258"/>
          <p:cNvSpPr/>
          <p:nvPr/>
        </p:nvSpPr>
        <p:spPr>
          <a:xfrm>
            <a:off x="39624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Freeform 1259"/>
          <p:cNvSpPr/>
          <p:nvPr/>
        </p:nvSpPr>
        <p:spPr>
          <a:xfrm>
            <a:off x="40005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Freeform 1260"/>
          <p:cNvSpPr/>
          <p:nvPr/>
        </p:nvSpPr>
        <p:spPr>
          <a:xfrm>
            <a:off x="40386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Freeform 1261"/>
          <p:cNvSpPr/>
          <p:nvPr/>
        </p:nvSpPr>
        <p:spPr>
          <a:xfrm>
            <a:off x="40640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Freeform 1262"/>
          <p:cNvSpPr/>
          <p:nvPr/>
        </p:nvSpPr>
        <p:spPr>
          <a:xfrm>
            <a:off x="41021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Freeform 1263"/>
          <p:cNvSpPr/>
          <p:nvPr/>
        </p:nvSpPr>
        <p:spPr>
          <a:xfrm>
            <a:off x="41402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Freeform 1264"/>
          <p:cNvSpPr/>
          <p:nvPr/>
        </p:nvSpPr>
        <p:spPr>
          <a:xfrm>
            <a:off x="41656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Freeform 1265"/>
          <p:cNvSpPr/>
          <p:nvPr/>
        </p:nvSpPr>
        <p:spPr>
          <a:xfrm>
            <a:off x="42037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Freeform 1266"/>
          <p:cNvSpPr/>
          <p:nvPr/>
        </p:nvSpPr>
        <p:spPr>
          <a:xfrm>
            <a:off x="42418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Freeform 1267"/>
          <p:cNvSpPr/>
          <p:nvPr/>
        </p:nvSpPr>
        <p:spPr>
          <a:xfrm>
            <a:off x="42799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Freeform 1268"/>
          <p:cNvSpPr/>
          <p:nvPr/>
        </p:nvSpPr>
        <p:spPr>
          <a:xfrm>
            <a:off x="43053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Freeform 1269"/>
          <p:cNvSpPr/>
          <p:nvPr/>
        </p:nvSpPr>
        <p:spPr>
          <a:xfrm>
            <a:off x="43434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Freeform 1270"/>
          <p:cNvSpPr/>
          <p:nvPr/>
        </p:nvSpPr>
        <p:spPr>
          <a:xfrm>
            <a:off x="43815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Freeform 1271"/>
          <p:cNvSpPr/>
          <p:nvPr/>
        </p:nvSpPr>
        <p:spPr>
          <a:xfrm>
            <a:off x="44069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Freeform 1272"/>
          <p:cNvSpPr/>
          <p:nvPr/>
        </p:nvSpPr>
        <p:spPr>
          <a:xfrm>
            <a:off x="4445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Freeform 1273"/>
          <p:cNvSpPr/>
          <p:nvPr/>
        </p:nvSpPr>
        <p:spPr>
          <a:xfrm>
            <a:off x="34671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Freeform 1274"/>
          <p:cNvSpPr/>
          <p:nvPr/>
        </p:nvSpPr>
        <p:spPr>
          <a:xfrm>
            <a:off x="3505200" y="163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Freeform 1275"/>
          <p:cNvSpPr/>
          <p:nvPr/>
        </p:nvSpPr>
        <p:spPr>
          <a:xfrm>
            <a:off x="35433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Freeform 1276"/>
          <p:cNvSpPr/>
          <p:nvPr/>
        </p:nvSpPr>
        <p:spPr>
          <a:xfrm>
            <a:off x="35687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Freeform 1277"/>
          <p:cNvSpPr/>
          <p:nvPr/>
        </p:nvSpPr>
        <p:spPr>
          <a:xfrm>
            <a:off x="36068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Freeform 1278"/>
          <p:cNvSpPr/>
          <p:nvPr/>
        </p:nvSpPr>
        <p:spPr>
          <a:xfrm>
            <a:off x="36449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Freeform 1279"/>
          <p:cNvSpPr/>
          <p:nvPr/>
        </p:nvSpPr>
        <p:spPr>
          <a:xfrm>
            <a:off x="3670300" y="162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Freeform 1280"/>
          <p:cNvSpPr/>
          <p:nvPr/>
        </p:nvSpPr>
        <p:spPr>
          <a:xfrm>
            <a:off x="37084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Freeform 1281"/>
          <p:cNvSpPr/>
          <p:nvPr/>
        </p:nvSpPr>
        <p:spPr>
          <a:xfrm>
            <a:off x="37465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Freeform 1282"/>
          <p:cNvSpPr/>
          <p:nvPr/>
        </p:nvSpPr>
        <p:spPr>
          <a:xfrm>
            <a:off x="37846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Freeform 1283"/>
          <p:cNvSpPr/>
          <p:nvPr/>
        </p:nvSpPr>
        <p:spPr>
          <a:xfrm>
            <a:off x="3810000" y="1612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Freeform 1284"/>
          <p:cNvSpPr/>
          <p:nvPr/>
        </p:nvSpPr>
        <p:spPr>
          <a:xfrm>
            <a:off x="3848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Freeform 1285"/>
          <p:cNvSpPr/>
          <p:nvPr/>
        </p:nvSpPr>
        <p:spPr>
          <a:xfrm>
            <a:off x="3886200" y="1587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Freeform 1286"/>
          <p:cNvSpPr/>
          <p:nvPr/>
        </p:nvSpPr>
        <p:spPr>
          <a:xfrm>
            <a:off x="39116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Freeform 1287"/>
          <p:cNvSpPr/>
          <p:nvPr/>
        </p:nvSpPr>
        <p:spPr>
          <a:xfrm>
            <a:off x="39497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Freeform 1288"/>
          <p:cNvSpPr/>
          <p:nvPr/>
        </p:nvSpPr>
        <p:spPr>
          <a:xfrm>
            <a:off x="39878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Freeform 1289"/>
          <p:cNvSpPr/>
          <p:nvPr/>
        </p:nvSpPr>
        <p:spPr>
          <a:xfrm>
            <a:off x="40259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Freeform 1290"/>
          <p:cNvSpPr/>
          <p:nvPr/>
        </p:nvSpPr>
        <p:spPr>
          <a:xfrm>
            <a:off x="40513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Freeform 1291"/>
          <p:cNvSpPr/>
          <p:nvPr/>
        </p:nvSpPr>
        <p:spPr>
          <a:xfrm>
            <a:off x="40894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Freeform 1292"/>
          <p:cNvSpPr/>
          <p:nvPr/>
        </p:nvSpPr>
        <p:spPr>
          <a:xfrm>
            <a:off x="41275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Freeform 1293"/>
          <p:cNvSpPr/>
          <p:nvPr/>
        </p:nvSpPr>
        <p:spPr>
          <a:xfrm>
            <a:off x="41529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Freeform 1294"/>
          <p:cNvSpPr/>
          <p:nvPr/>
        </p:nvSpPr>
        <p:spPr>
          <a:xfrm>
            <a:off x="4191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Freeform 1295"/>
          <p:cNvSpPr/>
          <p:nvPr/>
        </p:nvSpPr>
        <p:spPr>
          <a:xfrm>
            <a:off x="42291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Freeform 1296"/>
          <p:cNvSpPr/>
          <p:nvPr/>
        </p:nvSpPr>
        <p:spPr>
          <a:xfrm>
            <a:off x="42672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Freeform 1297"/>
          <p:cNvSpPr/>
          <p:nvPr/>
        </p:nvSpPr>
        <p:spPr>
          <a:xfrm>
            <a:off x="42926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Freeform 1298"/>
          <p:cNvSpPr/>
          <p:nvPr/>
        </p:nvSpPr>
        <p:spPr>
          <a:xfrm>
            <a:off x="43307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Freeform 1299"/>
          <p:cNvSpPr/>
          <p:nvPr/>
        </p:nvSpPr>
        <p:spPr>
          <a:xfrm>
            <a:off x="4368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Freeform 1300"/>
          <p:cNvSpPr/>
          <p:nvPr/>
        </p:nvSpPr>
        <p:spPr>
          <a:xfrm>
            <a:off x="43942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Freeform 1301"/>
          <p:cNvSpPr/>
          <p:nvPr/>
        </p:nvSpPr>
        <p:spPr>
          <a:xfrm>
            <a:off x="44323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Freeform 1302"/>
          <p:cNvSpPr/>
          <p:nvPr/>
        </p:nvSpPr>
        <p:spPr>
          <a:xfrm>
            <a:off x="34544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Freeform 1303"/>
          <p:cNvSpPr/>
          <p:nvPr/>
        </p:nvSpPr>
        <p:spPr>
          <a:xfrm>
            <a:off x="34925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Freeform 1304"/>
          <p:cNvSpPr/>
          <p:nvPr/>
        </p:nvSpPr>
        <p:spPr>
          <a:xfrm>
            <a:off x="3530600" y="162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Freeform 1305"/>
          <p:cNvSpPr/>
          <p:nvPr/>
        </p:nvSpPr>
        <p:spPr>
          <a:xfrm>
            <a:off x="3556000" y="162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Freeform 1306"/>
          <p:cNvSpPr/>
          <p:nvPr/>
        </p:nvSpPr>
        <p:spPr>
          <a:xfrm>
            <a:off x="35941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Freeform 1307"/>
          <p:cNvSpPr/>
          <p:nvPr/>
        </p:nvSpPr>
        <p:spPr>
          <a:xfrm>
            <a:off x="36322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Freeform 1308"/>
          <p:cNvSpPr/>
          <p:nvPr/>
        </p:nvSpPr>
        <p:spPr>
          <a:xfrm>
            <a:off x="36576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Freeform 1309"/>
          <p:cNvSpPr/>
          <p:nvPr/>
        </p:nvSpPr>
        <p:spPr>
          <a:xfrm>
            <a:off x="36957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Freeform 1310"/>
          <p:cNvSpPr/>
          <p:nvPr/>
        </p:nvSpPr>
        <p:spPr>
          <a:xfrm>
            <a:off x="37338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Freeform 1311"/>
          <p:cNvSpPr/>
          <p:nvPr/>
        </p:nvSpPr>
        <p:spPr>
          <a:xfrm>
            <a:off x="37719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Freeform 1312"/>
          <p:cNvSpPr/>
          <p:nvPr/>
        </p:nvSpPr>
        <p:spPr>
          <a:xfrm>
            <a:off x="37973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Freeform 1313"/>
          <p:cNvSpPr/>
          <p:nvPr/>
        </p:nvSpPr>
        <p:spPr>
          <a:xfrm>
            <a:off x="3835400" y="158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Freeform 1314"/>
          <p:cNvSpPr/>
          <p:nvPr/>
        </p:nvSpPr>
        <p:spPr>
          <a:xfrm>
            <a:off x="38735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3898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Freeform 1316"/>
          <p:cNvSpPr/>
          <p:nvPr/>
        </p:nvSpPr>
        <p:spPr>
          <a:xfrm>
            <a:off x="39370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Freeform 1317"/>
          <p:cNvSpPr/>
          <p:nvPr/>
        </p:nvSpPr>
        <p:spPr>
          <a:xfrm>
            <a:off x="39751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40132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Freeform 1319"/>
          <p:cNvSpPr/>
          <p:nvPr/>
        </p:nvSpPr>
        <p:spPr>
          <a:xfrm>
            <a:off x="40386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Freeform 1320"/>
          <p:cNvSpPr/>
          <p:nvPr/>
        </p:nvSpPr>
        <p:spPr>
          <a:xfrm>
            <a:off x="40767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41148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Freeform 1322"/>
          <p:cNvSpPr/>
          <p:nvPr/>
        </p:nvSpPr>
        <p:spPr>
          <a:xfrm>
            <a:off x="41402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Freeform 1323"/>
          <p:cNvSpPr/>
          <p:nvPr/>
        </p:nvSpPr>
        <p:spPr>
          <a:xfrm>
            <a:off x="41783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42164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42545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42799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43180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Freeform 1328"/>
          <p:cNvSpPr/>
          <p:nvPr/>
        </p:nvSpPr>
        <p:spPr>
          <a:xfrm>
            <a:off x="43561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Freeform 1329"/>
          <p:cNvSpPr/>
          <p:nvPr/>
        </p:nvSpPr>
        <p:spPr>
          <a:xfrm>
            <a:off x="43815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Freeform 1330"/>
          <p:cNvSpPr/>
          <p:nvPr/>
        </p:nvSpPr>
        <p:spPr>
          <a:xfrm>
            <a:off x="44196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Freeform 1331"/>
          <p:cNvSpPr/>
          <p:nvPr/>
        </p:nvSpPr>
        <p:spPr>
          <a:xfrm>
            <a:off x="3441700" y="162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Freeform 1332"/>
          <p:cNvSpPr/>
          <p:nvPr/>
        </p:nvSpPr>
        <p:spPr>
          <a:xfrm>
            <a:off x="34798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Freeform 1333"/>
          <p:cNvSpPr/>
          <p:nvPr/>
        </p:nvSpPr>
        <p:spPr>
          <a:xfrm>
            <a:off x="3517900" y="161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35433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35814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Freeform 1336"/>
          <p:cNvSpPr/>
          <p:nvPr/>
        </p:nvSpPr>
        <p:spPr>
          <a:xfrm>
            <a:off x="36195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Freeform 1337"/>
          <p:cNvSpPr/>
          <p:nvPr/>
        </p:nvSpPr>
        <p:spPr>
          <a:xfrm>
            <a:off x="36449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Freeform 1338"/>
          <p:cNvSpPr/>
          <p:nvPr/>
        </p:nvSpPr>
        <p:spPr>
          <a:xfrm>
            <a:off x="36830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37211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Freeform 1340"/>
          <p:cNvSpPr/>
          <p:nvPr/>
        </p:nvSpPr>
        <p:spPr>
          <a:xfrm>
            <a:off x="37592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Freeform 1341"/>
          <p:cNvSpPr/>
          <p:nvPr/>
        </p:nvSpPr>
        <p:spPr>
          <a:xfrm>
            <a:off x="37846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Freeform 1342"/>
          <p:cNvSpPr/>
          <p:nvPr/>
        </p:nvSpPr>
        <p:spPr>
          <a:xfrm>
            <a:off x="38227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Freeform 1343"/>
          <p:cNvSpPr/>
          <p:nvPr/>
        </p:nvSpPr>
        <p:spPr>
          <a:xfrm>
            <a:off x="38608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Freeform 1344"/>
          <p:cNvSpPr/>
          <p:nvPr/>
        </p:nvSpPr>
        <p:spPr>
          <a:xfrm>
            <a:off x="38862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Freeform 1345"/>
          <p:cNvSpPr/>
          <p:nvPr/>
        </p:nvSpPr>
        <p:spPr>
          <a:xfrm>
            <a:off x="39243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Freeform 1346"/>
          <p:cNvSpPr/>
          <p:nvPr/>
        </p:nvSpPr>
        <p:spPr>
          <a:xfrm>
            <a:off x="39624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Freeform 1347"/>
          <p:cNvSpPr/>
          <p:nvPr/>
        </p:nvSpPr>
        <p:spPr>
          <a:xfrm>
            <a:off x="40005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Freeform 1348"/>
          <p:cNvSpPr/>
          <p:nvPr/>
        </p:nvSpPr>
        <p:spPr>
          <a:xfrm>
            <a:off x="40259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1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Freeform 1349"/>
          <p:cNvSpPr/>
          <p:nvPr/>
        </p:nvSpPr>
        <p:spPr>
          <a:xfrm>
            <a:off x="40640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Freeform 1350"/>
          <p:cNvSpPr/>
          <p:nvPr/>
        </p:nvSpPr>
        <p:spPr>
          <a:xfrm>
            <a:off x="41021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Freeform 1351"/>
          <p:cNvSpPr/>
          <p:nvPr/>
        </p:nvSpPr>
        <p:spPr>
          <a:xfrm>
            <a:off x="41275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Freeform 1352"/>
          <p:cNvSpPr/>
          <p:nvPr/>
        </p:nvSpPr>
        <p:spPr>
          <a:xfrm>
            <a:off x="41656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Freeform 1353"/>
          <p:cNvSpPr/>
          <p:nvPr/>
        </p:nvSpPr>
        <p:spPr>
          <a:xfrm>
            <a:off x="42037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Freeform 1354"/>
          <p:cNvSpPr/>
          <p:nvPr/>
        </p:nvSpPr>
        <p:spPr>
          <a:xfrm>
            <a:off x="42418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Freeform 1355"/>
          <p:cNvSpPr/>
          <p:nvPr/>
        </p:nvSpPr>
        <p:spPr>
          <a:xfrm>
            <a:off x="4267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Freeform 1356"/>
          <p:cNvSpPr/>
          <p:nvPr/>
        </p:nvSpPr>
        <p:spPr>
          <a:xfrm>
            <a:off x="43053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Freeform 1357"/>
          <p:cNvSpPr/>
          <p:nvPr/>
        </p:nvSpPr>
        <p:spPr>
          <a:xfrm>
            <a:off x="43434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43688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Freeform 1359"/>
          <p:cNvSpPr/>
          <p:nvPr/>
        </p:nvSpPr>
        <p:spPr>
          <a:xfrm>
            <a:off x="44069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Freeform 1360"/>
          <p:cNvSpPr/>
          <p:nvPr/>
        </p:nvSpPr>
        <p:spPr>
          <a:xfrm>
            <a:off x="34290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Freeform 1361"/>
          <p:cNvSpPr/>
          <p:nvPr/>
        </p:nvSpPr>
        <p:spPr>
          <a:xfrm>
            <a:off x="3467100" y="161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Freeform 1362"/>
          <p:cNvSpPr/>
          <p:nvPr/>
        </p:nvSpPr>
        <p:spPr>
          <a:xfrm>
            <a:off x="35052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Freeform 1363"/>
          <p:cNvSpPr/>
          <p:nvPr/>
        </p:nvSpPr>
        <p:spPr>
          <a:xfrm>
            <a:off x="35306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Freeform 1364"/>
          <p:cNvSpPr/>
          <p:nvPr/>
        </p:nvSpPr>
        <p:spPr>
          <a:xfrm>
            <a:off x="35687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Freeform 1365"/>
          <p:cNvSpPr/>
          <p:nvPr/>
        </p:nvSpPr>
        <p:spPr>
          <a:xfrm>
            <a:off x="36068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Freeform 1366"/>
          <p:cNvSpPr/>
          <p:nvPr/>
        </p:nvSpPr>
        <p:spPr>
          <a:xfrm>
            <a:off x="3632200" y="1600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Freeform 1367"/>
          <p:cNvSpPr/>
          <p:nvPr/>
        </p:nvSpPr>
        <p:spPr>
          <a:xfrm>
            <a:off x="36703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Freeform 1368"/>
          <p:cNvSpPr/>
          <p:nvPr/>
        </p:nvSpPr>
        <p:spPr>
          <a:xfrm>
            <a:off x="37084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Freeform 1369"/>
          <p:cNvSpPr/>
          <p:nvPr/>
        </p:nvSpPr>
        <p:spPr>
          <a:xfrm>
            <a:off x="37465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Freeform 1370"/>
          <p:cNvSpPr/>
          <p:nvPr/>
        </p:nvSpPr>
        <p:spPr>
          <a:xfrm>
            <a:off x="3771900" y="1587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Freeform 1371"/>
          <p:cNvSpPr/>
          <p:nvPr/>
        </p:nvSpPr>
        <p:spPr>
          <a:xfrm>
            <a:off x="38100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Freeform 1372"/>
          <p:cNvSpPr/>
          <p:nvPr/>
        </p:nvSpPr>
        <p:spPr>
          <a:xfrm>
            <a:off x="3848100" y="1562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Freeform 1373"/>
          <p:cNvSpPr/>
          <p:nvPr/>
        </p:nvSpPr>
        <p:spPr>
          <a:xfrm>
            <a:off x="38735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Freeform 1374"/>
          <p:cNvSpPr/>
          <p:nvPr/>
        </p:nvSpPr>
        <p:spPr>
          <a:xfrm>
            <a:off x="39116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B0"/>
          </a:solidFill>
          <a:ln w="3175">
            <a:solidFill>
              <a:srgbClr val="0000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Freeform 1375"/>
          <p:cNvSpPr/>
          <p:nvPr/>
        </p:nvSpPr>
        <p:spPr>
          <a:xfrm>
            <a:off x="39497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Freeform 1376"/>
          <p:cNvSpPr/>
          <p:nvPr/>
        </p:nvSpPr>
        <p:spPr>
          <a:xfrm>
            <a:off x="39878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C1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Freeform 1377"/>
          <p:cNvSpPr/>
          <p:nvPr/>
        </p:nvSpPr>
        <p:spPr>
          <a:xfrm>
            <a:off x="40132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Freeform 1378"/>
          <p:cNvSpPr/>
          <p:nvPr/>
        </p:nvSpPr>
        <p:spPr>
          <a:xfrm>
            <a:off x="40513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C"/>
          </a:solidFill>
          <a:ln w="3175">
            <a:solidFill>
              <a:srgbClr val="000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Freeform 1379"/>
          <p:cNvSpPr/>
          <p:nvPr/>
        </p:nvSpPr>
        <p:spPr>
          <a:xfrm>
            <a:off x="4089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C"/>
          </a:solidFill>
          <a:ln w="3175">
            <a:solidFill>
              <a:srgbClr val="0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Freeform 1380"/>
          <p:cNvSpPr/>
          <p:nvPr/>
        </p:nvSpPr>
        <p:spPr>
          <a:xfrm>
            <a:off x="41148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7"/>
          </a:solidFill>
          <a:ln w="3175">
            <a:solidFill>
              <a:srgbClr val="000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Freeform 1381"/>
          <p:cNvSpPr/>
          <p:nvPr/>
        </p:nvSpPr>
        <p:spPr>
          <a:xfrm>
            <a:off x="41529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2"/>
          </a:solidFill>
          <a:ln w="3175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Freeform 1382"/>
          <p:cNvSpPr/>
          <p:nvPr/>
        </p:nvSpPr>
        <p:spPr>
          <a:xfrm>
            <a:off x="41910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3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Freeform 1383"/>
          <p:cNvSpPr/>
          <p:nvPr/>
        </p:nvSpPr>
        <p:spPr>
          <a:xfrm>
            <a:off x="42291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Freeform 1384"/>
          <p:cNvSpPr/>
          <p:nvPr/>
        </p:nvSpPr>
        <p:spPr>
          <a:xfrm>
            <a:off x="42545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Freeform 1385"/>
          <p:cNvSpPr/>
          <p:nvPr/>
        </p:nvSpPr>
        <p:spPr>
          <a:xfrm>
            <a:off x="42926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Freeform 1386"/>
          <p:cNvSpPr/>
          <p:nvPr/>
        </p:nvSpPr>
        <p:spPr>
          <a:xfrm>
            <a:off x="4330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Freeform 1387"/>
          <p:cNvSpPr/>
          <p:nvPr/>
        </p:nvSpPr>
        <p:spPr>
          <a:xfrm>
            <a:off x="43561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Freeform 1388"/>
          <p:cNvSpPr/>
          <p:nvPr/>
        </p:nvSpPr>
        <p:spPr>
          <a:xfrm>
            <a:off x="43942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34163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3454400" y="160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3492500" y="160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35179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35560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Freeform 1394"/>
          <p:cNvSpPr/>
          <p:nvPr/>
        </p:nvSpPr>
        <p:spPr>
          <a:xfrm>
            <a:off x="3594100" y="158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Freeform 1395"/>
          <p:cNvSpPr/>
          <p:nvPr/>
        </p:nvSpPr>
        <p:spPr>
          <a:xfrm>
            <a:off x="36195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Freeform 1396"/>
          <p:cNvSpPr/>
          <p:nvPr/>
        </p:nvSpPr>
        <p:spPr>
          <a:xfrm>
            <a:off x="36576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Freeform 1397"/>
          <p:cNvSpPr/>
          <p:nvPr/>
        </p:nvSpPr>
        <p:spPr>
          <a:xfrm>
            <a:off x="36957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Freeform 1398"/>
          <p:cNvSpPr/>
          <p:nvPr/>
        </p:nvSpPr>
        <p:spPr>
          <a:xfrm>
            <a:off x="37338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Freeform 1399"/>
          <p:cNvSpPr/>
          <p:nvPr/>
        </p:nvSpPr>
        <p:spPr>
          <a:xfrm>
            <a:off x="37592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Freeform 1400"/>
          <p:cNvSpPr/>
          <p:nvPr/>
        </p:nvSpPr>
        <p:spPr>
          <a:xfrm>
            <a:off x="37973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4"/>
          </a:solidFill>
          <a:ln w="3175">
            <a:solidFill>
              <a:srgbClr val="000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Freeform 1401"/>
          <p:cNvSpPr/>
          <p:nvPr/>
        </p:nvSpPr>
        <p:spPr>
          <a:xfrm>
            <a:off x="38354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Freeform 1402"/>
          <p:cNvSpPr/>
          <p:nvPr/>
        </p:nvSpPr>
        <p:spPr>
          <a:xfrm>
            <a:off x="38608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Freeform 1403"/>
          <p:cNvSpPr/>
          <p:nvPr/>
        </p:nvSpPr>
        <p:spPr>
          <a:xfrm>
            <a:off x="3898900" y="151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B8"/>
          </a:solidFill>
          <a:ln w="3175">
            <a:solidFill>
              <a:srgbClr val="000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Freeform 1404"/>
          <p:cNvSpPr/>
          <p:nvPr/>
        </p:nvSpPr>
        <p:spPr>
          <a:xfrm>
            <a:off x="3937000" y="148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00D6"/>
          </a:solidFill>
          <a:ln w="3175">
            <a:solidFill>
              <a:srgbClr val="000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Freeform 1405"/>
          <p:cNvSpPr/>
          <p:nvPr/>
        </p:nvSpPr>
        <p:spPr>
          <a:xfrm>
            <a:off x="3975100" y="1485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2" y="2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D5"/>
          </a:solidFill>
          <a:ln w="3175">
            <a:solidFill>
              <a:srgbClr val="00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Freeform 1406"/>
          <p:cNvSpPr/>
          <p:nvPr/>
        </p:nvSpPr>
        <p:spPr>
          <a:xfrm>
            <a:off x="40005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BC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Freeform 1407"/>
          <p:cNvSpPr/>
          <p:nvPr/>
        </p:nvSpPr>
        <p:spPr>
          <a:xfrm>
            <a:off x="4038600" y="151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8"/>
          </a:solidFill>
          <a:ln w="3175">
            <a:solidFill>
              <a:srgbClr val="000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Freeform 1408"/>
          <p:cNvSpPr/>
          <p:nvPr/>
        </p:nvSpPr>
        <p:spPr>
          <a:xfrm>
            <a:off x="40767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Freeform 1409"/>
          <p:cNvSpPr/>
          <p:nvPr/>
        </p:nvSpPr>
        <p:spPr>
          <a:xfrm>
            <a:off x="4102100" y="151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95"/>
          </a:solidFill>
          <a:ln w="3175">
            <a:solidFill>
              <a:srgbClr val="000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Freeform 1410"/>
          <p:cNvSpPr/>
          <p:nvPr/>
        </p:nvSpPr>
        <p:spPr>
          <a:xfrm>
            <a:off x="4140200" y="1498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A4"/>
          </a:solidFill>
          <a:ln w="3175">
            <a:solidFill>
              <a:srgbClr val="0000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Freeform 1411"/>
          <p:cNvSpPr/>
          <p:nvPr/>
        </p:nvSpPr>
        <p:spPr>
          <a:xfrm>
            <a:off x="4178300" y="148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B8"/>
          </a:solidFill>
          <a:ln w="3175">
            <a:solidFill>
              <a:srgbClr val="000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Freeform 1412"/>
          <p:cNvSpPr/>
          <p:nvPr/>
        </p:nvSpPr>
        <p:spPr>
          <a:xfrm>
            <a:off x="4216400" y="1485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C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Freeform 1413"/>
          <p:cNvSpPr/>
          <p:nvPr/>
        </p:nvSpPr>
        <p:spPr>
          <a:xfrm>
            <a:off x="4241800" y="148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3"/>
                </a:moveTo>
                <a:lnTo>
                  <a:pt x="4" y="4"/>
                </a:lnTo>
                <a:lnTo>
                  <a:pt x="3" y="1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AC"/>
          </a:solidFill>
          <a:ln w="3175">
            <a:solidFill>
              <a:srgbClr val="000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Freeform 1414"/>
          <p:cNvSpPr/>
          <p:nvPr/>
        </p:nvSpPr>
        <p:spPr>
          <a:xfrm>
            <a:off x="42799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1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B"/>
          </a:solidFill>
          <a:ln w="3175">
            <a:solidFill>
              <a:srgbClr val="000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Freeform 1415"/>
          <p:cNvSpPr/>
          <p:nvPr/>
        </p:nvSpPr>
        <p:spPr>
          <a:xfrm>
            <a:off x="43180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Freeform 1416"/>
          <p:cNvSpPr/>
          <p:nvPr/>
        </p:nvSpPr>
        <p:spPr>
          <a:xfrm>
            <a:off x="43434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Freeform 1417"/>
          <p:cNvSpPr/>
          <p:nvPr/>
        </p:nvSpPr>
        <p:spPr>
          <a:xfrm>
            <a:off x="43815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4"/>
          </a:solidFill>
          <a:ln w="3175">
            <a:solidFill>
              <a:srgbClr val="0000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Freeform 1418"/>
          <p:cNvSpPr/>
          <p:nvPr/>
        </p:nvSpPr>
        <p:spPr>
          <a:xfrm>
            <a:off x="3403600" y="158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Freeform 1419"/>
          <p:cNvSpPr/>
          <p:nvPr/>
        </p:nvSpPr>
        <p:spPr>
          <a:xfrm>
            <a:off x="34417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Freeform 1420"/>
          <p:cNvSpPr/>
          <p:nvPr/>
        </p:nvSpPr>
        <p:spPr>
          <a:xfrm>
            <a:off x="3479800" y="1574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Freeform 1421"/>
          <p:cNvSpPr/>
          <p:nvPr/>
        </p:nvSpPr>
        <p:spPr>
          <a:xfrm>
            <a:off x="3505200" y="157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Freeform 1422"/>
          <p:cNvSpPr/>
          <p:nvPr/>
        </p:nvSpPr>
        <p:spPr>
          <a:xfrm>
            <a:off x="3543300" y="157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Freeform 1423"/>
          <p:cNvSpPr/>
          <p:nvPr/>
        </p:nvSpPr>
        <p:spPr>
          <a:xfrm>
            <a:off x="3581400" y="157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Freeform 1424"/>
          <p:cNvSpPr/>
          <p:nvPr/>
        </p:nvSpPr>
        <p:spPr>
          <a:xfrm>
            <a:off x="36068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Freeform 1425"/>
          <p:cNvSpPr/>
          <p:nvPr/>
        </p:nvSpPr>
        <p:spPr>
          <a:xfrm>
            <a:off x="3644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Freeform 1426"/>
          <p:cNvSpPr/>
          <p:nvPr/>
        </p:nvSpPr>
        <p:spPr>
          <a:xfrm>
            <a:off x="36830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Freeform 1427"/>
          <p:cNvSpPr/>
          <p:nvPr/>
        </p:nvSpPr>
        <p:spPr>
          <a:xfrm>
            <a:off x="3721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Freeform 1428"/>
          <p:cNvSpPr/>
          <p:nvPr/>
        </p:nvSpPr>
        <p:spPr>
          <a:xfrm>
            <a:off x="37465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Freeform 1429"/>
          <p:cNvSpPr/>
          <p:nvPr/>
        </p:nvSpPr>
        <p:spPr>
          <a:xfrm>
            <a:off x="37846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38227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38481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38862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00C2"/>
          </a:solidFill>
          <a:ln w="3175">
            <a:solidFill>
              <a:srgbClr val="000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3924300" y="14351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4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00FF"/>
          </a:solidFill>
          <a:ln w="3175">
            <a:solidFill>
              <a:srgbClr val="000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3962400" y="1435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4"/>
                </a:moveTo>
                <a:lnTo>
                  <a:pt x="3" y="6"/>
                </a:lnTo>
                <a:lnTo>
                  <a:pt x="2" y="2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BFF"/>
          </a:solidFill>
          <a:ln w="3175">
            <a:solidFill>
              <a:srgbClr val="000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Freeform 1435"/>
          <p:cNvSpPr/>
          <p:nvPr/>
        </p:nvSpPr>
        <p:spPr>
          <a:xfrm>
            <a:off x="3987800" y="1460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2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E5"/>
          </a:solidFill>
          <a:ln w="3175">
            <a:solidFill>
              <a:srgbClr val="000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Freeform 1436"/>
          <p:cNvSpPr/>
          <p:nvPr/>
        </p:nvSpPr>
        <p:spPr>
          <a:xfrm>
            <a:off x="4025900" y="1485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CB"/>
          </a:solidFill>
          <a:ln w="3175">
            <a:solidFill>
              <a:srgbClr val="000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Freeform 1437"/>
          <p:cNvSpPr/>
          <p:nvPr/>
        </p:nvSpPr>
        <p:spPr>
          <a:xfrm>
            <a:off x="4064000" y="1485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D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Freeform 1438"/>
          <p:cNvSpPr/>
          <p:nvPr/>
        </p:nvSpPr>
        <p:spPr>
          <a:xfrm>
            <a:off x="4089400" y="14732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00C3"/>
          </a:solidFill>
          <a:ln w="3175">
            <a:solidFill>
              <a:srgbClr val="000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Freeform 1439"/>
          <p:cNvSpPr/>
          <p:nvPr/>
        </p:nvSpPr>
        <p:spPr>
          <a:xfrm>
            <a:off x="4127500" y="1447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00DB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Freeform 1440"/>
          <p:cNvSpPr/>
          <p:nvPr/>
        </p:nvSpPr>
        <p:spPr>
          <a:xfrm>
            <a:off x="4165600" y="14224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2"/>
                </a:lnTo>
                <a:lnTo>
                  <a:pt x="1" y="6"/>
                </a:lnTo>
                <a:close/>
              </a:path>
            </a:pathLst>
          </a:custGeom>
          <a:solidFill>
            <a:srgbClr val="0000F8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Freeform 1441"/>
          <p:cNvSpPr/>
          <p:nvPr/>
        </p:nvSpPr>
        <p:spPr>
          <a:xfrm>
            <a:off x="4203700" y="1422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1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FD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Freeform 1442"/>
          <p:cNvSpPr/>
          <p:nvPr/>
        </p:nvSpPr>
        <p:spPr>
          <a:xfrm>
            <a:off x="4229100" y="1435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4"/>
                </a:moveTo>
                <a:lnTo>
                  <a:pt x="4" y="5"/>
                </a:lnTo>
                <a:lnTo>
                  <a:pt x="3" y="1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Freeform 1443"/>
          <p:cNvSpPr/>
          <p:nvPr/>
        </p:nvSpPr>
        <p:spPr>
          <a:xfrm>
            <a:off x="4267200" y="1447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4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DA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4305300" y="14351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0000D7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4330700" y="1435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D7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Freeform 1446"/>
          <p:cNvSpPr/>
          <p:nvPr/>
        </p:nvSpPr>
        <p:spPr>
          <a:xfrm>
            <a:off x="4368800" y="1435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00D7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Freeform 1447"/>
          <p:cNvSpPr/>
          <p:nvPr/>
        </p:nvSpPr>
        <p:spPr>
          <a:xfrm>
            <a:off x="33909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3429000" y="1562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Freeform 1449"/>
          <p:cNvSpPr/>
          <p:nvPr/>
        </p:nvSpPr>
        <p:spPr>
          <a:xfrm>
            <a:off x="3467100" y="156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Freeform 1450"/>
          <p:cNvSpPr/>
          <p:nvPr/>
        </p:nvSpPr>
        <p:spPr>
          <a:xfrm>
            <a:off x="3492500" y="156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Freeform 1451"/>
          <p:cNvSpPr/>
          <p:nvPr/>
        </p:nvSpPr>
        <p:spPr>
          <a:xfrm>
            <a:off x="35306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Freeform 1452"/>
          <p:cNvSpPr/>
          <p:nvPr/>
        </p:nvSpPr>
        <p:spPr>
          <a:xfrm>
            <a:off x="3568700" y="1549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Freeform 1453"/>
          <p:cNvSpPr/>
          <p:nvPr/>
        </p:nvSpPr>
        <p:spPr>
          <a:xfrm>
            <a:off x="3594100" y="1549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Freeform 1454"/>
          <p:cNvSpPr/>
          <p:nvPr/>
        </p:nvSpPr>
        <p:spPr>
          <a:xfrm>
            <a:off x="36322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Freeform 1455"/>
          <p:cNvSpPr/>
          <p:nvPr/>
        </p:nvSpPr>
        <p:spPr>
          <a:xfrm>
            <a:off x="36703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Freeform 1456"/>
          <p:cNvSpPr/>
          <p:nvPr/>
        </p:nvSpPr>
        <p:spPr>
          <a:xfrm>
            <a:off x="3708400" y="153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Freeform 1457"/>
          <p:cNvSpPr/>
          <p:nvPr/>
        </p:nvSpPr>
        <p:spPr>
          <a:xfrm>
            <a:off x="37338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Freeform 1458"/>
          <p:cNvSpPr/>
          <p:nvPr/>
        </p:nvSpPr>
        <p:spPr>
          <a:xfrm>
            <a:off x="37719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Freeform 1459"/>
          <p:cNvSpPr/>
          <p:nvPr/>
        </p:nvSpPr>
        <p:spPr>
          <a:xfrm>
            <a:off x="3810000" y="152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Freeform 1460"/>
          <p:cNvSpPr/>
          <p:nvPr/>
        </p:nvSpPr>
        <p:spPr>
          <a:xfrm>
            <a:off x="38354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A2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Freeform 1461"/>
          <p:cNvSpPr/>
          <p:nvPr/>
        </p:nvSpPr>
        <p:spPr>
          <a:xfrm>
            <a:off x="3873500" y="148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Freeform 1462"/>
          <p:cNvSpPr/>
          <p:nvPr/>
        </p:nvSpPr>
        <p:spPr>
          <a:xfrm>
            <a:off x="3911600" y="14224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16FF"/>
          </a:solidFill>
          <a:ln w="3175">
            <a:solidFill>
              <a:srgbClr val="001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Freeform 1463"/>
          <p:cNvSpPr/>
          <p:nvPr/>
        </p:nvSpPr>
        <p:spPr>
          <a:xfrm>
            <a:off x="39497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7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Freeform 1464"/>
          <p:cNvSpPr/>
          <p:nvPr/>
        </p:nvSpPr>
        <p:spPr>
          <a:xfrm>
            <a:off x="3975100" y="143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2"/>
                </a:moveTo>
                <a:lnTo>
                  <a:pt x="4" y="4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13FF"/>
          </a:solidFill>
          <a:ln w="3175">
            <a:solidFill>
              <a:srgbClr val="000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Freeform 1465"/>
          <p:cNvSpPr/>
          <p:nvPr/>
        </p:nvSpPr>
        <p:spPr>
          <a:xfrm>
            <a:off x="40132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FB"/>
          </a:solidFill>
          <a:ln w="3175">
            <a:solidFill>
              <a:srgbClr val="000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Freeform 1466"/>
          <p:cNvSpPr/>
          <p:nvPr/>
        </p:nvSpPr>
        <p:spPr>
          <a:xfrm>
            <a:off x="405130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F5"/>
          </a:solidFill>
          <a:ln w="3175">
            <a:solidFill>
              <a:srgbClr val="000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Freeform 1467"/>
          <p:cNvSpPr/>
          <p:nvPr/>
        </p:nvSpPr>
        <p:spPr>
          <a:xfrm>
            <a:off x="4076700" y="143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1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Freeform 1468"/>
          <p:cNvSpPr/>
          <p:nvPr/>
        </p:nvSpPr>
        <p:spPr>
          <a:xfrm>
            <a:off x="4114800" y="140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1EFF"/>
          </a:solidFill>
          <a:ln w="3175">
            <a:solidFill>
              <a:srgbClr val="001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Freeform 1469"/>
          <p:cNvSpPr/>
          <p:nvPr/>
        </p:nvSpPr>
        <p:spPr>
          <a:xfrm>
            <a:off x="41529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Freeform 1470"/>
          <p:cNvSpPr/>
          <p:nvPr/>
        </p:nvSpPr>
        <p:spPr>
          <a:xfrm>
            <a:off x="4191000" y="1384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49FF"/>
          </a:solidFill>
          <a:ln w="3175">
            <a:solidFill>
              <a:srgbClr val="003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Freeform 1471"/>
          <p:cNvSpPr/>
          <p:nvPr/>
        </p:nvSpPr>
        <p:spPr>
          <a:xfrm>
            <a:off x="42164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4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9FF"/>
          </a:solidFill>
          <a:ln w="3175">
            <a:solidFill>
              <a:srgbClr val="002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Freeform 1472"/>
          <p:cNvSpPr/>
          <p:nvPr/>
        </p:nvSpPr>
        <p:spPr>
          <a:xfrm>
            <a:off x="4254500" y="138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Freeform 1473"/>
          <p:cNvSpPr/>
          <p:nvPr/>
        </p:nvSpPr>
        <p:spPr>
          <a:xfrm>
            <a:off x="4292600" y="1384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Freeform 1474"/>
          <p:cNvSpPr/>
          <p:nvPr/>
        </p:nvSpPr>
        <p:spPr>
          <a:xfrm>
            <a:off x="4318000" y="1384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Freeform 1475"/>
          <p:cNvSpPr/>
          <p:nvPr/>
        </p:nvSpPr>
        <p:spPr>
          <a:xfrm>
            <a:off x="4356100" y="1371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32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Freeform 1476"/>
          <p:cNvSpPr/>
          <p:nvPr/>
        </p:nvSpPr>
        <p:spPr>
          <a:xfrm>
            <a:off x="3378200" y="156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Freeform 1477"/>
          <p:cNvSpPr/>
          <p:nvPr/>
        </p:nvSpPr>
        <p:spPr>
          <a:xfrm>
            <a:off x="34163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Freeform 1478"/>
          <p:cNvSpPr/>
          <p:nvPr/>
        </p:nvSpPr>
        <p:spPr>
          <a:xfrm>
            <a:off x="34544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Freeform 1479"/>
          <p:cNvSpPr/>
          <p:nvPr/>
        </p:nvSpPr>
        <p:spPr>
          <a:xfrm>
            <a:off x="34798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Freeform 1480"/>
          <p:cNvSpPr/>
          <p:nvPr/>
        </p:nvSpPr>
        <p:spPr>
          <a:xfrm>
            <a:off x="35179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Freeform 1481"/>
          <p:cNvSpPr/>
          <p:nvPr/>
        </p:nvSpPr>
        <p:spPr>
          <a:xfrm>
            <a:off x="35560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Freeform 1482"/>
          <p:cNvSpPr/>
          <p:nvPr/>
        </p:nvSpPr>
        <p:spPr>
          <a:xfrm>
            <a:off x="35814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Freeform 1483"/>
          <p:cNvSpPr/>
          <p:nvPr/>
        </p:nvSpPr>
        <p:spPr>
          <a:xfrm>
            <a:off x="36195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Freeform 1484"/>
          <p:cNvSpPr/>
          <p:nvPr/>
        </p:nvSpPr>
        <p:spPr>
          <a:xfrm>
            <a:off x="36576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Freeform 1485"/>
          <p:cNvSpPr/>
          <p:nvPr/>
        </p:nvSpPr>
        <p:spPr>
          <a:xfrm>
            <a:off x="36957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Freeform 1486"/>
          <p:cNvSpPr/>
          <p:nvPr/>
        </p:nvSpPr>
        <p:spPr>
          <a:xfrm>
            <a:off x="37211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Freeform 1487"/>
          <p:cNvSpPr/>
          <p:nvPr/>
        </p:nvSpPr>
        <p:spPr>
          <a:xfrm>
            <a:off x="37592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Freeform 1488"/>
          <p:cNvSpPr/>
          <p:nvPr/>
        </p:nvSpPr>
        <p:spPr>
          <a:xfrm>
            <a:off x="37973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Freeform 1489"/>
          <p:cNvSpPr/>
          <p:nvPr/>
        </p:nvSpPr>
        <p:spPr>
          <a:xfrm>
            <a:off x="38227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6"/>
          </a:solidFill>
          <a:ln w="3175">
            <a:solidFill>
              <a:srgbClr val="000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Freeform 1490"/>
          <p:cNvSpPr/>
          <p:nvPr/>
        </p:nvSpPr>
        <p:spPr>
          <a:xfrm>
            <a:off x="3860800" y="1485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Freeform 1491"/>
          <p:cNvSpPr/>
          <p:nvPr/>
        </p:nvSpPr>
        <p:spPr>
          <a:xfrm>
            <a:off x="3898900" y="14097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0018FF"/>
          </a:solidFill>
          <a:ln w="3175">
            <a:solidFill>
              <a:srgbClr val="001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Freeform 1492"/>
          <p:cNvSpPr/>
          <p:nvPr/>
        </p:nvSpPr>
        <p:spPr>
          <a:xfrm>
            <a:off x="3937000" y="1409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3FF"/>
          </a:solidFill>
          <a:ln w="3175">
            <a:solidFill>
              <a:srgbClr val="003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Freeform 1493"/>
          <p:cNvSpPr/>
          <p:nvPr/>
        </p:nvSpPr>
        <p:spPr>
          <a:xfrm>
            <a:off x="39624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33FF"/>
          </a:solidFill>
          <a:ln w="3175">
            <a:solidFill>
              <a:srgbClr val="002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Freeform 1494"/>
          <p:cNvSpPr/>
          <p:nvPr/>
        </p:nvSpPr>
        <p:spPr>
          <a:xfrm>
            <a:off x="40005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2CFF"/>
          </a:solidFill>
          <a:ln w="3175">
            <a:solidFill>
              <a:srgbClr val="002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Freeform 1495"/>
          <p:cNvSpPr/>
          <p:nvPr/>
        </p:nvSpPr>
        <p:spPr>
          <a:xfrm>
            <a:off x="40386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2CFF"/>
          </a:solidFill>
          <a:ln w="3175">
            <a:solidFill>
              <a:srgbClr val="002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Freeform 1496"/>
          <p:cNvSpPr/>
          <p:nvPr/>
        </p:nvSpPr>
        <p:spPr>
          <a:xfrm>
            <a:off x="4064000" y="1397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37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Freeform 1497"/>
          <p:cNvSpPr/>
          <p:nvPr/>
        </p:nvSpPr>
        <p:spPr>
          <a:xfrm>
            <a:off x="4102100" y="1371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Freeform 1498"/>
          <p:cNvSpPr/>
          <p:nvPr/>
        </p:nvSpPr>
        <p:spPr>
          <a:xfrm>
            <a:off x="4140200" y="13462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Freeform 1499"/>
          <p:cNvSpPr/>
          <p:nvPr/>
        </p:nvSpPr>
        <p:spPr>
          <a:xfrm>
            <a:off x="4178300" y="1333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87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Freeform 1500"/>
          <p:cNvSpPr/>
          <p:nvPr/>
        </p:nvSpPr>
        <p:spPr>
          <a:xfrm>
            <a:off x="4203700" y="1333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8FF"/>
          </a:solidFill>
          <a:ln w="3175">
            <a:solidFill>
              <a:srgbClr val="006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Freeform 1501"/>
          <p:cNvSpPr/>
          <p:nvPr/>
        </p:nvSpPr>
        <p:spPr>
          <a:xfrm>
            <a:off x="4241800" y="1333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Freeform 1502"/>
          <p:cNvSpPr/>
          <p:nvPr/>
        </p:nvSpPr>
        <p:spPr>
          <a:xfrm>
            <a:off x="4279900" y="1320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Freeform 1503"/>
          <p:cNvSpPr/>
          <p:nvPr/>
        </p:nvSpPr>
        <p:spPr>
          <a:xfrm>
            <a:off x="4305300" y="1320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Freeform 1504"/>
          <p:cNvSpPr/>
          <p:nvPr/>
        </p:nvSpPr>
        <p:spPr>
          <a:xfrm>
            <a:off x="4343400" y="1320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86FF"/>
          </a:solidFill>
          <a:ln w="3175">
            <a:solidFill>
              <a:srgbClr val="006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Freeform 1505"/>
          <p:cNvSpPr/>
          <p:nvPr/>
        </p:nvSpPr>
        <p:spPr>
          <a:xfrm>
            <a:off x="3365500" y="156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Freeform 1506"/>
          <p:cNvSpPr/>
          <p:nvPr/>
        </p:nvSpPr>
        <p:spPr>
          <a:xfrm>
            <a:off x="34036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Freeform 1507"/>
          <p:cNvSpPr/>
          <p:nvPr/>
        </p:nvSpPr>
        <p:spPr>
          <a:xfrm>
            <a:off x="3441700" y="1549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Freeform 1508"/>
          <p:cNvSpPr/>
          <p:nvPr/>
        </p:nvSpPr>
        <p:spPr>
          <a:xfrm>
            <a:off x="34671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Freeform 1509"/>
          <p:cNvSpPr/>
          <p:nvPr/>
        </p:nvSpPr>
        <p:spPr>
          <a:xfrm>
            <a:off x="35052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Freeform 1510"/>
          <p:cNvSpPr/>
          <p:nvPr/>
        </p:nvSpPr>
        <p:spPr>
          <a:xfrm>
            <a:off x="35433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Freeform 1511"/>
          <p:cNvSpPr/>
          <p:nvPr/>
        </p:nvSpPr>
        <p:spPr>
          <a:xfrm>
            <a:off x="3568700" y="153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Freeform 1512"/>
          <p:cNvSpPr/>
          <p:nvPr/>
        </p:nvSpPr>
        <p:spPr>
          <a:xfrm>
            <a:off x="36068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Freeform 1513"/>
          <p:cNvSpPr/>
          <p:nvPr/>
        </p:nvSpPr>
        <p:spPr>
          <a:xfrm>
            <a:off x="36449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Freeform 1514"/>
          <p:cNvSpPr/>
          <p:nvPr/>
        </p:nvSpPr>
        <p:spPr>
          <a:xfrm>
            <a:off x="3683000" y="152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Freeform 1515"/>
          <p:cNvSpPr/>
          <p:nvPr/>
        </p:nvSpPr>
        <p:spPr>
          <a:xfrm>
            <a:off x="37084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Freeform 1516"/>
          <p:cNvSpPr/>
          <p:nvPr/>
        </p:nvSpPr>
        <p:spPr>
          <a:xfrm>
            <a:off x="37465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Freeform 1517"/>
          <p:cNvSpPr/>
          <p:nvPr/>
        </p:nvSpPr>
        <p:spPr>
          <a:xfrm>
            <a:off x="3784600" y="152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Freeform 1518"/>
          <p:cNvSpPr/>
          <p:nvPr/>
        </p:nvSpPr>
        <p:spPr>
          <a:xfrm>
            <a:off x="3810000" y="151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A2"/>
          </a:solidFill>
          <a:ln w="3175">
            <a:solidFill>
              <a:srgbClr val="00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Freeform 1519"/>
          <p:cNvSpPr/>
          <p:nvPr/>
        </p:nvSpPr>
        <p:spPr>
          <a:xfrm>
            <a:off x="3848100" y="147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Freeform 1520"/>
          <p:cNvSpPr/>
          <p:nvPr/>
        </p:nvSpPr>
        <p:spPr>
          <a:xfrm>
            <a:off x="3886200" y="14097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0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19FF"/>
          </a:solidFill>
          <a:ln w="3175">
            <a:solidFill>
              <a:srgbClr val="001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Freeform 1521"/>
          <p:cNvSpPr/>
          <p:nvPr/>
        </p:nvSpPr>
        <p:spPr>
          <a:xfrm>
            <a:off x="3924300" y="139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Freeform 1522"/>
          <p:cNvSpPr/>
          <p:nvPr/>
        </p:nvSpPr>
        <p:spPr>
          <a:xfrm>
            <a:off x="39497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50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Freeform 1523"/>
          <p:cNvSpPr/>
          <p:nvPr/>
        </p:nvSpPr>
        <p:spPr>
          <a:xfrm>
            <a:off x="39878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4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Freeform 1524"/>
          <p:cNvSpPr/>
          <p:nvPr/>
        </p:nvSpPr>
        <p:spPr>
          <a:xfrm>
            <a:off x="4025900" y="1384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4FF"/>
          </a:solidFill>
          <a:ln w="3175">
            <a:solidFill>
              <a:srgbClr val="004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Freeform 1525"/>
          <p:cNvSpPr/>
          <p:nvPr/>
        </p:nvSpPr>
        <p:spPr>
          <a:xfrm>
            <a:off x="40513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5EFF"/>
          </a:solidFill>
          <a:ln w="3175">
            <a:solidFill>
              <a:srgbClr val="004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Freeform 1526"/>
          <p:cNvSpPr/>
          <p:nvPr/>
        </p:nvSpPr>
        <p:spPr>
          <a:xfrm>
            <a:off x="4089400" y="1346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77FF"/>
          </a:solidFill>
          <a:ln w="3175">
            <a:solidFill>
              <a:srgbClr val="006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Freeform 1527"/>
          <p:cNvSpPr/>
          <p:nvPr/>
        </p:nvSpPr>
        <p:spPr>
          <a:xfrm>
            <a:off x="4127500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97FF"/>
          </a:solidFill>
          <a:ln w="3175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Freeform 1528"/>
          <p:cNvSpPr/>
          <p:nvPr/>
        </p:nvSpPr>
        <p:spPr>
          <a:xfrm>
            <a:off x="41656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B9FF"/>
          </a:solidFill>
          <a:ln w="3175">
            <a:solidFill>
              <a:srgbClr val="009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Freeform 1529"/>
          <p:cNvSpPr/>
          <p:nvPr/>
        </p:nvSpPr>
        <p:spPr>
          <a:xfrm>
            <a:off x="4191000" y="1270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D5FF"/>
          </a:solidFill>
          <a:ln w="3175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Freeform 1530"/>
          <p:cNvSpPr/>
          <p:nvPr/>
        </p:nvSpPr>
        <p:spPr>
          <a:xfrm>
            <a:off x="4229100" y="1270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Freeform 1531"/>
          <p:cNvSpPr/>
          <p:nvPr/>
        </p:nvSpPr>
        <p:spPr>
          <a:xfrm>
            <a:off x="4267200" y="12573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Freeform 1532"/>
          <p:cNvSpPr/>
          <p:nvPr/>
        </p:nvSpPr>
        <p:spPr>
          <a:xfrm>
            <a:off x="4292600" y="1257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Freeform 1533"/>
          <p:cNvSpPr/>
          <p:nvPr/>
        </p:nvSpPr>
        <p:spPr>
          <a:xfrm>
            <a:off x="4330700" y="1257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00DFFF"/>
          </a:solidFill>
          <a:ln w="3175">
            <a:solidFill>
              <a:srgbClr val="00B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Freeform 1534"/>
          <p:cNvSpPr/>
          <p:nvPr/>
        </p:nvSpPr>
        <p:spPr>
          <a:xfrm>
            <a:off x="3352800" y="156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Freeform 1535"/>
          <p:cNvSpPr/>
          <p:nvPr/>
        </p:nvSpPr>
        <p:spPr>
          <a:xfrm>
            <a:off x="3390900" y="154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1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Freeform 1536"/>
          <p:cNvSpPr/>
          <p:nvPr/>
        </p:nvSpPr>
        <p:spPr>
          <a:xfrm>
            <a:off x="3429000" y="154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Freeform 1537"/>
          <p:cNvSpPr/>
          <p:nvPr/>
        </p:nvSpPr>
        <p:spPr>
          <a:xfrm>
            <a:off x="34544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Freeform 1538"/>
          <p:cNvSpPr/>
          <p:nvPr/>
        </p:nvSpPr>
        <p:spPr>
          <a:xfrm>
            <a:off x="3492500" y="154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Freeform 1539"/>
          <p:cNvSpPr/>
          <p:nvPr/>
        </p:nvSpPr>
        <p:spPr>
          <a:xfrm>
            <a:off x="3530600" y="1549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Freeform 1540"/>
          <p:cNvSpPr/>
          <p:nvPr/>
        </p:nvSpPr>
        <p:spPr>
          <a:xfrm>
            <a:off x="3568700" y="153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Freeform 1541"/>
          <p:cNvSpPr/>
          <p:nvPr/>
        </p:nvSpPr>
        <p:spPr>
          <a:xfrm>
            <a:off x="35941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Freeform 1542"/>
          <p:cNvSpPr/>
          <p:nvPr/>
        </p:nvSpPr>
        <p:spPr>
          <a:xfrm>
            <a:off x="3632200" y="153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Freeform 1543"/>
          <p:cNvSpPr/>
          <p:nvPr/>
        </p:nvSpPr>
        <p:spPr>
          <a:xfrm>
            <a:off x="3670300" y="153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Freeform 1544"/>
          <p:cNvSpPr/>
          <p:nvPr/>
        </p:nvSpPr>
        <p:spPr>
          <a:xfrm>
            <a:off x="3695700" y="152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Freeform 1545"/>
          <p:cNvSpPr/>
          <p:nvPr/>
        </p:nvSpPr>
        <p:spPr>
          <a:xfrm>
            <a:off x="3733800" y="1524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D"/>
          </a:solidFill>
          <a:ln w="3175">
            <a:solidFill>
              <a:srgbClr val="000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Freeform 1546"/>
          <p:cNvSpPr/>
          <p:nvPr/>
        </p:nvSpPr>
        <p:spPr>
          <a:xfrm>
            <a:off x="3771900" y="151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Freeform 1547"/>
          <p:cNvSpPr/>
          <p:nvPr/>
        </p:nvSpPr>
        <p:spPr>
          <a:xfrm>
            <a:off x="3810000" y="149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Freeform 1548"/>
          <p:cNvSpPr/>
          <p:nvPr/>
        </p:nvSpPr>
        <p:spPr>
          <a:xfrm>
            <a:off x="3835400" y="1460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00C4"/>
          </a:solidFill>
          <a:ln w="3175">
            <a:solidFill>
              <a:srgbClr val="000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Freeform 1549"/>
          <p:cNvSpPr/>
          <p:nvPr/>
        </p:nvSpPr>
        <p:spPr>
          <a:xfrm>
            <a:off x="3873500" y="13970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1AFF"/>
          </a:solidFill>
          <a:ln w="3175">
            <a:solidFill>
              <a:srgbClr val="001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Freeform 1550"/>
          <p:cNvSpPr/>
          <p:nvPr/>
        </p:nvSpPr>
        <p:spPr>
          <a:xfrm>
            <a:off x="39116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5CFF"/>
          </a:solidFill>
          <a:ln w="3175">
            <a:solidFill>
              <a:srgbClr val="004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Freeform 1551"/>
          <p:cNvSpPr/>
          <p:nvPr/>
        </p:nvSpPr>
        <p:spPr>
          <a:xfrm>
            <a:off x="3937000" y="137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Freeform 1552"/>
          <p:cNvSpPr/>
          <p:nvPr/>
        </p:nvSpPr>
        <p:spPr>
          <a:xfrm>
            <a:off x="39751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AFF"/>
          </a:solidFill>
          <a:ln w="3175">
            <a:solidFill>
              <a:srgbClr val="00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Freeform 1553"/>
          <p:cNvSpPr/>
          <p:nvPr/>
        </p:nvSpPr>
        <p:spPr>
          <a:xfrm>
            <a:off x="40132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Freeform 1554"/>
          <p:cNvSpPr/>
          <p:nvPr/>
        </p:nvSpPr>
        <p:spPr>
          <a:xfrm>
            <a:off x="4038600" y="134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Freeform 1555"/>
          <p:cNvSpPr/>
          <p:nvPr/>
        </p:nvSpPr>
        <p:spPr>
          <a:xfrm>
            <a:off x="4076700" y="133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8CFF"/>
          </a:solidFill>
          <a:ln w="3175">
            <a:solidFill>
              <a:srgbClr val="007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Freeform 1556"/>
          <p:cNvSpPr/>
          <p:nvPr/>
        </p:nvSpPr>
        <p:spPr>
          <a:xfrm>
            <a:off x="4114800" y="130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ADFF"/>
          </a:solidFill>
          <a:ln w="3175">
            <a:solidFill>
              <a:srgbClr val="008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Freeform 1557"/>
          <p:cNvSpPr/>
          <p:nvPr/>
        </p:nvSpPr>
        <p:spPr>
          <a:xfrm>
            <a:off x="4152900" y="1270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2"/>
                </a:lnTo>
                <a:lnTo>
                  <a:pt x="2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D6FF"/>
          </a:solidFill>
          <a:ln w="3175">
            <a:solidFill>
              <a:srgbClr val="00A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Freeform 1558"/>
          <p:cNvSpPr/>
          <p:nvPr/>
        </p:nvSpPr>
        <p:spPr>
          <a:xfrm>
            <a:off x="4178300" y="1231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DFFF2"/>
          </a:solidFill>
          <a:ln w="3175">
            <a:solidFill>
              <a:srgbClr val="0A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Freeform 1559"/>
          <p:cNvSpPr/>
          <p:nvPr/>
        </p:nvSpPr>
        <p:spPr>
          <a:xfrm>
            <a:off x="4216400" y="11684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5"/>
                </a:lnTo>
                <a:lnTo>
                  <a:pt x="1" y="8"/>
                </a:lnTo>
                <a:close/>
              </a:path>
            </a:pathLst>
          </a:custGeom>
          <a:solidFill>
            <a:srgbClr val="42FFBD"/>
          </a:solidFill>
          <a:ln w="3175">
            <a:solidFill>
              <a:srgbClr val="35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Freeform 1560"/>
          <p:cNvSpPr/>
          <p:nvPr/>
        </p:nvSpPr>
        <p:spPr>
          <a:xfrm>
            <a:off x="4254500" y="11684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7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Freeform 1561"/>
          <p:cNvSpPr/>
          <p:nvPr/>
        </p:nvSpPr>
        <p:spPr>
          <a:xfrm>
            <a:off x="4279900" y="11684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7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Freeform 1562"/>
          <p:cNvSpPr/>
          <p:nvPr/>
        </p:nvSpPr>
        <p:spPr>
          <a:xfrm>
            <a:off x="4318000" y="11684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7CC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Freeform 1563"/>
          <p:cNvSpPr/>
          <p:nvPr/>
        </p:nvSpPr>
        <p:spPr>
          <a:xfrm>
            <a:off x="3340100" y="153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Freeform 1564"/>
          <p:cNvSpPr/>
          <p:nvPr/>
        </p:nvSpPr>
        <p:spPr>
          <a:xfrm>
            <a:off x="3378200" y="152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Freeform 1565"/>
          <p:cNvSpPr/>
          <p:nvPr/>
        </p:nvSpPr>
        <p:spPr>
          <a:xfrm>
            <a:off x="341630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Freeform 1566"/>
          <p:cNvSpPr/>
          <p:nvPr/>
        </p:nvSpPr>
        <p:spPr>
          <a:xfrm>
            <a:off x="34417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Freeform 1567"/>
          <p:cNvSpPr/>
          <p:nvPr/>
        </p:nvSpPr>
        <p:spPr>
          <a:xfrm>
            <a:off x="3479800" y="152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Freeform 1568"/>
          <p:cNvSpPr/>
          <p:nvPr/>
        </p:nvSpPr>
        <p:spPr>
          <a:xfrm>
            <a:off x="3517900" y="151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Freeform 1569"/>
          <p:cNvSpPr/>
          <p:nvPr/>
        </p:nvSpPr>
        <p:spPr>
          <a:xfrm>
            <a:off x="3556000" y="1511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Freeform 1570"/>
          <p:cNvSpPr/>
          <p:nvPr/>
        </p:nvSpPr>
        <p:spPr>
          <a:xfrm>
            <a:off x="35814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Freeform 1571"/>
          <p:cNvSpPr/>
          <p:nvPr/>
        </p:nvSpPr>
        <p:spPr>
          <a:xfrm>
            <a:off x="3619500" y="151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Freeform 1572"/>
          <p:cNvSpPr/>
          <p:nvPr/>
        </p:nvSpPr>
        <p:spPr>
          <a:xfrm>
            <a:off x="365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Freeform 1573"/>
          <p:cNvSpPr/>
          <p:nvPr/>
        </p:nvSpPr>
        <p:spPr>
          <a:xfrm>
            <a:off x="3683000" y="149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Freeform 1574"/>
          <p:cNvSpPr/>
          <p:nvPr/>
        </p:nvSpPr>
        <p:spPr>
          <a:xfrm>
            <a:off x="3721100" y="149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Freeform 1575"/>
          <p:cNvSpPr/>
          <p:nvPr/>
        </p:nvSpPr>
        <p:spPr>
          <a:xfrm>
            <a:off x="3759200" y="1485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Freeform 1576"/>
          <p:cNvSpPr/>
          <p:nvPr/>
        </p:nvSpPr>
        <p:spPr>
          <a:xfrm>
            <a:off x="3797300" y="147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AF"/>
          </a:solidFill>
          <a:ln w="3175">
            <a:solidFill>
              <a:srgbClr val="000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Freeform 1577"/>
          <p:cNvSpPr/>
          <p:nvPr/>
        </p:nvSpPr>
        <p:spPr>
          <a:xfrm>
            <a:off x="3822700" y="13462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9"/>
                </a:lnTo>
                <a:lnTo>
                  <a:pt x="3" y="0"/>
                </a:lnTo>
                <a:lnTo>
                  <a:pt x="0" y="10"/>
                </a:lnTo>
                <a:lnTo>
                  <a:pt x="1" y="12"/>
                </a:lnTo>
                <a:close/>
              </a:path>
            </a:pathLst>
          </a:custGeom>
          <a:solidFill>
            <a:srgbClr val="0000FC"/>
          </a:solidFill>
          <a:ln w="3175">
            <a:solidFill>
              <a:srgbClr val="000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Freeform 1578"/>
          <p:cNvSpPr/>
          <p:nvPr/>
        </p:nvSpPr>
        <p:spPr>
          <a:xfrm>
            <a:off x="3860800" y="12573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1"/>
                </a:lnTo>
                <a:lnTo>
                  <a:pt x="3" y="0"/>
                </a:lnTo>
                <a:lnTo>
                  <a:pt x="0" y="7"/>
                </a:lnTo>
                <a:lnTo>
                  <a:pt x="1" y="16"/>
                </a:lnTo>
                <a:close/>
              </a:path>
            </a:pathLst>
          </a:custGeom>
          <a:solidFill>
            <a:srgbClr val="0080FF"/>
          </a:solidFill>
          <a:ln w="3175">
            <a:solidFill>
              <a:srgbClr val="006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Freeform 1579"/>
          <p:cNvSpPr/>
          <p:nvPr/>
        </p:nvSpPr>
        <p:spPr>
          <a:xfrm>
            <a:off x="3898900" y="12573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9"/>
                </a:lnTo>
                <a:lnTo>
                  <a:pt x="2" y="1"/>
                </a:lnTo>
                <a:lnTo>
                  <a:pt x="0" y="0"/>
                </a:lnTo>
                <a:lnTo>
                  <a:pt x="1" y="11"/>
                </a:lnTo>
                <a:close/>
              </a:path>
            </a:pathLst>
          </a:custGeom>
          <a:solidFill>
            <a:srgbClr val="00C1FF"/>
          </a:solidFill>
          <a:ln w="3175">
            <a:solidFill>
              <a:srgbClr val="00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Freeform 1580"/>
          <p:cNvSpPr/>
          <p:nvPr/>
        </p:nvSpPr>
        <p:spPr>
          <a:xfrm>
            <a:off x="3924300" y="12700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1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Freeform 1581"/>
          <p:cNvSpPr/>
          <p:nvPr/>
        </p:nvSpPr>
        <p:spPr>
          <a:xfrm>
            <a:off x="3962400" y="12827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B4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Freeform 1582"/>
          <p:cNvSpPr/>
          <p:nvPr/>
        </p:nvSpPr>
        <p:spPr>
          <a:xfrm>
            <a:off x="4000500" y="12827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6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00B0FF"/>
          </a:solidFill>
          <a:ln w="3175">
            <a:solidFill>
              <a:srgbClr val="008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Freeform 1583"/>
          <p:cNvSpPr/>
          <p:nvPr/>
        </p:nvSpPr>
        <p:spPr>
          <a:xfrm>
            <a:off x="4038600" y="12827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B4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Freeform 1584"/>
          <p:cNvSpPr/>
          <p:nvPr/>
        </p:nvSpPr>
        <p:spPr>
          <a:xfrm>
            <a:off x="4064000" y="12573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6"/>
                </a:lnTo>
                <a:lnTo>
                  <a:pt x="3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00C8FF"/>
          </a:solidFill>
          <a:ln w="3175">
            <a:solidFill>
              <a:srgbClr val="00A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Freeform 1585"/>
          <p:cNvSpPr/>
          <p:nvPr/>
        </p:nvSpPr>
        <p:spPr>
          <a:xfrm>
            <a:off x="4102100" y="12319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6"/>
                </a:lnTo>
                <a:lnTo>
                  <a:pt x="3" y="0"/>
                </a:lnTo>
                <a:lnTo>
                  <a:pt x="0" y="2"/>
                </a:lnTo>
                <a:lnTo>
                  <a:pt x="1" y="8"/>
                </a:lnTo>
                <a:close/>
              </a:path>
            </a:pathLst>
          </a:custGeom>
          <a:solidFill>
            <a:srgbClr val="00E9FF"/>
          </a:solidFill>
          <a:ln w="3175">
            <a:solidFill>
              <a:srgbClr val="00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Freeform 1586"/>
          <p:cNvSpPr/>
          <p:nvPr/>
        </p:nvSpPr>
        <p:spPr>
          <a:xfrm>
            <a:off x="4140200" y="1206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5"/>
                </a:lnTo>
                <a:lnTo>
                  <a:pt x="2" y="0"/>
                </a:lnTo>
                <a:lnTo>
                  <a:pt x="0" y="2"/>
                </a:lnTo>
                <a:lnTo>
                  <a:pt x="1" y="8"/>
                </a:lnTo>
                <a:close/>
              </a:path>
            </a:pathLst>
          </a:custGeom>
          <a:solidFill>
            <a:srgbClr val="16FFE9"/>
          </a:solidFill>
          <a:ln w="3175">
            <a:solidFill>
              <a:srgbClr val="12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Freeform 1587"/>
          <p:cNvSpPr/>
          <p:nvPr/>
        </p:nvSpPr>
        <p:spPr>
          <a:xfrm>
            <a:off x="4165600" y="11557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6"/>
                </a:lnTo>
                <a:lnTo>
                  <a:pt x="3" y="0"/>
                </a:lnTo>
                <a:lnTo>
                  <a:pt x="0" y="4"/>
                </a:lnTo>
                <a:lnTo>
                  <a:pt x="1" y="9"/>
                </a:lnTo>
                <a:close/>
              </a:path>
            </a:pathLst>
          </a:custGeom>
          <a:solidFill>
            <a:srgbClr val="58FFA7"/>
          </a:solidFill>
          <a:ln w="3175">
            <a:solidFill>
              <a:srgbClr val="46C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Freeform 1588"/>
          <p:cNvSpPr/>
          <p:nvPr/>
        </p:nvSpPr>
        <p:spPr>
          <a:xfrm>
            <a:off x="4203700" y="1054100"/>
            <a:ext cx="50800" cy="177800"/>
          </a:xfrm>
          <a:custGeom>
            <a:avLst/>
            <a:gdLst/>
            <a:ahLst/>
            <a:cxnLst/>
            <a:rect l="l" t="t" r="r" b="b"/>
            <a:pathLst>
              <a:path w="4" h="14">
                <a:moveTo>
                  <a:pt x="1" y="14"/>
                </a:moveTo>
                <a:lnTo>
                  <a:pt x="4" y="9"/>
                </a:lnTo>
                <a:lnTo>
                  <a:pt x="3" y="0"/>
                </a:lnTo>
                <a:lnTo>
                  <a:pt x="0" y="8"/>
                </a:lnTo>
                <a:lnTo>
                  <a:pt x="1" y="14"/>
                </a:lnTo>
                <a:close/>
              </a:path>
            </a:pathLst>
          </a:custGeom>
          <a:solidFill>
            <a:srgbClr val="BDFF42"/>
          </a:solidFill>
          <a:ln w="3175">
            <a:solidFill>
              <a:srgbClr val="97C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Freeform 1589"/>
          <p:cNvSpPr/>
          <p:nvPr/>
        </p:nvSpPr>
        <p:spPr>
          <a:xfrm>
            <a:off x="4241800" y="10414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1"/>
                </a:lnTo>
                <a:lnTo>
                  <a:pt x="1" y="10"/>
                </a:lnTo>
                <a:close/>
              </a:path>
            </a:pathLst>
          </a:custGeom>
          <a:solidFill>
            <a:srgbClr val="FFFE00"/>
          </a:solidFill>
          <a:ln w="3175">
            <a:solidFill>
              <a:srgbClr val="CCC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Freeform 1590"/>
          <p:cNvSpPr/>
          <p:nvPr/>
        </p:nvSpPr>
        <p:spPr>
          <a:xfrm>
            <a:off x="4267200" y="10414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Freeform 1591"/>
          <p:cNvSpPr/>
          <p:nvPr/>
        </p:nvSpPr>
        <p:spPr>
          <a:xfrm>
            <a:off x="4305300" y="10414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F800"/>
          </a:solidFill>
          <a:ln w="3175">
            <a:solidFill>
              <a:srgbClr val="CCC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Freeform 1592"/>
          <p:cNvSpPr/>
          <p:nvPr/>
        </p:nvSpPr>
        <p:spPr>
          <a:xfrm>
            <a:off x="3327400" y="148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Freeform 1593"/>
          <p:cNvSpPr/>
          <p:nvPr/>
        </p:nvSpPr>
        <p:spPr>
          <a:xfrm>
            <a:off x="3365500" y="148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Freeform 1594"/>
          <p:cNvSpPr/>
          <p:nvPr/>
        </p:nvSpPr>
        <p:spPr>
          <a:xfrm>
            <a:off x="3403600" y="1485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Freeform 1595"/>
          <p:cNvSpPr/>
          <p:nvPr/>
        </p:nvSpPr>
        <p:spPr>
          <a:xfrm>
            <a:off x="3429000" y="1473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Freeform 1596"/>
          <p:cNvSpPr/>
          <p:nvPr/>
        </p:nvSpPr>
        <p:spPr>
          <a:xfrm>
            <a:off x="3467100" y="1473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Freeform 1597"/>
          <p:cNvSpPr/>
          <p:nvPr/>
        </p:nvSpPr>
        <p:spPr>
          <a:xfrm>
            <a:off x="3505200" y="1473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Freeform 1598"/>
          <p:cNvSpPr/>
          <p:nvPr/>
        </p:nvSpPr>
        <p:spPr>
          <a:xfrm>
            <a:off x="3543300" y="147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Freeform 1599"/>
          <p:cNvSpPr/>
          <p:nvPr/>
        </p:nvSpPr>
        <p:spPr>
          <a:xfrm>
            <a:off x="3568700" y="1460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Freeform 1600"/>
          <p:cNvSpPr/>
          <p:nvPr/>
        </p:nvSpPr>
        <p:spPr>
          <a:xfrm>
            <a:off x="3606800" y="1460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Freeform 1601"/>
          <p:cNvSpPr/>
          <p:nvPr/>
        </p:nvSpPr>
        <p:spPr>
          <a:xfrm>
            <a:off x="3644900" y="1460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Freeform 1602"/>
          <p:cNvSpPr/>
          <p:nvPr/>
        </p:nvSpPr>
        <p:spPr>
          <a:xfrm>
            <a:off x="36703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Freeform 1603"/>
          <p:cNvSpPr/>
          <p:nvPr/>
        </p:nvSpPr>
        <p:spPr>
          <a:xfrm>
            <a:off x="3708400" y="146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Freeform 1604"/>
          <p:cNvSpPr/>
          <p:nvPr/>
        </p:nvSpPr>
        <p:spPr>
          <a:xfrm>
            <a:off x="3746500" y="1447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C9"/>
          </a:solidFill>
          <a:ln w="3175">
            <a:solidFill>
              <a:srgbClr val="0000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Freeform 1605"/>
          <p:cNvSpPr/>
          <p:nvPr/>
        </p:nvSpPr>
        <p:spPr>
          <a:xfrm>
            <a:off x="3784600" y="1435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D8"/>
          </a:solidFill>
          <a:ln w="3175">
            <a:solidFill>
              <a:srgbClr val="000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Freeform 1606"/>
          <p:cNvSpPr/>
          <p:nvPr/>
        </p:nvSpPr>
        <p:spPr>
          <a:xfrm>
            <a:off x="3810000" y="13208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2"/>
                </a:lnTo>
                <a:lnTo>
                  <a:pt x="3" y="0"/>
                </a:lnTo>
                <a:lnTo>
                  <a:pt x="0" y="9"/>
                </a:lnTo>
                <a:lnTo>
                  <a:pt x="1" y="12"/>
                </a:lnTo>
                <a:close/>
              </a:path>
            </a:pathLst>
          </a:custGeom>
          <a:solidFill>
            <a:srgbClr val="0048FF"/>
          </a:solidFill>
          <a:ln w="3175">
            <a:solidFill>
              <a:srgbClr val="003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Freeform 1607"/>
          <p:cNvSpPr/>
          <p:nvPr/>
        </p:nvSpPr>
        <p:spPr>
          <a:xfrm>
            <a:off x="3848100" y="1155700"/>
            <a:ext cx="50800" cy="190500"/>
          </a:xfrm>
          <a:custGeom>
            <a:avLst/>
            <a:gdLst/>
            <a:ahLst/>
            <a:cxnLst/>
            <a:rect l="l" t="t" r="r" b="b"/>
            <a:pathLst>
              <a:path w="4" h="15">
                <a:moveTo>
                  <a:pt x="1" y="15"/>
                </a:moveTo>
                <a:lnTo>
                  <a:pt x="4" y="8"/>
                </a:lnTo>
                <a:lnTo>
                  <a:pt x="3" y="0"/>
                </a:lnTo>
                <a:lnTo>
                  <a:pt x="0" y="13"/>
                </a:lnTo>
                <a:lnTo>
                  <a:pt x="1" y="15"/>
                </a:lnTo>
                <a:close/>
              </a:path>
            </a:pathLst>
          </a:custGeom>
          <a:solidFill>
            <a:srgbClr val="18FFE7"/>
          </a:solidFill>
          <a:ln w="3175">
            <a:solidFill>
              <a:srgbClr val="13C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Freeform 1608"/>
          <p:cNvSpPr/>
          <p:nvPr/>
        </p:nvSpPr>
        <p:spPr>
          <a:xfrm>
            <a:off x="3886200" y="11557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8"/>
                </a:moveTo>
                <a:lnTo>
                  <a:pt x="3" y="9"/>
                </a:lnTo>
                <a:lnTo>
                  <a:pt x="2" y="2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72FF8D"/>
          </a:solidFill>
          <a:ln w="3175">
            <a:solidFill>
              <a:srgbClr val="5CC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Freeform 1609"/>
          <p:cNvSpPr/>
          <p:nvPr/>
        </p:nvSpPr>
        <p:spPr>
          <a:xfrm>
            <a:off x="3911600" y="11811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7"/>
                </a:moveTo>
                <a:lnTo>
                  <a:pt x="4" y="8"/>
                </a:lnTo>
                <a:lnTo>
                  <a:pt x="3" y="1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52FFAD"/>
          </a:solidFill>
          <a:ln w="3175">
            <a:solidFill>
              <a:srgbClr val="42C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Freeform 1610"/>
          <p:cNvSpPr/>
          <p:nvPr/>
        </p:nvSpPr>
        <p:spPr>
          <a:xfrm>
            <a:off x="3949700" y="1193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1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3BFFC4"/>
          </a:solidFill>
          <a:ln w="3175">
            <a:solidFill>
              <a:srgbClr val="30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Freeform 1611"/>
          <p:cNvSpPr/>
          <p:nvPr/>
        </p:nvSpPr>
        <p:spPr>
          <a:xfrm>
            <a:off x="3987800" y="1193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33FFCC"/>
          </a:solidFill>
          <a:ln w="3175">
            <a:solidFill>
              <a:srgbClr val="29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Freeform 1612"/>
          <p:cNvSpPr/>
          <p:nvPr/>
        </p:nvSpPr>
        <p:spPr>
          <a:xfrm>
            <a:off x="4025900" y="11938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32FFCD"/>
          </a:solidFill>
          <a:ln w="3175">
            <a:solidFill>
              <a:srgbClr val="28C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Freeform 1613"/>
          <p:cNvSpPr/>
          <p:nvPr/>
        </p:nvSpPr>
        <p:spPr>
          <a:xfrm>
            <a:off x="4051300" y="1193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3BFFC4"/>
          </a:solidFill>
          <a:ln w="3175">
            <a:solidFill>
              <a:srgbClr val="2FC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Freeform 1614"/>
          <p:cNvSpPr/>
          <p:nvPr/>
        </p:nvSpPr>
        <p:spPr>
          <a:xfrm>
            <a:off x="4089400" y="11684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5"/>
                </a:lnTo>
                <a:lnTo>
                  <a:pt x="3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55FFAA"/>
          </a:solidFill>
          <a:ln w="3175">
            <a:solidFill>
              <a:srgbClr val="44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Freeform 1615"/>
          <p:cNvSpPr/>
          <p:nvPr/>
        </p:nvSpPr>
        <p:spPr>
          <a:xfrm>
            <a:off x="4127500" y="11303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6"/>
                </a:lnTo>
                <a:lnTo>
                  <a:pt x="2" y="0"/>
                </a:lnTo>
                <a:lnTo>
                  <a:pt x="0" y="3"/>
                </a:lnTo>
                <a:lnTo>
                  <a:pt x="1" y="8"/>
                </a:lnTo>
                <a:close/>
              </a:path>
            </a:pathLst>
          </a:custGeom>
          <a:solidFill>
            <a:srgbClr val="83FF7C"/>
          </a:solidFill>
          <a:ln w="3175">
            <a:solidFill>
              <a:srgbClr val="68C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Freeform 1616"/>
          <p:cNvSpPr/>
          <p:nvPr/>
        </p:nvSpPr>
        <p:spPr>
          <a:xfrm>
            <a:off x="4152900" y="10795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6"/>
                </a:lnTo>
                <a:lnTo>
                  <a:pt x="3" y="0"/>
                </a:lnTo>
                <a:lnTo>
                  <a:pt x="0" y="4"/>
                </a:lnTo>
                <a:lnTo>
                  <a:pt x="1" y="10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9FC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Freeform 1617"/>
          <p:cNvSpPr/>
          <p:nvPr/>
        </p:nvSpPr>
        <p:spPr>
          <a:xfrm>
            <a:off x="4191000" y="990600"/>
            <a:ext cx="50800" cy="165100"/>
          </a:xfrm>
          <a:custGeom>
            <a:avLst/>
            <a:gdLst/>
            <a:ahLst/>
            <a:cxnLst/>
            <a:rect l="l" t="t" r="r" b="b"/>
            <a:pathLst>
              <a:path w="4" h="13">
                <a:moveTo>
                  <a:pt x="1" y="13"/>
                </a:moveTo>
                <a:lnTo>
                  <a:pt x="4" y="5"/>
                </a:lnTo>
                <a:lnTo>
                  <a:pt x="3" y="0"/>
                </a:lnTo>
                <a:lnTo>
                  <a:pt x="0" y="7"/>
                </a:lnTo>
                <a:lnTo>
                  <a:pt x="1" y="13"/>
                </a:lnTo>
                <a:close/>
              </a:path>
            </a:pathLst>
          </a:custGeom>
          <a:solidFill>
            <a:srgbClr val="FFC000"/>
          </a:solidFill>
          <a:ln w="3175">
            <a:solidFill>
              <a:srgbClr val="CC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Freeform 1618"/>
          <p:cNvSpPr/>
          <p:nvPr/>
        </p:nvSpPr>
        <p:spPr>
          <a:xfrm>
            <a:off x="4229100" y="9779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6900"/>
          </a:solidFill>
          <a:ln w="3175">
            <a:solidFill>
              <a:srgbClr val="CC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Freeform 1619"/>
          <p:cNvSpPr/>
          <p:nvPr/>
        </p:nvSpPr>
        <p:spPr>
          <a:xfrm>
            <a:off x="4267200" y="9779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0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0" y="5"/>
                </a:lnTo>
                <a:close/>
              </a:path>
            </a:pathLst>
          </a:custGeom>
          <a:solidFill>
            <a:srgbClr val="FF5E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Freeform 1620"/>
          <p:cNvSpPr/>
          <p:nvPr/>
        </p:nvSpPr>
        <p:spPr>
          <a:xfrm>
            <a:off x="4292600" y="9652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5E00"/>
          </a:solidFill>
          <a:ln w="3175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Freeform 1621"/>
          <p:cNvSpPr/>
          <p:nvPr/>
        </p:nvSpPr>
        <p:spPr>
          <a:xfrm>
            <a:off x="33147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Freeform 1622"/>
          <p:cNvSpPr/>
          <p:nvPr/>
        </p:nvSpPr>
        <p:spPr>
          <a:xfrm>
            <a:off x="3352800" y="1447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Freeform 1623"/>
          <p:cNvSpPr/>
          <p:nvPr/>
        </p:nvSpPr>
        <p:spPr>
          <a:xfrm>
            <a:off x="3390900" y="1435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Freeform 1624"/>
          <p:cNvSpPr/>
          <p:nvPr/>
        </p:nvSpPr>
        <p:spPr>
          <a:xfrm>
            <a:off x="3416300" y="1435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Freeform 1625"/>
          <p:cNvSpPr/>
          <p:nvPr/>
        </p:nvSpPr>
        <p:spPr>
          <a:xfrm>
            <a:off x="34544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Freeform 1626"/>
          <p:cNvSpPr/>
          <p:nvPr/>
        </p:nvSpPr>
        <p:spPr>
          <a:xfrm>
            <a:off x="3492500" y="143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Freeform 1627"/>
          <p:cNvSpPr/>
          <p:nvPr/>
        </p:nvSpPr>
        <p:spPr>
          <a:xfrm>
            <a:off x="3530600" y="1422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Freeform 1628"/>
          <p:cNvSpPr/>
          <p:nvPr/>
        </p:nvSpPr>
        <p:spPr>
          <a:xfrm>
            <a:off x="3556000" y="1422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Freeform 1629"/>
          <p:cNvSpPr/>
          <p:nvPr/>
        </p:nvSpPr>
        <p:spPr>
          <a:xfrm>
            <a:off x="3594100" y="1422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Freeform 1630"/>
          <p:cNvSpPr/>
          <p:nvPr/>
        </p:nvSpPr>
        <p:spPr>
          <a:xfrm>
            <a:off x="36322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Freeform 1631"/>
          <p:cNvSpPr/>
          <p:nvPr/>
        </p:nvSpPr>
        <p:spPr>
          <a:xfrm>
            <a:off x="3657600" y="1409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Freeform 1632"/>
          <p:cNvSpPr/>
          <p:nvPr/>
        </p:nvSpPr>
        <p:spPr>
          <a:xfrm>
            <a:off x="3695700" y="1409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Freeform 1633"/>
          <p:cNvSpPr/>
          <p:nvPr/>
        </p:nvSpPr>
        <p:spPr>
          <a:xfrm>
            <a:off x="3733800" y="1409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2FF"/>
          </a:solidFill>
          <a:ln w="3175">
            <a:solidFill>
              <a:srgbClr val="000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Freeform 1634"/>
          <p:cNvSpPr/>
          <p:nvPr/>
        </p:nvSpPr>
        <p:spPr>
          <a:xfrm>
            <a:off x="37719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7FF"/>
          </a:solidFill>
          <a:ln w="3175">
            <a:solidFill>
              <a:srgbClr val="000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Freeform 1635"/>
          <p:cNvSpPr/>
          <p:nvPr/>
        </p:nvSpPr>
        <p:spPr>
          <a:xfrm>
            <a:off x="3797300" y="13081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"/>
                </a:lnTo>
                <a:lnTo>
                  <a:pt x="3" y="0"/>
                </a:lnTo>
                <a:lnTo>
                  <a:pt x="0" y="8"/>
                </a:lnTo>
                <a:lnTo>
                  <a:pt x="1" y="10"/>
                </a:lnTo>
                <a:close/>
              </a:path>
            </a:pathLst>
          </a:custGeom>
          <a:solidFill>
            <a:srgbClr val="0066FF"/>
          </a:solidFill>
          <a:ln w="3175">
            <a:solidFill>
              <a:srgbClr val="005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Freeform 1636"/>
          <p:cNvSpPr/>
          <p:nvPr/>
        </p:nvSpPr>
        <p:spPr>
          <a:xfrm>
            <a:off x="3835400" y="1143000"/>
            <a:ext cx="50800" cy="177800"/>
          </a:xfrm>
          <a:custGeom>
            <a:avLst/>
            <a:gdLst/>
            <a:ahLst/>
            <a:cxnLst/>
            <a:rect l="l" t="t" r="r" b="b"/>
            <a:pathLst>
              <a:path w="4" h="14">
                <a:moveTo>
                  <a:pt x="1" y="14"/>
                </a:moveTo>
                <a:lnTo>
                  <a:pt x="4" y="1"/>
                </a:lnTo>
                <a:lnTo>
                  <a:pt x="3" y="0"/>
                </a:lnTo>
                <a:lnTo>
                  <a:pt x="0" y="13"/>
                </a:lnTo>
                <a:lnTo>
                  <a:pt x="1" y="14"/>
                </a:lnTo>
                <a:close/>
              </a:path>
            </a:pathLst>
          </a:custGeom>
          <a:solidFill>
            <a:srgbClr val="4BFFB4"/>
          </a:solidFill>
          <a:ln w="3175">
            <a:solidFill>
              <a:srgbClr val="3CC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Freeform 1637"/>
          <p:cNvSpPr/>
          <p:nvPr/>
        </p:nvSpPr>
        <p:spPr>
          <a:xfrm>
            <a:off x="3873500" y="1130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2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D4FF2B"/>
          </a:solidFill>
          <a:ln w="3175">
            <a:solidFill>
              <a:srgbClr val="AAC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Freeform 1638"/>
          <p:cNvSpPr/>
          <p:nvPr/>
        </p:nvSpPr>
        <p:spPr>
          <a:xfrm>
            <a:off x="3898900" y="1130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4"/>
                </a:moveTo>
                <a:lnTo>
                  <a:pt x="4" y="5"/>
                </a:lnTo>
                <a:lnTo>
                  <a:pt x="3" y="1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C2FF3D"/>
          </a:solidFill>
          <a:ln w="3175">
            <a:solidFill>
              <a:srgbClr val="9BC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Freeform 1639"/>
          <p:cNvSpPr/>
          <p:nvPr/>
        </p:nvSpPr>
        <p:spPr>
          <a:xfrm>
            <a:off x="3937000" y="1130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5"/>
                </a:moveTo>
                <a:lnTo>
                  <a:pt x="4" y="6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AEFF51"/>
          </a:solidFill>
          <a:ln w="3175">
            <a:solidFill>
              <a:srgbClr val="8CC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Freeform 1640"/>
          <p:cNvSpPr/>
          <p:nvPr/>
        </p:nvSpPr>
        <p:spPr>
          <a:xfrm>
            <a:off x="3975100" y="1130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AAFF55"/>
          </a:solidFill>
          <a:ln w="3175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Freeform 1641"/>
          <p:cNvSpPr/>
          <p:nvPr/>
        </p:nvSpPr>
        <p:spPr>
          <a:xfrm>
            <a:off x="4013200" y="11303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AAFF55"/>
          </a:solidFill>
          <a:ln w="3175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Freeform 1642"/>
          <p:cNvSpPr/>
          <p:nvPr/>
        </p:nvSpPr>
        <p:spPr>
          <a:xfrm>
            <a:off x="4038600" y="1130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ABFF54"/>
          </a:solidFill>
          <a:ln w="3175">
            <a:solidFill>
              <a:srgbClr val="89C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Freeform 1643"/>
          <p:cNvSpPr/>
          <p:nvPr/>
        </p:nvSpPr>
        <p:spPr>
          <a:xfrm>
            <a:off x="4076700" y="1117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B6FF49"/>
          </a:solidFill>
          <a:ln w="3175">
            <a:solidFill>
              <a:srgbClr val="92C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Freeform 1644"/>
          <p:cNvSpPr/>
          <p:nvPr/>
        </p:nvSpPr>
        <p:spPr>
          <a:xfrm>
            <a:off x="4114800" y="10795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4"/>
                </a:lnTo>
                <a:lnTo>
                  <a:pt x="2" y="0"/>
                </a:lnTo>
                <a:lnTo>
                  <a:pt x="0" y="3"/>
                </a:lnTo>
                <a:lnTo>
                  <a:pt x="1" y="7"/>
                </a:lnTo>
                <a:close/>
              </a:path>
            </a:pathLst>
          </a:custGeom>
          <a:solidFill>
            <a:srgbClr val="DBFF24"/>
          </a:solidFill>
          <a:ln w="3175">
            <a:solidFill>
              <a:srgbClr val="AFC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Freeform 1645"/>
          <p:cNvSpPr/>
          <p:nvPr/>
        </p:nvSpPr>
        <p:spPr>
          <a:xfrm>
            <a:off x="4140200" y="10287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4"/>
                </a:lnTo>
                <a:lnTo>
                  <a:pt x="3" y="0"/>
                </a:lnTo>
                <a:lnTo>
                  <a:pt x="0" y="4"/>
                </a:lnTo>
                <a:lnTo>
                  <a:pt x="1" y="8"/>
                </a:lnTo>
                <a:close/>
              </a:path>
            </a:pathLst>
          </a:custGeom>
          <a:solidFill>
            <a:srgbClr val="FFDE00"/>
          </a:solidFill>
          <a:ln w="3175">
            <a:solidFill>
              <a:srgbClr val="CCB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Freeform 1646"/>
          <p:cNvSpPr/>
          <p:nvPr/>
        </p:nvSpPr>
        <p:spPr>
          <a:xfrm>
            <a:off x="4178300" y="9525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3"/>
                </a:lnTo>
                <a:lnTo>
                  <a:pt x="3" y="0"/>
                </a:lnTo>
                <a:lnTo>
                  <a:pt x="0" y="6"/>
                </a:lnTo>
                <a:lnTo>
                  <a:pt x="1" y="10"/>
                </a:lnTo>
                <a:close/>
              </a:path>
            </a:pathLst>
          </a:custGeom>
          <a:solidFill>
            <a:srgbClr val="FF6A00"/>
          </a:solidFill>
          <a:ln w="3175"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Freeform 1647"/>
          <p:cNvSpPr/>
          <p:nvPr/>
        </p:nvSpPr>
        <p:spPr>
          <a:xfrm>
            <a:off x="4216400" y="927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FF1600"/>
          </a:solidFill>
          <a:ln w="3175">
            <a:solidFill>
              <a:srgbClr val="CC1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Freeform 1648"/>
          <p:cNvSpPr/>
          <p:nvPr/>
        </p:nvSpPr>
        <p:spPr>
          <a:xfrm>
            <a:off x="4254500" y="927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FF0C00"/>
          </a:solidFill>
          <a:ln w="3175">
            <a:solidFill>
              <a:srgbClr val="CC0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Freeform 1649"/>
          <p:cNvSpPr/>
          <p:nvPr/>
        </p:nvSpPr>
        <p:spPr>
          <a:xfrm>
            <a:off x="4279900" y="927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FF0C00"/>
          </a:solidFill>
          <a:ln w="3175">
            <a:solidFill>
              <a:srgbClr val="CC0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Freeform 1650"/>
          <p:cNvSpPr/>
          <p:nvPr/>
        </p:nvSpPr>
        <p:spPr>
          <a:xfrm>
            <a:off x="33020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Freeform 1651"/>
          <p:cNvSpPr/>
          <p:nvPr/>
        </p:nvSpPr>
        <p:spPr>
          <a:xfrm>
            <a:off x="3340100" y="140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Freeform 1652"/>
          <p:cNvSpPr/>
          <p:nvPr/>
        </p:nvSpPr>
        <p:spPr>
          <a:xfrm>
            <a:off x="3378200" y="1409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Freeform 1653"/>
          <p:cNvSpPr/>
          <p:nvPr/>
        </p:nvSpPr>
        <p:spPr>
          <a:xfrm>
            <a:off x="34036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Freeform 1654"/>
          <p:cNvSpPr/>
          <p:nvPr/>
        </p:nvSpPr>
        <p:spPr>
          <a:xfrm>
            <a:off x="34417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Freeform 1655"/>
          <p:cNvSpPr/>
          <p:nvPr/>
        </p:nvSpPr>
        <p:spPr>
          <a:xfrm>
            <a:off x="3479800" y="139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Freeform 1656"/>
          <p:cNvSpPr/>
          <p:nvPr/>
        </p:nvSpPr>
        <p:spPr>
          <a:xfrm>
            <a:off x="3517900" y="139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Freeform 1657"/>
          <p:cNvSpPr/>
          <p:nvPr/>
        </p:nvSpPr>
        <p:spPr>
          <a:xfrm>
            <a:off x="35433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Freeform 1658"/>
          <p:cNvSpPr/>
          <p:nvPr/>
        </p:nvSpPr>
        <p:spPr>
          <a:xfrm>
            <a:off x="35814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Freeform 1659"/>
          <p:cNvSpPr/>
          <p:nvPr/>
        </p:nvSpPr>
        <p:spPr>
          <a:xfrm>
            <a:off x="3619500" y="1384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Freeform 1660"/>
          <p:cNvSpPr/>
          <p:nvPr/>
        </p:nvSpPr>
        <p:spPr>
          <a:xfrm>
            <a:off x="3644900" y="138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Freeform 1661"/>
          <p:cNvSpPr/>
          <p:nvPr/>
        </p:nvSpPr>
        <p:spPr>
          <a:xfrm>
            <a:off x="36830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Freeform 1662"/>
          <p:cNvSpPr/>
          <p:nvPr/>
        </p:nvSpPr>
        <p:spPr>
          <a:xfrm>
            <a:off x="37211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6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Freeform 1663"/>
          <p:cNvSpPr/>
          <p:nvPr/>
        </p:nvSpPr>
        <p:spPr>
          <a:xfrm>
            <a:off x="375920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Freeform 1664"/>
          <p:cNvSpPr/>
          <p:nvPr/>
        </p:nvSpPr>
        <p:spPr>
          <a:xfrm>
            <a:off x="3784600" y="12954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9"/>
                </a:lnTo>
                <a:close/>
              </a:path>
            </a:pathLst>
          </a:custGeom>
          <a:solidFill>
            <a:srgbClr val="007FFF"/>
          </a:solidFill>
          <a:ln w="3175">
            <a:solidFill>
              <a:srgbClr val="006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Freeform 1665"/>
          <p:cNvSpPr/>
          <p:nvPr/>
        </p:nvSpPr>
        <p:spPr>
          <a:xfrm>
            <a:off x="3822700" y="1143000"/>
            <a:ext cx="50800" cy="165100"/>
          </a:xfrm>
          <a:custGeom>
            <a:avLst/>
            <a:gdLst/>
            <a:ahLst/>
            <a:cxnLst/>
            <a:rect l="l" t="t" r="r" b="b"/>
            <a:pathLst>
              <a:path w="4" h="13">
                <a:moveTo>
                  <a:pt x="1" y="13"/>
                </a:moveTo>
                <a:lnTo>
                  <a:pt x="4" y="0"/>
                </a:lnTo>
                <a:lnTo>
                  <a:pt x="3" y="0"/>
                </a:lnTo>
                <a:lnTo>
                  <a:pt x="0" y="12"/>
                </a:lnTo>
                <a:lnTo>
                  <a:pt x="1" y="13"/>
                </a:lnTo>
                <a:close/>
              </a:path>
            </a:pathLst>
          </a:custGeom>
          <a:solidFill>
            <a:srgbClr val="50FFAF"/>
          </a:solidFill>
          <a:ln w="3175">
            <a:solidFill>
              <a:srgbClr val="40C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Freeform 1666"/>
          <p:cNvSpPr/>
          <p:nvPr/>
        </p:nvSpPr>
        <p:spPr>
          <a:xfrm>
            <a:off x="3860800" y="110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EBFF14"/>
          </a:solidFill>
          <a:ln w="3175">
            <a:solidFill>
              <a:srgbClr val="BCC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Freeform 1667"/>
          <p:cNvSpPr/>
          <p:nvPr/>
        </p:nvSpPr>
        <p:spPr>
          <a:xfrm>
            <a:off x="3886200" y="10795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4"/>
                </a:moveTo>
                <a:lnTo>
                  <a:pt x="4" y="5"/>
                </a:lnTo>
                <a:lnTo>
                  <a:pt x="3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FFF900"/>
          </a:solidFill>
          <a:ln w="3175">
            <a:solidFill>
              <a:srgbClr val="CCC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Freeform 1668"/>
          <p:cNvSpPr/>
          <p:nvPr/>
        </p:nvSpPr>
        <p:spPr>
          <a:xfrm>
            <a:off x="3924300" y="1066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F200"/>
          </a:solidFill>
          <a:ln w="3175">
            <a:solidFill>
              <a:srgbClr val="CC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Freeform 1669"/>
          <p:cNvSpPr/>
          <p:nvPr/>
        </p:nvSpPr>
        <p:spPr>
          <a:xfrm>
            <a:off x="3962400" y="1066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Freeform 1670"/>
          <p:cNvSpPr/>
          <p:nvPr/>
        </p:nvSpPr>
        <p:spPr>
          <a:xfrm>
            <a:off x="4000500" y="1066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Freeform 1671"/>
          <p:cNvSpPr/>
          <p:nvPr/>
        </p:nvSpPr>
        <p:spPr>
          <a:xfrm>
            <a:off x="4025900" y="1066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Freeform 1672"/>
          <p:cNvSpPr/>
          <p:nvPr/>
        </p:nvSpPr>
        <p:spPr>
          <a:xfrm>
            <a:off x="4064000" y="1066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FFF500"/>
          </a:solidFill>
          <a:ln w="3175">
            <a:solidFill>
              <a:srgbClr val="CC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Freeform 1673"/>
          <p:cNvSpPr/>
          <p:nvPr/>
        </p:nvSpPr>
        <p:spPr>
          <a:xfrm>
            <a:off x="4102100" y="1054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FFE500"/>
          </a:solidFill>
          <a:ln w="3175">
            <a:solidFill>
              <a:srgbClr val="CCB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Freeform 1674"/>
          <p:cNvSpPr/>
          <p:nvPr/>
        </p:nvSpPr>
        <p:spPr>
          <a:xfrm>
            <a:off x="4127500" y="1003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2"/>
                </a:lnTo>
                <a:lnTo>
                  <a:pt x="3" y="0"/>
                </a:lnTo>
                <a:lnTo>
                  <a:pt x="0" y="4"/>
                </a:lnTo>
                <a:lnTo>
                  <a:pt x="1" y="6"/>
                </a:lnTo>
                <a:close/>
              </a:path>
            </a:pathLst>
          </a:custGeom>
          <a:solidFill>
            <a:srgbClr val="FFA700"/>
          </a:solidFill>
          <a:ln w="3175">
            <a:solidFill>
              <a:srgbClr val="CC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Freeform 1675"/>
          <p:cNvSpPr/>
          <p:nvPr/>
        </p:nvSpPr>
        <p:spPr>
          <a:xfrm>
            <a:off x="4165600" y="9144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3"/>
                </a:lnTo>
                <a:lnTo>
                  <a:pt x="3" y="0"/>
                </a:lnTo>
                <a:lnTo>
                  <a:pt x="0" y="7"/>
                </a:lnTo>
                <a:lnTo>
                  <a:pt x="1" y="9"/>
                </a:lnTo>
                <a:close/>
              </a:path>
            </a:pathLst>
          </a:custGeom>
          <a:solidFill>
            <a:srgbClr val="FF3400"/>
          </a:solidFill>
          <a:ln w="3175">
            <a:solidFill>
              <a:srgbClr val="CC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Freeform 1676"/>
          <p:cNvSpPr/>
          <p:nvPr/>
        </p:nvSpPr>
        <p:spPr>
          <a:xfrm>
            <a:off x="4203700" y="901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E10000"/>
          </a:solidFill>
          <a:ln w="3175"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Freeform 1677"/>
          <p:cNvSpPr/>
          <p:nvPr/>
        </p:nvSpPr>
        <p:spPr>
          <a:xfrm>
            <a:off x="4241800" y="901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D8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Freeform 1678"/>
          <p:cNvSpPr/>
          <p:nvPr/>
        </p:nvSpPr>
        <p:spPr>
          <a:xfrm>
            <a:off x="4267200" y="889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D8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Freeform 1679"/>
          <p:cNvSpPr/>
          <p:nvPr/>
        </p:nvSpPr>
        <p:spPr>
          <a:xfrm>
            <a:off x="32893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Freeform 1680"/>
          <p:cNvSpPr/>
          <p:nvPr/>
        </p:nvSpPr>
        <p:spPr>
          <a:xfrm>
            <a:off x="33274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Freeform 1681"/>
          <p:cNvSpPr/>
          <p:nvPr/>
        </p:nvSpPr>
        <p:spPr>
          <a:xfrm>
            <a:off x="3365500" y="1384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Freeform 1682"/>
          <p:cNvSpPr/>
          <p:nvPr/>
        </p:nvSpPr>
        <p:spPr>
          <a:xfrm>
            <a:off x="3390900" y="138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Freeform 1683"/>
          <p:cNvSpPr/>
          <p:nvPr/>
        </p:nvSpPr>
        <p:spPr>
          <a:xfrm>
            <a:off x="3429000" y="137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Freeform 1684"/>
          <p:cNvSpPr/>
          <p:nvPr/>
        </p:nvSpPr>
        <p:spPr>
          <a:xfrm>
            <a:off x="3467100" y="137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Freeform 1685"/>
          <p:cNvSpPr/>
          <p:nvPr/>
        </p:nvSpPr>
        <p:spPr>
          <a:xfrm>
            <a:off x="3505200" y="137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Freeform 1686"/>
          <p:cNvSpPr/>
          <p:nvPr/>
        </p:nvSpPr>
        <p:spPr>
          <a:xfrm>
            <a:off x="3530600" y="137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Freeform 1687"/>
          <p:cNvSpPr/>
          <p:nvPr/>
        </p:nvSpPr>
        <p:spPr>
          <a:xfrm>
            <a:off x="35687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Freeform 1688"/>
          <p:cNvSpPr/>
          <p:nvPr/>
        </p:nvSpPr>
        <p:spPr>
          <a:xfrm>
            <a:off x="3606800" y="135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Freeform 1689"/>
          <p:cNvSpPr/>
          <p:nvPr/>
        </p:nvSpPr>
        <p:spPr>
          <a:xfrm>
            <a:off x="36322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Freeform 1690"/>
          <p:cNvSpPr/>
          <p:nvPr/>
        </p:nvSpPr>
        <p:spPr>
          <a:xfrm>
            <a:off x="36703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Freeform 1691"/>
          <p:cNvSpPr/>
          <p:nvPr/>
        </p:nvSpPr>
        <p:spPr>
          <a:xfrm>
            <a:off x="3708400" y="134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AFF"/>
          </a:solidFill>
          <a:ln w="3175">
            <a:solidFill>
              <a:srgbClr val="004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Freeform 1692"/>
          <p:cNvSpPr/>
          <p:nvPr/>
        </p:nvSpPr>
        <p:spPr>
          <a:xfrm>
            <a:off x="3746500" y="134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9FF"/>
          </a:solidFill>
          <a:ln w="3175">
            <a:solidFill>
              <a:srgbClr val="004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Freeform 1693"/>
          <p:cNvSpPr/>
          <p:nvPr/>
        </p:nvSpPr>
        <p:spPr>
          <a:xfrm>
            <a:off x="3771900" y="12700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2"/>
                </a:lnTo>
                <a:lnTo>
                  <a:pt x="3" y="0"/>
                </a:lnTo>
                <a:lnTo>
                  <a:pt x="0" y="6"/>
                </a:lnTo>
                <a:lnTo>
                  <a:pt x="1" y="8"/>
                </a:lnTo>
                <a:close/>
              </a:path>
            </a:pathLst>
          </a:custGeom>
          <a:solidFill>
            <a:srgbClr val="009BFF"/>
          </a:solidFill>
          <a:ln w="3175">
            <a:solidFill>
              <a:srgbClr val="007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Freeform 1694"/>
          <p:cNvSpPr/>
          <p:nvPr/>
        </p:nvSpPr>
        <p:spPr>
          <a:xfrm>
            <a:off x="3810000" y="1117600"/>
            <a:ext cx="50800" cy="177800"/>
          </a:xfrm>
          <a:custGeom>
            <a:avLst/>
            <a:gdLst/>
            <a:ahLst/>
            <a:cxnLst/>
            <a:rect l="l" t="t" r="r" b="b"/>
            <a:pathLst>
              <a:path w="4" h="14">
                <a:moveTo>
                  <a:pt x="1" y="14"/>
                </a:moveTo>
                <a:lnTo>
                  <a:pt x="4" y="2"/>
                </a:lnTo>
                <a:lnTo>
                  <a:pt x="3" y="0"/>
                </a:lnTo>
                <a:lnTo>
                  <a:pt x="0" y="12"/>
                </a:lnTo>
                <a:lnTo>
                  <a:pt x="1" y="14"/>
                </a:lnTo>
                <a:close/>
              </a:path>
            </a:pathLst>
          </a:custGeom>
          <a:solidFill>
            <a:srgbClr val="60FF9F"/>
          </a:solidFill>
          <a:ln w="3175">
            <a:solidFill>
              <a:srgbClr val="4DC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Freeform 1695"/>
          <p:cNvSpPr/>
          <p:nvPr/>
        </p:nvSpPr>
        <p:spPr>
          <a:xfrm>
            <a:off x="3848100" y="10414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5"/>
                </a:lnTo>
                <a:lnTo>
                  <a:pt x="2" y="0"/>
                </a:lnTo>
                <a:lnTo>
                  <a:pt x="0" y="6"/>
                </a:lnTo>
                <a:lnTo>
                  <a:pt x="1" y="8"/>
                </a:lnTo>
                <a:close/>
              </a:path>
            </a:pathLst>
          </a:custGeom>
          <a:solidFill>
            <a:srgbClr val="FFF100"/>
          </a:solidFill>
          <a:ln w="3175">
            <a:solidFill>
              <a:srgbClr val="CCC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Freeform 1696"/>
          <p:cNvSpPr/>
          <p:nvPr/>
        </p:nvSpPr>
        <p:spPr>
          <a:xfrm>
            <a:off x="3873500" y="10160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5"/>
                </a:lnTo>
                <a:lnTo>
                  <a:pt x="3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FFAC00"/>
          </a:solidFill>
          <a:ln w="3175">
            <a:solidFill>
              <a:srgbClr val="CC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Freeform 1697"/>
          <p:cNvSpPr/>
          <p:nvPr/>
        </p:nvSpPr>
        <p:spPr>
          <a:xfrm>
            <a:off x="3911600" y="10033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9000"/>
          </a:solidFill>
          <a:ln w="3175">
            <a:solidFill>
              <a:srgbClr val="CC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Freeform 1698"/>
          <p:cNvSpPr/>
          <p:nvPr/>
        </p:nvSpPr>
        <p:spPr>
          <a:xfrm>
            <a:off x="3949700" y="990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Freeform 1699"/>
          <p:cNvSpPr/>
          <p:nvPr/>
        </p:nvSpPr>
        <p:spPr>
          <a:xfrm>
            <a:off x="3987800" y="9906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8A00"/>
          </a:solidFill>
          <a:ln w="3175">
            <a:solidFill>
              <a:srgbClr val="CC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Freeform 1700"/>
          <p:cNvSpPr/>
          <p:nvPr/>
        </p:nvSpPr>
        <p:spPr>
          <a:xfrm>
            <a:off x="4013200" y="990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8C00"/>
          </a:solidFill>
          <a:ln w="3175">
            <a:solidFill>
              <a:srgbClr val="C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Freeform 1701"/>
          <p:cNvSpPr/>
          <p:nvPr/>
        </p:nvSpPr>
        <p:spPr>
          <a:xfrm>
            <a:off x="4051300" y="990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1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9900"/>
          </a:solidFill>
          <a:ln w="3175">
            <a:solidFill>
              <a:srgbClr val="CC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Freeform 1702"/>
          <p:cNvSpPr/>
          <p:nvPr/>
        </p:nvSpPr>
        <p:spPr>
          <a:xfrm>
            <a:off x="4089400" y="9906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9900"/>
          </a:solidFill>
          <a:ln w="3175">
            <a:solidFill>
              <a:srgbClr val="CC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Freeform 1703"/>
          <p:cNvSpPr/>
          <p:nvPr/>
        </p:nvSpPr>
        <p:spPr>
          <a:xfrm>
            <a:off x="4114800" y="9779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7300"/>
          </a:solidFill>
          <a:ln w="3175">
            <a:solidFill>
              <a:srgbClr val="CC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Freeform 1704"/>
          <p:cNvSpPr/>
          <p:nvPr/>
        </p:nvSpPr>
        <p:spPr>
          <a:xfrm>
            <a:off x="4152900" y="8890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2"/>
                </a:lnTo>
                <a:lnTo>
                  <a:pt x="3" y="0"/>
                </a:lnTo>
                <a:lnTo>
                  <a:pt x="0" y="7"/>
                </a:lnTo>
                <a:lnTo>
                  <a:pt x="1" y="9"/>
                </a:lnTo>
                <a:close/>
              </a:path>
            </a:pathLst>
          </a:custGeom>
          <a:solidFill>
            <a:srgbClr val="FF0E00"/>
          </a:solidFill>
          <a:ln w="3175">
            <a:solidFill>
              <a:srgbClr val="CC0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Freeform 1705"/>
          <p:cNvSpPr/>
          <p:nvPr/>
        </p:nvSpPr>
        <p:spPr>
          <a:xfrm>
            <a:off x="4191000" y="876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BC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Freeform 1706"/>
          <p:cNvSpPr/>
          <p:nvPr/>
        </p:nvSpPr>
        <p:spPr>
          <a:xfrm>
            <a:off x="4229100" y="86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B20000"/>
          </a:solidFill>
          <a:ln w="3175">
            <a:solidFill>
              <a:srgbClr val="8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Freeform 1707"/>
          <p:cNvSpPr/>
          <p:nvPr/>
        </p:nvSpPr>
        <p:spPr>
          <a:xfrm>
            <a:off x="4254500" y="86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B20000"/>
          </a:solidFill>
          <a:ln w="3175">
            <a:solidFill>
              <a:srgbClr val="8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Freeform 1708"/>
          <p:cNvSpPr/>
          <p:nvPr/>
        </p:nvSpPr>
        <p:spPr>
          <a:xfrm>
            <a:off x="32766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Freeform 1709"/>
          <p:cNvSpPr/>
          <p:nvPr/>
        </p:nvSpPr>
        <p:spPr>
          <a:xfrm>
            <a:off x="3314700" y="137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Freeform 1710"/>
          <p:cNvSpPr/>
          <p:nvPr/>
        </p:nvSpPr>
        <p:spPr>
          <a:xfrm>
            <a:off x="3352800" y="137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Freeform 1711"/>
          <p:cNvSpPr/>
          <p:nvPr/>
        </p:nvSpPr>
        <p:spPr>
          <a:xfrm>
            <a:off x="33782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Freeform 1712"/>
          <p:cNvSpPr/>
          <p:nvPr/>
        </p:nvSpPr>
        <p:spPr>
          <a:xfrm>
            <a:off x="3416300" y="135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Freeform 1713"/>
          <p:cNvSpPr/>
          <p:nvPr/>
        </p:nvSpPr>
        <p:spPr>
          <a:xfrm>
            <a:off x="34544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Freeform 1714"/>
          <p:cNvSpPr/>
          <p:nvPr/>
        </p:nvSpPr>
        <p:spPr>
          <a:xfrm>
            <a:off x="34925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Freeform 1715"/>
          <p:cNvSpPr/>
          <p:nvPr/>
        </p:nvSpPr>
        <p:spPr>
          <a:xfrm>
            <a:off x="3517900" y="134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Freeform 1716"/>
          <p:cNvSpPr/>
          <p:nvPr/>
        </p:nvSpPr>
        <p:spPr>
          <a:xfrm>
            <a:off x="3556000" y="134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Freeform 1717"/>
          <p:cNvSpPr/>
          <p:nvPr/>
        </p:nvSpPr>
        <p:spPr>
          <a:xfrm>
            <a:off x="35941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Freeform 1718"/>
          <p:cNvSpPr/>
          <p:nvPr/>
        </p:nvSpPr>
        <p:spPr>
          <a:xfrm>
            <a:off x="36195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Freeform 1719"/>
          <p:cNvSpPr/>
          <p:nvPr/>
        </p:nvSpPr>
        <p:spPr>
          <a:xfrm>
            <a:off x="3657600" y="1333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6E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Freeform 1720"/>
          <p:cNvSpPr/>
          <p:nvPr/>
        </p:nvSpPr>
        <p:spPr>
          <a:xfrm>
            <a:off x="3695700" y="1333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Freeform 1721"/>
          <p:cNvSpPr/>
          <p:nvPr/>
        </p:nvSpPr>
        <p:spPr>
          <a:xfrm>
            <a:off x="37338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Freeform 1722"/>
          <p:cNvSpPr/>
          <p:nvPr/>
        </p:nvSpPr>
        <p:spPr>
          <a:xfrm>
            <a:off x="3759200" y="12446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2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B3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Freeform 1723"/>
          <p:cNvSpPr/>
          <p:nvPr/>
        </p:nvSpPr>
        <p:spPr>
          <a:xfrm>
            <a:off x="3797300" y="1092200"/>
            <a:ext cx="50800" cy="177800"/>
          </a:xfrm>
          <a:custGeom>
            <a:avLst/>
            <a:gdLst/>
            <a:ahLst/>
            <a:cxnLst/>
            <a:rect l="l" t="t" r="r" b="b"/>
            <a:pathLst>
              <a:path w="4" h="14">
                <a:moveTo>
                  <a:pt x="1" y="14"/>
                </a:moveTo>
                <a:lnTo>
                  <a:pt x="4" y="2"/>
                </a:lnTo>
                <a:lnTo>
                  <a:pt x="3" y="0"/>
                </a:lnTo>
                <a:lnTo>
                  <a:pt x="0" y="12"/>
                </a:lnTo>
                <a:lnTo>
                  <a:pt x="1" y="14"/>
                </a:lnTo>
                <a:close/>
              </a:path>
            </a:pathLst>
          </a:custGeom>
          <a:solidFill>
            <a:srgbClr val="79FF86"/>
          </a:solidFill>
          <a:ln w="3175">
            <a:solidFill>
              <a:srgbClr val="61C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Freeform 1724"/>
          <p:cNvSpPr/>
          <p:nvPr/>
        </p:nvSpPr>
        <p:spPr>
          <a:xfrm>
            <a:off x="3835400" y="939800"/>
            <a:ext cx="38100" cy="177800"/>
          </a:xfrm>
          <a:custGeom>
            <a:avLst/>
            <a:gdLst/>
            <a:ahLst/>
            <a:cxnLst/>
            <a:rect l="l" t="t" r="r" b="b"/>
            <a:pathLst>
              <a:path w="3" h="14">
                <a:moveTo>
                  <a:pt x="1" y="14"/>
                </a:moveTo>
                <a:lnTo>
                  <a:pt x="3" y="8"/>
                </a:lnTo>
                <a:lnTo>
                  <a:pt x="2" y="0"/>
                </a:lnTo>
                <a:lnTo>
                  <a:pt x="0" y="12"/>
                </a:lnTo>
                <a:lnTo>
                  <a:pt x="1" y="14"/>
                </a:lnTo>
                <a:close/>
              </a:path>
            </a:pathLst>
          </a:custGeom>
          <a:solidFill>
            <a:srgbClr val="FFA600"/>
          </a:solidFill>
          <a:ln w="3175">
            <a:solidFill>
              <a:srgbClr val="CC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Freeform 1725"/>
          <p:cNvSpPr/>
          <p:nvPr/>
        </p:nvSpPr>
        <p:spPr>
          <a:xfrm>
            <a:off x="3860800" y="9017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9"/>
                </a:lnTo>
                <a:lnTo>
                  <a:pt x="3" y="0"/>
                </a:lnTo>
                <a:lnTo>
                  <a:pt x="0" y="3"/>
                </a:lnTo>
                <a:lnTo>
                  <a:pt x="1" y="11"/>
                </a:lnTo>
                <a:close/>
              </a:path>
            </a:pathLst>
          </a:custGeom>
          <a:solidFill>
            <a:srgbClr val="FF2900"/>
          </a:solidFill>
          <a:ln w="3175">
            <a:solidFill>
              <a:srgbClr val="CC2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Freeform 1726"/>
          <p:cNvSpPr/>
          <p:nvPr/>
        </p:nvSpPr>
        <p:spPr>
          <a:xfrm>
            <a:off x="3898900" y="8890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9"/>
                </a:lnTo>
                <a:lnTo>
                  <a:pt x="3" y="0"/>
                </a:lnTo>
                <a:lnTo>
                  <a:pt x="0" y="1"/>
                </a:lnTo>
                <a:lnTo>
                  <a:pt x="1" y="10"/>
                </a:lnTo>
                <a:close/>
              </a:path>
            </a:pathLst>
          </a:custGeom>
          <a:solidFill>
            <a:srgbClr val="FF0700"/>
          </a:solidFill>
          <a:ln w="3175">
            <a:solidFill>
              <a:srgbClr val="CC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Freeform 1727"/>
          <p:cNvSpPr/>
          <p:nvPr/>
        </p:nvSpPr>
        <p:spPr>
          <a:xfrm>
            <a:off x="3937000" y="8890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FF0000"/>
          </a:solidFill>
          <a:ln w="317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Freeform 1728"/>
          <p:cNvSpPr/>
          <p:nvPr/>
        </p:nvSpPr>
        <p:spPr>
          <a:xfrm>
            <a:off x="3975100" y="8890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FE0000"/>
          </a:solidFill>
          <a:ln w="3175">
            <a:solidFill>
              <a:srgbClr val="C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Freeform 1729"/>
          <p:cNvSpPr/>
          <p:nvPr/>
        </p:nvSpPr>
        <p:spPr>
          <a:xfrm>
            <a:off x="4000500" y="8890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FF0200"/>
          </a:solidFill>
          <a:ln w="3175">
            <a:solidFill>
              <a:srgbClr val="CC0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Freeform 1730"/>
          <p:cNvSpPr/>
          <p:nvPr/>
        </p:nvSpPr>
        <p:spPr>
          <a:xfrm>
            <a:off x="4038600" y="8890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8"/>
                </a:moveTo>
                <a:lnTo>
                  <a:pt x="4" y="9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FF0D00"/>
          </a:solidFill>
          <a:ln w="3175">
            <a:solidFill>
              <a:srgbClr val="CC0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Freeform 1731"/>
          <p:cNvSpPr/>
          <p:nvPr/>
        </p:nvSpPr>
        <p:spPr>
          <a:xfrm>
            <a:off x="4076700" y="8763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9"/>
                </a:lnTo>
                <a:lnTo>
                  <a:pt x="2" y="0"/>
                </a:lnTo>
                <a:lnTo>
                  <a:pt x="0" y="1"/>
                </a:lnTo>
                <a:lnTo>
                  <a:pt x="1" y="10"/>
                </a:lnTo>
                <a:close/>
              </a:path>
            </a:pathLst>
          </a:custGeom>
          <a:solidFill>
            <a:srgbClr val="FF1000"/>
          </a:solidFill>
          <a:ln w="3175">
            <a:solidFill>
              <a:srgbClr val="CC0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Freeform 1732"/>
          <p:cNvSpPr/>
          <p:nvPr/>
        </p:nvSpPr>
        <p:spPr>
          <a:xfrm>
            <a:off x="4102100" y="8763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FF0200"/>
          </a:solidFill>
          <a:ln w="3175">
            <a:solidFill>
              <a:srgbClr val="CC0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Freeform 1733"/>
          <p:cNvSpPr/>
          <p:nvPr/>
        </p:nvSpPr>
        <p:spPr>
          <a:xfrm>
            <a:off x="4140200" y="8636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D00000"/>
          </a:solidFill>
          <a:ln w="3175">
            <a:solidFill>
              <a:srgbClr val="A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Freeform 1734"/>
          <p:cNvSpPr/>
          <p:nvPr/>
        </p:nvSpPr>
        <p:spPr>
          <a:xfrm>
            <a:off x="4178300" y="85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D0000"/>
          </a:solidFill>
          <a:ln w="3175">
            <a:solidFill>
              <a:srgbClr val="7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Freeform 1735"/>
          <p:cNvSpPr/>
          <p:nvPr/>
        </p:nvSpPr>
        <p:spPr>
          <a:xfrm>
            <a:off x="4216400" y="838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30000"/>
          </a:solidFill>
          <a:ln w="3175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Freeform 1736"/>
          <p:cNvSpPr/>
          <p:nvPr/>
        </p:nvSpPr>
        <p:spPr>
          <a:xfrm>
            <a:off x="4241800" y="838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30000"/>
          </a:solidFill>
          <a:ln w="3175">
            <a:solidFill>
              <a:srgbClr val="7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Freeform 1737"/>
          <p:cNvSpPr/>
          <p:nvPr/>
        </p:nvSpPr>
        <p:spPr>
          <a:xfrm>
            <a:off x="32639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Freeform 1738"/>
          <p:cNvSpPr/>
          <p:nvPr/>
        </p:nvSpPr>
        <p:spPr>
          <a:xfrm>
            <a:off x="33020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Freeform 1739"/>
          <p:cNvSpPr/>
          <p:nvPr/>
        </p:nvSpPr>
        <p:spPr>
          <a:xfrm>
            <a:off x="3340100" y="135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Freeform 1740"/>
          <p:cNvSpPr/>
          <p:nvPr/>
        </p:nvSpPr>
        <p:spPr>
          <a:xfrm>
            <a:off x="33655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Freeform 1741"/>
          <p:cNvSpPr/>
          <p:nvPr/>
        </p:nvSpPr>
        <p:spPr>
          <a:xfrm>
            <a:off x="34036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Freeform 1742"/>
          <p:cNvSpPr/>
          <p:nvPr/>
        </p:nvSpPr>
        <p:spPr>
          <a:xfrm>
            <a:off x="34417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Freeform 1743"/>
          <p:cNvSpPr/>
          <p:nvPr/>
        </p:nvSpPr>
        <p:spPr>
          <a:xfrm>
            <a:off x="34798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Freeform 1744"/>
          <p:cNvSpPr/>
          <p:nvPr/>
        </p:nvSpPr>
        <p:spPr>
          <a:xfrm>
            <a:off x="35052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Freeform 1745"/>
          <p:cNvSpPr/>
          <p:nvPr/>
        </p:nvSpPr>
        <p:spPr>
          <a:xfrm>
            <a:off x="35433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Freeform 1746"/>
          <p:cNvSpPr/>
          <p:nvPr/>
        </p:nvSpPr>
        <p:spPr>
          <a:xfrm>
            <a:off x="35814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Freeform 1747"/>
          <p:cNvSpPr/>
          <p:nvPr/>
        </p:nvSpPr>
        <p:spPr>
          <a:xfrm>
            <a:off x="36068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Freeform 1748"/>
          <p:cNvSpPr/>
          <p:nvPr/>
        </p:nvSpPr>
        <p:spPr>
          <a:xfrm>
            <a:off x="36449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Freeform 1749"/>
          <p:cNvSpPr/>
          <p:nvPr/>
        </p:nvSpPr>
        <p:spPr>
          <a:xfrm>
            <a:off x="36830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Freeform 1750"/>
          <p:cNvSpPr/>
          <p:nvPr/>
        </p:nvSpPr>
        <p:spPr>
          <a:xfrm>
            <a:off x="37211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4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Freeform 1751"/>
          <p:cNvSpPr/>
          <p:nvPr/>
        </p:nvSpPr>
        <p:spPr>
          <a:xfrm>
            <a:off x="3746500" y="12319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BC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Freeform 1752"/>
          <p:cNvSpPr/>
          <p:nvPr/>
        </p:nvSpPr>
        <p:spPr>
          <a:xfrm>
            <a:off x="3784600" y="10922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0"/>
                </a:lnTo>
                <a:lnTo>
                  <a:pt x="3" y="0"/>
                </a:lnTo>
                <a:lnTo>
                  <a:pt x="0" y="11"/>
                </a:lnTo>
                <a:lnTo>
                  <a:pt x="1" y="12"/>
                </a:lnTo>
                <a:close/>
              </a:path>
            </a:pathLst>
          </a:custGeom>
          <a:solidFill>
            <a:srgbClr val="85FF7A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Freeform 1753"/>
          <p:cNvSpPr/>
          <p:nvPr/>
        </p:nvSpPr>
        <p:spPr>
          <a:xfrm>
            <a:off x="3822700" y="9398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0"/>
                </a:lnTo>
                <a:lnTo>
                  <a:pt x="2" y="0"/>
                </a:lnTo>
                <a:lnTo>
                  <a:pt x="0" y="12"/>
                </a:lnTo>
                <a:lnTo>
                  <a:pt x="1" y="12"/>
                </a:lnTo>
                <a:close/>
              </a:path>
            </a:pathLst>
          </a:custGeom>
          <a:solidFill>
            <a:srgbClr val="FF7900"/>
          </a:solidFill>
          <a:ln w="3175">
            <a:solidFill>
              <a:srgbClr val="CC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Freeform 1754"/>
          <p:cNvSpPr/>
          <p:nvPr/>
        </p:nvSpPr>
        <p:spPr>
          <a:xfrm>
            <a:off x="3848100" y="8636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3"/>
                </a:lnTo>
                <a:lnTo>
                  <a:pt x="3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C80000"/>
          </a:solidFill>
          <a:ln w="3175">
            <a:solidFill>
              <a:srgbClr val="A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Freeform 1755"/>
          <p:cNvSpPr/>
          <p:nvPr/>
        </p:nvSpPr>
        <p:spPr>
          <a:xfrm>
            <a:off x="3886200" y="86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90000"/>
          </a:solidFill>
          <a:ln w="317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Freeform 1756"/>
          <p:cNvSpPr/>
          <p:nvPr/>
        </p:nvSpPr>
        <p:spPr>
          <a:xfrm>
            <a:off x="3924300" y="863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970000"/>
          </a:solidFill>
          <a:ln w="3175">
            <a:solidFill>
              <a:srgbClr val="7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Freeform 1757"/>
          <p:cNvSpPr/>
          <p:nvPr/>
        </p:nvSpPr>
        <p:spPr>
          <a:xfrm>
            <a:off x="3962400" y="850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70000"/>
          </a:solidFill>
          <a:ln w="3175">
            <a:solidFill>
              <a:srgbClr val="7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Freeform 1758"/>
          <p:cNvSpPr/>
          <p:nvPr/>
        </p:nvSpPr>
        <p:spPr>
          <a:xfrm>
            <a:off x="3987800" y="85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80000"/>
          </a:solidFill>
          <a:ln w="3175">
            <a:solidFill>
              <a:srgbClr val="7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Freeform 1759"/>
          <p:cNvSpPr/>
          <p:nvPr/>
        </p:nvSpPr>
        <p:spPr>
          <a:xfrm>
            <a:off x="4025900" y="85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A0000"/>
          </a:solidFill>
          <a:ln w="3175">
            <a:solidFill>
              <a:srgbClr val="7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Freeform 1760"/>
          <p:cNvSpPr/>
          <p:nvPr/>
        </p:nvSpPr>
        <p:spPr>
          <a:xfrm>
            <a:off x="4064000" y="850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B0000"/>
          </a:solidFill>
          <a:ln w="3175">
            <a:solidFill>
              <a:srgbClr val="7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Freeform 1761"/>
          <p:cNvSpPr/>
          <p:nvPr/>
        </p:nvSpPr>
        <p:spPr>
          <a:xfrm>
            <a:off x="4089400" y="83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980000"/>
          </a:solidFill>
          <a:ln w="3175">
            <a:solidFill>
              <a:srgbClr val="7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Freeform 1762"/>
          <p:cNvSpPr/>
          <p:nvPr/>
        </p:nvSpPr>
        <p:spPr>
          <a:xfrm>
            <a:off x="4127500" y="83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20000"/>
          </a:solidFill>
          <a:ln w="3175">
            <a:solidFill>
              <a:srgbClr val="7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Freeform 1763"/>
          <p:cNvSpPr/>
          <p:nvPr/>
        </p:nvSpPr>
        <p:spPr>
          <a:xfrm>
            <a:off x="4165600" y="838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880000"/>
          </a:solidFill>
          <a:ln w="3175">
            <a:solidFill>
              <a:srgbClr val="6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Freeform 1764"/>
          <p:cNvSpPr/>
          <p:nvPr/>
        </p:nvSpPr>
        <p:spPr>
          <a:xfrm>
            <a:off x="42037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30000"/>
          </a:solidFill>
          <a:ln w="3175">
            <a:solidFill>
              <a:srgbClr val="6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Freeform 1765"/>
          <p:cNvSpPr/>
          <p:nvPr/>
        </p:nvSpPr>
        <p:spPr>
          <a:xfrm>
            <a:off x="42291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30000"/>
          </a:solidFill>
          <a:ln w="3175">
            <a:solidFill>
              <a:srgbClr val="6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Freeform 1766"/>
          <p:cNvSpPr/>
          <p:nvPr/>
        </p:nvSpPr>
        <p:spPr>
          <a:xfrm>
            <a:off x="3251200" y="135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Freeform 1767"/>
          <p:cNvSpPr/>
          <p:nvPr/>
        </p:nvSpPr>
        <p:spPr>
          <a:xfrm>
            <a:off x="32893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Freeform 1768"/>
          <p:cNvSpPr/>
          <p:nvPr/>
        </p:nvSpPr>
        <p:spPr>
          <a:xfrm>
            <a:off x="3327400" y="134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Freeform 1769"/>
          <p:cNvSpPr/>
          <p:nvPr/>
        </p:nvSpPr>
        <p:spPr>
          <a:xfrm>
            <a:off x="33528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Freeform 1770"/>
          <p:cNvSpPr/>
          <p:nvPr/>
        </p:nvSpPr>
        <p:spPr>
          <a:xfrm>
            <a:off x="33909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Freeform 1771"/>
          <p:cNvSpPr/>
          <p:nvPr/>
        </p:nvSpPr>
        <p:spPr>
          <a:xfrm>
            <a:off x="34290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Freeform 1772"/>
          <p:cNvSpPr/>
          <p:nvPr/>
        </p:nvSpPr>
        <p:spPr>
          <a:xfrm>
            <a:off x="34671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Freeform 1773"/>
          <p:cNvSpPr/>
          <p:nvPr/>
        </p:nvSpPr>
        <p:spPr>
          <a:xfrm>
            <a:off x="34925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Freeform 1774"/>
          <p:cNvSpPr/>
          <p:nvPr/>
        </p:nvSpPr>
        <p:spPr>
          <a:xfrm>
            <a:off x="35306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Freeform 1775"/>
          <p:cNvSpPr/>
          <p:nvPr/>
        </p:nvSpPr>
        <p:spPr>
          <a:xfrm>
            <a:off x="3568700" y="1333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Freeform 1776"/>
          <p:cNvSpPr/>
          <p:nvPr/>
        </p:nvSpPr>
        <p:spPr>
          <a:xfrm>
            <a:off x="35941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Freeform 1777"/>
          <p:cNvSpPr/>
          <p:nvPr/>
        </p:nvSpPr>
        <p:spPr>
          <a:xfrm>
            <a:off x="36322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Freeform 1778"/>
          <p:cNvSpPr/>
          <p:nvPr/>
        </p:nvSpPr>
        <p:spPr>
          <a:xfrm>
            <a:off x="36703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Freeform 1779"/>
          <p:cNvSpPr/>
          <p:nvPr/>
        </p:nvSpPr>
        <p:spPr>
          <a:xfrm>
            <a:off x="3708400" y="1320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Freeform 1780"/>
          <p:cNvSpPr/>
          <p:nvPr/>
        </p:nvSpPr>
        <p:spPr>
          <a:xfrm>
            <a:off x="3733800" y="12319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0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Freeform 1781"/>
          <p:cNvSpPr/>
          <p:nvPr/>
        </p:nvSpPr>
        <p:spPr>
          <a:xfrm>
            <a:off x="3771900" y="10795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"/>
                </a:lnTo>
                <a:lnTo>
                  <a:pt x="3" y="0"/>
                </a:lnTo>
                <a:lnTo>
                  <a:pt x="0" y="12"/>
                </a:lnTo>
                <a:lnTo>
                  <a:pt x="1" y="12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Freeform 1782"/>
          <p:cNvSpPr/>
          <p:nvPr/>
        </p:nvSpPr>
        <p:spPr>
          <a:xfrm>
            <a:off x="3810000" y="9271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1" y="13"/>
                </a:moveTo>
                <a:lnTo>
                  <a:pt x="3" y="1"/>
                </a:lnTo>
                <a:lnTo>
                  <a:pt x="2" y="0"/>
                </a:lnTo>
                <a:lnTo>
                  <a:pt x="0" y="12"/>
                </a:lnTo>
                <a:lnTo>
                  <a:pt x="1" y="13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Freeform 1783"/>
          <p:cNvSpPr/>
          <p:nvPr/>
        </p:nvSpPr>
        <p:spPr>
          <a:xfrm>
            <a:off x="3835400" y="8509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Freeform 1784"/>
          <p:cNvSpPr/>
          <p:nvPr/>
        </p:nvSpPr>
        <p:spPr>
          <a:xfrm>
            <a:off x="38735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Freeform 1785"/>
          <p:cNvSpPr/>
          <p:nvPr/>
        </p:nvSpPr>
        <p:spPr>
          <a:xfrm>
            <a:off x="3911600" y="85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Freeform 1786"/>
          <p:cNvSpPr/>
          <p:nvPr/>
        </p:nvSpPr>
        <p:spPr>
          <a:xfrm>
            <a:off x="3949700" y="85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Freeform 1787"/>
          <p:cNvSpPr/>
          <p:nvPr/>
        </p:nvSpPr>
        <p:spPr>
          <a:xfrm>
            <a:off x="39751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Freeform 1788"/>
          <p:cNvSpPr/>
          <p:nvPr/>
        </p:nvSpPr>
        <p:spPr>
          <a:xfrm>
            <a:off x="40132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Freeform 1789"/>
          <p:cNvSpPr/>
          <p:nvPr/>
        </p:nvSpPr>
        <p:spPr>
          <a:xfrm>
            <a:off x="40513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Freeform 1790"/>
          <p:cNvSpPr/>
          <p:nvPr/>
        </p:nvSpPr>
        <p:spPr>
          <a:xfrm>
            <a:off x="40767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Freeform 1791"/>
          <p:cNvSpPr/>
          <p:nvPr/>
        </p:nvSpPr>
        <p:spPr>
          <a:xfrm>
            <a:off x="41148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Freeform 1792"/>
          <p:cNvSpPr/>
          <p:nvPr/>
        </p:nvSpPr>
        <p:spPr>
          <a:xfrm>
            <a:off x="41529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Freeform 1793"/>
          <p:cNvSpPr/>
          <p:nvPr/>
        </p:nvSpPr>
        <p:spPr>
          <a:xfrm>
            <a:off x="4191000" y="82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Freeform 1794"/>
          <p:cNvSpPr/>
          <p:nvPr/>
        </p:nvSpPr>
        <p:spPr>
          <a:xfrm>
            <a:off x="42164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Freeform 1795"/>
          <p:cNvSpPr/>
          <p:nvPr/>
        </p:nvSpPr>
        <p:spPr>
          <a:xfrm>
            <a:off x="32385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Freeform 1796"/>
          <p:cNvSpPr/>
          <p:nvPr/>
        </p:nvSpPr>
        <p:spPr>
          <a:xfrm>
            <a:off x="3276600" y="134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Freeform 1797"/>
          <p:cNvSpPr/>
          <p:nvPr/>
        </p:nvSpPr>
        <p:spPr>
          <a:xfrm>
            <a:off x="3314700" y="1346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Freeform 1798"/>
          <p:cNvSpPr/>
          <p:nvPr/>
        </p:nvSpPr>
        <p:spPr>
          <a:xfrm>
            <a:off x="33401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Freeform 1799"/>
          <p:cNvSpPr/>
          <p:nvPr/>
        </p:nvSpPr>
        <p:spPr>
          <a:xfrm>
            <a:off x="33782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Freeform 1800"/>
          <p:cNvSpPr/>
          <p:nvPr/>
        </p:nvSpPr>
        <p:spPr>
          <a:xfrm>
            <a:off x="34163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Freeform 1801"/>
          <p:cNvSpPr/>
          <p:nvPr/>
        </p:nvSpPr>
        <p:spPr>
          <a:xfrm>
            <a:off x="3454400" y="1333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Freeform 1802"/>
          <p:cNvSpPr/>
          <p:nvPr/>
        </p:nvSpPr>
        <p:spPr>
          <a:xfrm>
            <a:off x="34798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Freeform 1803"/>
          <p:cNvSpPr/>
          <p:nvPr/>
        </p:nvSpPr>
        <p:spPr>
          <a:xfrm>
            <a:off x="35179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Freeform 1804"/>
          <p:cNvSpPr/>
          <p:nvPr/>
        </p:nvSpPr>
        <p:spPr>
          <a:xfrm>
            <a:off x="35560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Freeform 1805"/>
          <p:cNvSpPr/>
          <p:nvPr/>
        </p:nvSpPr>
        <p:spPr>
          <a:xfrm>
            <a:off x="35814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Freeform 1806"/>
          <p:cNvSpPr/>
          <p:nvPr/>
        </p:nvSpPr>
        <p:spPr>
          <a:xfrm>
            <a:off x="36195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Freeform 1807"/>
          <p:cNvSpPr/>
          <p:nvPr/>
        </p:nvSpPr>
        <p:spPr>
          <a:xfrm>
            <a:off x="36576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Freeform 1808"/>
          <p:cNvSpPr/>
          <p:nvPr/>
        </p:nvSpPr>
        <p:spPr>
          <a:xfrm>
            <a:off x="3695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Freeform 1809"/>
          <p:cNvSpPr/>
          <p:nvPr/>
        </p:nvSpPr>
        <p:spPr>
          <a:xfrm>
            <a:off x="3721100" y="12192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Freeform 1810"/>
          <p:cNvSpPr/>
          <p:nvPr/>
        </p:nvSpPr>
        <p:spPr>
          <a:xfrm>
            <a:off x="3759200" y="1066800"/>
            <a:ext cx="50800" cy="165100"/>
          </a:xfrm>
          <a:custGeom>
            <a:avLst/>
            <a:gdLst/>
            <a:ahLst/>
            <a:cxnLst/>
            <a:rect l="l" t="t" r="r" b="b"/>
            <a:pathLst>
              <a:path w="4" h="13">
                <a:moveTo>
                  <a:pt x="1" y="13"/>
                </a:moveTo>
                <a:lnTo>
                  <a:pt x="4" y="1"/>
                </a:lnTo>
                <a:lnTo>
                  <a:pt x="3" y="0"/>
                </a:lnTo>
                <a:lnTo>
                  <a:pt x="0" y="12"/>
                </a:lnTo>
                <a:lnTo>
                  <a:pt x="1" y="13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Freeform 1811"/>
          <p:cNvSpPr/>
          <p:nvPr/>
        </p:nvSpPr>
        <p:spPr>
          <a:xfrm>
            <a:off x="3797300" y="9144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1" y="13"/>
                </a:moveTo>
                <a:lnTo>
                  <a:pt x="3" y="1"/>
                </a:lnTo>
                <a:lnTo>
                  <a:pt x="2" y="0"/>
                </a:lnTo>
                <a:lnTo>
                  <a:pt x="0" y="12"/>
                </a:lnTo>
                <a:lnTo>
                  <a:pt x="1" y="13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Freeform 1812"/>
          <p:cNvSpPr/>
          <p:nvPr/>
        </p:nvSpPr>
        <p:spPr>
          <a:xfrm>
            <a:off x="3822700" y="8509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0"/>
                </a:lnTo>
                <a:lnTo>
                  <a:pt x="3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Freeform 1813"/>
          <p:cNvSpPr/>
          <p:nvPr/>
        </p:nvSpPr>
        <p:spPr>
          <a:xfrm>
            <a:off x="38608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Freeform 1814"/>
          <p:cNvSpPr/>
          <p:nvPr/>
        </p:nvSpPr>
        <p:spPr>
          <a:xfrm>
            <a:off x="38989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Freeform 1815"/>
          <p:cNvSpPr/>
          <p:nvPr/>
        </p:nvSpPr>
        <p:spPr>
          <a:xfrm>
            <a:off x="3937000" y="83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Freeform 1816"/>
          <p:cNvSpPr/>
          <p:nvPr/>
        </p:nvSpPr>
        <p:spPr>
          <a:xfrm>
            <a:off x="39624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Freeform 1817"/>
          <p:cNvSpPr/>
          <p:nvPr/>
        </p:nvSpPr>
        <p:spPr>
          <a:xfrm>
            <a:off x="40005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Freeform 1818"/>
          <p:cNvSpPr/>
          <p:nvPr/>
        </p:nvSpPr>
        <p:spPr>
          <a:xfrm>
            <a:off x="4038600" y="82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Freeform 1819"/>
          <p:cNvSpPr/>
          <p:nvPr/>
        </p:nvSpPr>
        <p:spPr>
          <a:xfrm>
            <a:off x="40640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Freeform 1820"/>
          <p:cNvSpPr/>
          <p:nvPr/>
        </p:nvSpPr>
        <p:spPr>
          <a:xfrm>
            <a:off x="41021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Freeform 1821"/>
          <p:cNvSpPr/>
          <p:nvPr/>
        </p:nvSpPr>
        <p:spPr>
          <a:xfrm>
            <a:off x="4140200" y="825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Freeform 1822"/>
          <p:cNvSpPr/>
          <p:nvPr/>
        </p:nvSpPr>
        <p:spPr>
          <a:xfrm>
            <a:off x="4178300" y="812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Freeform 1823"/>
          <p:cNvSpPr/>
          <p:nvPr/>
        </p:nvSpPr>
        <p:spPr>
          <a:xfrm>
            <a:off x="42037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Freeform 1824"/>
          <p:cNvSpPr/>
          <p:nvPr/>
        </p:nvSpPr>
        <p:spPr>
          <a:xfrm>
            <a:off x="32258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Freeform 1825"/>
          <p:cNvSpPr/>
          <p:nvPr/>
        </p:nvSpPr>
        <p:spPr>
          <a:xfrm>
            <a:off x="32639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Freeform 1826"/>
          <p:cNvSpPr/>
          <p:nvPr/>
        </p:nvSpPr>
        <p:spPr>
          <a:xfrm>
            <a:off x="3302000" y="133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Freeform 1827"/>
          <p:cNvSpPr/>
          <p:nvPr/>
        </p:nvSpPr>
        <p:spPr>
          <a:xfrm>
            <a:off x="33274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Freeform 1828"/>
          <p:cNvSpPr/>
          <p:nvPr/>
        </p:nvSpPr>
        <p:spPr>
          <a:xfrm>
            <a:off x="33655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Freeform 1829"/>
          <p:cNvSpPr/>
          <p:nvPr/>
        </p:nvSpPr>
        <p:spPr>
          <a:xfrm>
            <a:off x="34036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Freeform 1830"/>
          <p:cNvSpPr/>
          <p:nvPr/>
        </p:nvSpPr>
        <p:spPr>
          <a:xfrm>
            <a:off x="34417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Freeform 1831"/>
          <p:cNvSpPr/>
          <p:nvPr/>
        </p:nvSpPr>
        <p:spPr>
          <a:xfrm>
            <a:off x="34671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Freeform 1832"/>
          <p:cNvSpPr/>
          <p:nvPr/>
        </p:nvSpPr>
        <p:spPr>
          <a:xfrm>
            <a:off x="35052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Freeform 1833"/>
          <p:cNvSpPr/>
          <p:nvPr/>
        </p:nvSpPr>
        <p:spPr>
          <a:xfrm>
            <a:off x="35433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Freeform 1834"/>
          <p:cNvSpPr/>
          <p:nvPr/>
        </p:nvSpPr>
        <p:spPr>
          <a:xfrm>
            <a:off x="35687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Freeform 1835"/>
          <p:cNvSpPr/>
          <p:nvPr/>
        </p:nvSpPr>
        <p:spPr>
          <a:xfrm>
            <a:off x="36068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Freeform 1836"/>
          <p:cNvSpPr/>
          <p:nvPr/>
        </p:nvSpPr>
        <p:spPr>
          <a:xfrm>
            <a:off x="36449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Freeform 1837"/>
          <p:cNvSpPr/>
          <p:nvPr/>
        </p:nvSpPr>
        <p:spPr>
          <a:xfrm>
            <a:off x="36830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Freeform 1838"/>
          <p:cNvSpPr/>
          <p:nvPr/>
        </p:nvSpPr>
        <p:spPr>
          <a:xfrm>
            <a:off x="3708400" y="12065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Freeform 1839"/>
          <p:cNvSpPr/>
          <p:nvPr/>
        </p:nvSpPr>
        <p:spPr>
          <a:xfrm>
            <a:off x="3746500" y="10668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0"/>
                </a:lnTo>
                <a:lnTo>
                  <a:pt x="3" y="0"/>
                </a:lnTo>
                <a:lnTo>
                  <a:pt x="0" y="11"/>
                </a:lnTo>
                <a:lnTo>
                  <a:pt x="1" y="12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Freeform 1840"/>
          <p:cNvSpPr/>
          <p:nvPr/>
        </p:nvSpPr>
        <p:spPr>
          <a:xfrm>
            <a:off x="3784600" y="9144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0"/>
                </a:lnTo>
                <a:lnTo>
                  <a:pt x="2" y="0"/>
                </a:lnTo>
                <a:lnTo>
                  <a:pt x="0" y="12"/>
                </a:lnTo>
                <a:lnTo>
                  <a:pt x="1" y="12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Freeform 1841"/>
          <p:cNvSpPr/>
          <p:nvPr/>
        </p:nvSpPr>
        <p:spPr>
          <a:xfrm>
            <a:off x="3810000" y="8382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6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Freeform 1842"/>
          <p:cNvSpPr/>
          <p:nvPr/>
        </p:nvSpPr>
        <p:spPr>
          <a:xfrm>
            <a:off x="3848100" y="83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Freeform 1843"/>
          <p:cNvSpPr/>
          <p:nvPr/>
        </p:nvSpPr>
        <p:spPr>
          <a:xfrm>
            <a:off x="3886200" y="838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Freeform 1844"/>
          <p:cNvSpPr/>
          <p:nvPr/>
        </p:nvSpPr>
        <p:spPr>
          <a:xfrm>
            <a:off x="3924300" y="82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Freeform 1845"/>
          <p:cNvSpPr/>
          <p:nvPr/>
        </p:nvSpPr>
        <p:spPr>
          <a:xfrm>
            <a:off x="39497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Freeform 1846"/>
          <p:cNvSpPr/>
          <p:nvPr/>
        </p:nvSpPr>
        <p:spPr>
          <a:xfrm>
            <a:off x="39878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Freeform 1847"/>
          <p:cNvSpPr/>
          <p:nvPr/>
        </p:nvSpPr>
        <p:spPr>
          <a:xfrm>
            <a:off x="4025900" y="825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Freeform 1848"/>
          <p:cNvSpPr/>
          <p:nvPr/>
        </p:nvSpPr>
        <p:spPr>
          <a:xfrm>
            <a:off x="40513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Freeform 1849"/>
          <p:cNvSpPr/>
          <p:nvPr/>
        </p:nvSpPr>
        <p:spPr>
          <a:xfrm>
            <a:off x="40894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Freeform 1850"/>
          <p:cNvSpPr/>
          <p:nvPr/>
        </p:nvSpPr>
        <p:spPr>
          <a:xfrm>
            <a:off x="41275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Freeform 1851"/>
          <p:cNvSpPr/>
          <p:nvPr/>
        </p:nvSpPr>
        <p:spPr>
          <a:xfrm>
            <a:off x="4165600" y="812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Freeform 1852"/>
          <p:cNvSpPr/>
          <p:nvPr/>
        </p:nvSpPr>
        <p:spPr>
          <a:xfrm>
            <a:off x="41910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Freeform 1853"/>
          <p:cNvSpPr/>
          <p:nvPr/>
        </p:nvSpPr>
        <p:spPr>
          <a:xfrm>
            <a:off x="3213100" y="133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Freeform 1854"/>
          <p:cNvSpPr/>
          <p:nvPr/>
        </p:nvSpPr>
        <p:spPr>
          <a:xfrm>
            <a:off x="32512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Freeform 1855"/>
          <p:cNvSpPr/>
          <p:nvPr/>
        </p:nvSpPr>
        <p:spPr>
          <a:xfrm>
            <a:off x="3289300" y="132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Freeform 1856"/>
          <p:cNvSpPr/>
          <p:nvPr/>
        </p:nvSpPr>
        <p:spPr>
          <a:xfrm>
            <a:off x="33147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Freeform 1857"/>
          <p:cNvSpPr/>
          <p:nvPr/>
        </p:nvSpPr>
        <p:spPr>
          <a:xfrm>
            <a:off x="33528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Freeform 1858"/>
          <p:cNvSpPr/>
          <p:nvPr/>
        </p:nvSpPr>
        <p:spPr>
          <a:xfrm>
            <a:off x="33909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Freeform 1859"/>
          <p:cNvSpPr/>
          <p:nvPr/>
        </p:nvSpPr>
        <p:spPr>
          <a:xfrm>
            <a:off x="34290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Freeform 1860"/>
          <p:cNvSpPr/>
          <p:nvPr/>
        </p:nvSpPr>
        <p:spPr>
          <a:xfrm>
            <a:off x="34544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Freeform 1861"/>
          <p:cNvSpPr/>
          <p:nvPr/>
        </p:nvSpPr>
        <p:spPr>
          <a:xfrm>
            <a:off x="34925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Freeform 1862"/>
          <p:cNvSpPr/>
          <p:nvPr/>
        </p:nvSpPr>
        <p:spPr>
          <a:xfrm>
            <a:off x="3530600" y="1308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Freeform 1863"/>
          <p:cNvSpPr/>
          <p:nvPr/>
        </p:nvSpPr>
        <p:spPr>
          <a:xfrm>
            <a:off x="35560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Freeform 1864"/>
          <p:cNvSpPr/>
          <p:nvPr/>
        </p:nvSpPr>
        <p:spPr>
          <a:xfrm>
            <a:off x="35941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Freeform 1865"/>
          <p:cNvSpPr/>
          <p:nvPr/>
        </p:nvSpPr>
        <p:spPr>
          <a:xfrm>
            <a:off x="36322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Freeform 1866"/>
          <p:cNvSpPr/>
          <p:nvPr/>
        </p:nvSpPr>
        <p:spPr>
          <a:xfrm>
            <a:off x="3670300" y="1295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Freeform 1867"/>
          <p:cNvSpPr/>
          <p:nvPr/>
        </p:nvSpPr>
        <p:spPr>
          <a:xfrm>
            <a:off x="3695700" y="1206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0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Freeform 1868"/>
          <p:cNvSpPr/>
          <p:nvPr/>
        </p:nvSpPr>
        <p:spPr>
          <a:xfrm>
            <a:off x="3733800" y="10541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"/>
                </a:lnTo>
                <a:lnTo>
                  <a:pt x="3" y="0"/>
                </a:lnTo>
                <a:lnTo>
                  <a:pt x="0" y="12"/>
                </a:lnTo>
                <a:lnTo>
                  <a:pt x="1" y="12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Freeform 1869"/>
          <p:cNvSpPr/>
          <p:nvPr/>
        </p:nvSpPr>
        <p:spPr>
          <a:xfrm>
            <a:off x="3771900" y="9017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1" y="13"/>
                </a:moveTo>
                <a:lnTo>
                  <a:pt x="3" y="1"/>
                </a:lnTo>
                <a:lnTo>
                  <a:pt x="2" y="0"/>
                </a:lnTo>
                <a:lnTo>
                  <a:pt x="0" y="12"/>
                </a:lnTo>
                <a:lnTo>
                  <a:pt x="1" y="13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Freeform 1870"/>
          <p:cNvSpPr/>
          <p:nvPr/>
        </p:nvSpPr>
        <p:spPr>
          <a:xfrm>
            <a:off x="3797300" y="825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Freeform 1871"/>
          <p:cNvSpPr/>
          <p:nvPr/>
        </p:nvSpPr>
        <p:spPr>
          <a:xfrm>
            <a:off x="38354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Freeform 1872"/>
          <p:cNvSpPr/>
          <p:nvPr/>
        </p:nvSpPr>
        <p:spPr>
          <a:xfrm>
            <a:off x="3873500" y="82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Freeform 1873"/>
          <p:cNvSpPr/>
          <p:nvPr/>
        </p:nvSpPr>
        <p:spPr>
          <a:xfrm>
            <a:off x="3911600" y="82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Freeform 1874"/>
          <p:cNvSpPr/>
          <p:nvPr/>
        </p:nvSpPr>
        <p:spPr>
          <a:xfrm>
            <a:off x="39370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Freeform 1875"/>
          <p:cNvSpPr/>
          <p:nvPr/>
        </p:nvSpPr>
        <p:spPr>
          <a:xfrm>
            <a:off x="39751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Freeform 1876"/>
          <p:cNvSpPr/>
          <p:nvPr/>
        </p:nvSpPr>
        <p:spPr>
          <a:xfrm>
            <a:off x="4013200" y="812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Freeform 1877"/>
          <p:cNvSpPr/>
          <p:nvPr/>
        </p:nvSpPr>
        <p:spPr>
          <a:xfrm>
            <a:off x="40386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Freeform 1878"/>
          <p:cNvSpPr/>
          <p:nvPr/>
        </p:nvSpPr>
        <p:spPr>
          <a:xfrm>
            <a:off x="40767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Freeform 1879"/>
          <p:cNvSpPr/>
          <p:nvPr/>
        </p:nvSpPr>
        <p:spPr>
          <a:xfrm>
            <a:off x="41148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Freeform 1880"/>
          <p:cNvSpPr/>
          <p:nvPr/>
        </p:nvSpPr>
        <p:spPr>
          <a:xfrm>
            <a:off x="4152900" y="800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Freeform 1881"/>
          <p:cNvSpPr/>
          <p:nvPr/>
        </p:nvSpPr>
        <p:spPr>
          <a:xfrm>
            <a:off x="41783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Freeform 1882"/>
          <p:cNvSpPr/>
          <p:nvPr/>
        </p:nvSpPr>
        <p:spPr>
          <a:xfrm>
            <a:off x="32004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Freeform 1883"/>
          <p:cNvSpPr/>
          <p:nvPr/>
        </p:nvSpPr>
        <p:spPr>
          <a:xfrm>
            <a:off x="3238500" y="132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Freeform 1884"/>
          <p:cNvSpPr/>
          <p:nvPr/>
        </p:nvSpPr>
        <p:spPr>
          <a:xfrm>
            <a:off x="3276600" y="13208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Freeform 1885"/>
          <p:cNvSpPr/>
          <p:nvPr/>
        </p:nvSpPr>
        <p:spPr>
          <a:xfrm>
            <a:off x="3314700" y="1308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Freeform 1886"/>
          <p:cNvSpPr/>
          <p:nvPr/>
        </p:nvSpPr>
        <p:spPr>
          <a:xfrm>
            <a:off x="33401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Freeform 1887"/>
          <p:cNvSpPr/>
          <p:nvPr/>
        </p:nvSpPr>
        <p:spPr>
          <a:xfrm>
            <a:off x="3378200" y="1308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Freeform 1888"/>
          <p:cNvSpPr/>
          <p:nvPr/>
        </p:nvSpPr>
        <p:spPr>
          <a:xfrm>
            <a:off x="3416300" y="1308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Freeform 1889"/>
          <p:cNvSpPr/>
          <p:nvPr/>
        </p:nvSpPr>
        <p:spPr>
          <a:xfrm>
            <a:off x="34417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Freeform 1890"/>
          <p:cNvSpPr/>
          <p:nvPr/>
        </p:nvSpPr>
        <p:spPr>
          <a:xfrm>
            <a:off x="3479800" y="1295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Freeform 1891"/>
          <p:cNvSpPr/>
          <p:nvPr/>
        </p:nvSpPr>
        <p:spPr>
          <a:xfrm>
            <a:off x="35179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Freeform 1892"/>
          <p:cNvSpPr/>
          <p:nvPr/>
        </p:nvSpPr>
        <p:spPr>
          <a:xfrm>
            <a:off x="3556000" y="1295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Freeform 1893"/>
          <p:cNvSpPr/>
          <p:nvPr/>
        </p:nvSpPr>
        <p:spPr>
          <a:xfrm>
            <a:off x="35814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Freeform 1894"/>
          <p:cNvSpPr/>
          <p:nvPr/>
        </p:nvSpPr>
        <p:spPr>
          <a:xfrm>
            <a:off x="3619500" y="1282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Freeform 1895"/>
          <p:cNvSpPr/>
          <p:nvPr/>
        </p:nvSpPr>
        <p:spPr>
          <a:xfrm>
            <a:off x="3657600" y="1282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Freeform 1896"/>
          <p:cNvSpPr/>
          <p:nvPr/>
        </p:nvSpPr>
        <p:spPr>
          <a:xfrm>
            <a:off x="3683000" y="11938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00BDFF"/>
          </a:solidFill>
          <a:ln w="3175">
            <a:solidFill>
              <a:srgbClr val="009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Freeform 1897"/>
          <p:cNvSpPr/>
          <p:nvPr/>
        </p:nvSpPr>
        <p:spPr>
          <a:xfrm>
            <a:off x="3721100" y="1041400"/>
            <a:ext cx="50800" cy="165100"/>
          </a:xfrm>
          <a:custGeom>
            <a:avLst/>
            <a:gdLst/>
            <a:ahLst/>
            <a:cxnLst/>
            <a:rect l="l" t="t" r="r" b="b"/>
            <a:pathLst>
              <a:path w="4" h="13">
                <a:moveTo>
                  <a:pt x="1" y="13"/>
                </a:moveTo>
                <a:lnTo>
                  <a:pt x="4" y="1"/>
                </a:lnTo>
                <a:lnTo>
                  <a:pt x="3" y="0"/>
                </a:lnTo>
                <a:lnTo>
                  <a:pt x="0" y="12"/>
                </a:lnTo>
                <a:lnTo>
                  <a:pt x="1" y="13"/>
                </a:lnTo>
                <a:close/>
              </a:path>
            </a:pathLst>
          </a:custGeom>
          <a:solidFill>
            <a:srgbClr val="86FF79"/>
          </a:solidFill>
          <a:ln w="3175">
            <a:solidFill>
              <a:srgbClr val="6BC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Freeform 1898"/>
          <p:cNvSpPr/>
          <p:nvPr/>
        </p:nvSpPr>
        <p:spPr>
          <a:xfrm>
            <a:off x="3759200" y="889000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" h="13">
                <a:moveTo>
                  <a:pt x="1" y="13"/>
                </a:moveTo>
                <a:lnTo>
                  <a:pt x="3" y="1"/>
                </a:lnTo>
                <a:lnTo>
                  <a:pt x="3" y="0"/>
                </a:lnTo>
                <a:lnTo>
                  <a:pt x="0" y="12"/>
                </a:lnTo>
                <a:lnTo>
                  <a:pt x="1" y="13"/>
                </a:lnTo>
                <a:close/>
              </a:path>
            </a:pathLst>
          </a:custGeom>
          <a:solidFill>
            <a:srgbClr val="FF7700"/>
          </a:solidFill>
          <a:ln w="3175">
            <a:solidFill>
              <a:srgbClr val="CC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Freeform 1899"/>
          <p:cNvSpPr/>
          <p:nvPr/>
        </p:nvSpPr>
        <p:spPr>
          <a:xfrm>
            <a:off x="3797300" y="8255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0"/>
                </a:lnTo>
                <a:lnTo>
                  <a:pt x="2" y="0"/>
                </a:lnTo>
                <a:lnTo>
                  <a:pt x="0" y="5"/>
                </a:lnTo>
                <a:lnTo>
                  <a:pt x="0" y="6"/>
                </a:lnTo>
                <a:close/>
              </a:path>
            </a:pathLst>
          </a:custGeom>
          <a:solidFill>
            <a:srgbClr val="BB0000"/>
          </a:solidFill>
          <a:ln w="3175">
            <a:solidFill>
              <a:srgbClr val="9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Freeform 1900"/>
          <p:cNvSpPr/>
          <p:nvPr/>
        </p:nvSpPr>
        <p:spPr>
          <a:xfrm>
            <a:off x="38227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Freeform 1901"/>
          <p:cNvSpPr/>
          <p:nvPr/>
        </p:nvSpPr>
        <p:spPr>
          <a:xfrm>
            <a:off x="38608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Freeform 1902"/>
          <p:cNvSpPr/>
          <p:nvPr/>
        </p:nvSpPr>
        <p:spPr>
          <a:xfrm>
            <a:off x="3898900" y="812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Freeform 1903"/>
          <p:cNvSpPr/>
          <p:nvPr/>
        </p:nvSpPr>
        <p:spPr>
          <a:xfrm>
            <a:off x="3924300" y="81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Freeform 1904"/>
          <p:cNvSpPr/>
          <p:nvPr/>
        </p:nvSpPr>
        <p:spPr>
          <a:xfrm>
            <a:off x="39624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Freeform 1905"/>
          <p:cNvSpPr/>
          <p:nvPr/>
        </p:nvSpPr>
        <p:spPr>
          <a:xfrm>
            <a:off x="4000500" y="800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Freeform 1906"/>
          <p:cNvSpPr/>
          <p:nvPr/>
        </p:nvSpPr>
        <p:spPr>
          <a:xfrm>
            <a:off x="40259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Freeform 1907"/>
          <p:cNvSpPr/>
          <p:nvPr/>
        </p:nvSpPr>
        <p:spPr>
          <a:xfrm>
            <a:off x="4064000" y="800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Freeform 1908"/>
          <p:cNvSpPr/>
          <p:nvPr/>
        </p:nvSpPr>
        <p:spPr>
          <a:xfrm>
            <a:off x="4102100" y="800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Freeform 1909"/>
          <p:cNvSpPr/>
          <p:nvPr/>
        </p:nvSpPr>
        <p:spPr>
          <a:xfrm>
            <a:off x="4140200" y="787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Freeform 1910"/>
          <p:cNvSpPr/>
          <p:nvPr/>
        </p:nvSpPr>
        <p:spPr>
          <a:xfrm>
            <a:off x="4165600" y="787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2" name="Connector 1911"/>
          <p:cNvCxnSpPr/>
          <p:nvPr/>
        </p:nvCxnSpPr>
        <p:spPr>
          <a:xfrm flipH="1">
            <a:off x="2671971" y="2973187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3" name="Connector 1912"/>
          <p:cNvCxnSpPr/>
          <p:nvPr/>
        </p:nvCxnSpPr>
        <p:spPr>
          <a:xfrm flipH="1">
            <a:off x="2490111" y="2852003"/>
            <a:ext cx="999312" cy="8820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4" name="Connector 1913"/>
          <p:cNvCxnSpPr/>
          <p:nvPr/>
        </p:nvCxnSpPr>
        <p:spPr>
          <a:xfrm flipH="1">
            <a:off x="2308251" y="2730820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5" name="Connector 1914"/>
          <p:cNvCxnSpPr/>
          <p:nvPr/>
        </p:nvCxnSpPr>
        <p:spPr>
          <a:xfrm flipH="1" flipV="1">
            <a:off x="3307563" y="2730820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6" name="Connector 1915"/>
          <p:cNvCxnSpPr/>
          <p:nvPr/>
        </p:nvCxnSpPr>
        <p:spPr>
          <a:xfrm flipH="1" flipV="1">
            <a:off x="3107700" y="2748461"/>
            <a:ext cx="363721" cy="24236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7" name="Connector 1916"/>
          <p:cNvCxnSpPr/>
          <p:nvPr/>
        </p:nvCxnSpPr>
        <p:spPr>
          <a:xfrm flipH="1" flipV="1">
            <a:off x="2907838" y="2766103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8" name="Connector 1917"/>
          <p:cNvCxnSpPr/>
          <p:nvPr/>
        </p:nvCxnSpPr>
        <p:spPr>
          <a:xfrm flipH="1" flipV="1">
            <a:off x="2707975" y="2783745"/>
            <a:ext cx="363721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9" name="Connector 1918"/>
          <p:cNvCxnSpPr/>
          <p:nvPr/>
        </p:nvCxnSpPr>
        <p:spPr>
          <a:xfrm flipH="1" flipV="1">
            <a:off x="2508113" y="2801387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0" name="Connector 1919"/>
          <p:cNvCxnSpPr/>
          <p:nvPr/>
        </p:nvCxnSpPr>
        <p:spPr>
          <a:xfrm flipH="1" flipV="1">
            <a:off x="2308251" y="2819028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1" name="Connector 1920"/>
          <p:cNvCxnSpPr/>
          <p:nvPr/>
        </p:nvCxnSpPr>
        <p:spPr>
          <a:xfrm flipH="1">
            <a:off x="3647075" y="2973187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2" name="Connector 1921"/>
          <p:cNvCxnSpPr/>
          <p:nvPr/>
        </p:nvCxnSpPr>
        <p:spPr>
          <a:xfrm flipH="1">
            <a:off x="3465215" y="2852003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3" name="Connector 1922"/>
          <p:cNvCxnSpPr/>
          <p:nvPr/>
        </p:nvCxnSpPr>
        <p:spPr>
          <a:xfrm flipH="1">
            <a:off x="3283355" y="2730820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4" name="Connector 1923"/>
          <p:cNvCxnSpPr/>
          <p:nvPr/>
        </p:nvCxnSpPr>
        <p:spPr>
          <a:xfrm flipV="1">
            <a:off x="2671971" y="3059259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5" name="Connector 1924"/>
          <p:cNvCxnSpPr/>
          <p:nvPr/>
        </p:nvCxnSpPr>
        <p:spPr>
          <a:xfrm flipV="1">
            <a:off x="2490111" y="2938075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6" name="Connector 1925"/>
          <p:cNvCxnSpPr/>
          <p:nvPr/>
        </p:nvCxnSpPr>
        <p:spPr>
          <a:xfrm flipV="1">
            <a:off x="2308251" y="2816891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7" name="Connector 1926"/>
          <p:cNvCxnSpPr/>
          <p:nvPr/>
        </p:nvCxnSpPr>
        <p:spPr>
          <a:xfrm flipH="1" flipV="1">
            <a:off x="3651062" y="2959713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8" name="Connector 1927"/>
          <p:cNvCxnSpPr/>
          <p:nvPr/>
        </p:nvCxnSpPr>
        <p:spPr>
          <a:xfrm flipH="1" flipV="1">
            <a:off x="3451200" y="2977354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9" name="Connector 1928"/>
          <p:cNvCxnSpPr/>
          <p:nvPr/>
        </p:nvCxnSpPr>
        <p:spPr>
          <a:xfrm flipH="1" flipV="1">
            <a:off x="3251337" y="2994996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0" name="Connector 1929"/>
          <p:cNvCxnSpPr/>
          <p:nvPr/>
        </p:nvCxnSpPr>
        <p:spPr>
          <a:xfrm flipH="1" flipV="1">
            <a:off x="3051475" y="3012638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1" name="Connector 1930"/>
          <p:cNvCxnSpPr/>
          <p:nvPr/>
        </p:nvCxnSpPr>
        <p:spPr>
          <a:xfrm flipH="1" flipV="1">
            <a:off x="2851613" y="3030280"/>
            <a:ext cx="20220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2" name="Connector 1931"/>
          <p:cNvCxnSpPr/>
          <p:nvPr/>
        </p:nvCxnSpPr>
        <p:spPr>
          <a:xfrm flipH="1" flipV="1">
            <a:off x="2651750" y="3047921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3" name="Connector 1932"/>
          <p:cNvCxnSpPr/>
          <p:nvPr/>
        </p:nvCxnSpPr>
        <p:spPr>
          <a:xfrm>
            <a:off x="3307563" y="2730820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4" name="Connector 1933"/>
          <p:cNvCxnSpPr/>
          <p:nvPr/>
        </p:nvCxnSpPr>
        <p:spPr>
          <a:xfrm>
            <a:off x="3107700" y="2748461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5" name="Connector 1934"/>
          <p:cNvCxnSpPr/>
          <p:nvPr/>
        </p:nvCxnSpPr>
        <p:spPr>
          <a:xfrm>
            <a:off x="2907838" y="2766103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6" name="Connector 1935"/>
          <p:cNvCxnSpPr/>
          <p:nvPr/>
        </p:nvCxnSpPr>
        <p:spPr>
          <a:xfrm>
            <a:off x="2707975" y="2783745"/>
            <a:ext cx="20222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7" name="Connector 1936"/>
          <p:cNvCxnSpPr/>
          <p:nvPr/>
        </p:nvCxnSpPr>
        <p:spPr>
          <a:xfrm>
            <a:off x="2508113" y="280138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8" name="Connector 1937"/>
          <p:cNvCxnSpPr/>
          <p:nvPr/>
        </p:nvCxnSpPr>
        <p:spPr>
          <a:xfrm>
            <a:off x="2308251" y="2819028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9" name="Connector 1938"/>
          <p:cNvCxnSpPr/>
          <p:nvPr/>
        </p:nvCxnSpPr>
        <p:spPr>
          <a:xfrm flipH="1" flipV="1">
            <a:off x="3307563" y="2730820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0" name="Connector 1939"/>
          <p:cNvCxnSpPr/>
          <p:nvPr/>
        </p:nvCxnSpPr>
        <p:spPr>
          <a:xfrm flipH="1" flipV="1">
            <a:off x="2308251" y="2819028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1" name="Connector 1940"/>
          <p:cNvCxnSpPr/>
          <p:nvPr/>
        </p:nvCxnSpPr>
        <p:spPr>
          <a:xfrm flipH="1">
            <a:off x="2671971" y="2973187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2" name="Connector 1941"/>
          <p:cNvCxnSpPr/>
          <p:nvPr/>
        </p:nvCxnSpPr>
        <p:spPr>
          <a:xfrm flipH="1">
            <a:off x="2308251" y="2730820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3" name="Connector 1942"/>
          <p:cNvCxnSpPr/>
          <p:nvPr/>
        </p:nvCxnSpPr>
        <p:spPr>
          <a:xfrm flipH="1">
            <a:off x="3647075" y="2265574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4" name="Connector 1943"/>
          <p:cNvCxnSpPr/>
          <p:nvPr/>
        </p:nvCxnSpPr>
        <p:spPr>
          <a:xfrm flipH="1">
            <a:off x="3465215" y="2144390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5" name="Connector 1944"/>
          <p:cNvCxnSpPr/>
          <p:nvPr/>
        </p:nvCxnSpPr>
        <p:spPr>
          <a:xfrm flipH="1">
            <a:off x="3283355" y="2023207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6" name="Connector 1945"/>
          <p:cNvCxnSpPr/>
          <p:nvPr/>
        </p:nvCxnSpPr>
        <p:spPr>
          <a:xfrm>
            <a:off x="3307563" y="202320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7" name="Connector 1946"/>
          <p:cNvCxnSpPr/>
          <p:nvPr/>
        </p:nvCxnSpPr>
        <p:spPr>
          <a:xfrm>
            <a:off x="3107700" y="2040849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8" name="Connector 1947"/>
          <p:cNvCxnSpPr/>
          <p:nvPr/>
        </p:nvCxnSpPr>
        <p:spPr>
          <a:xfrm>
            <a:off x="2907838" y="2058490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9" name="Connector 1948"/>
          <p:cNvCxnSpPr/>
          <p:nvPr/>
        </p:nvCxnSpPr>
        <p:spPr>
          <a:xfrm>
            <a:off x="2707975" y="2076132"/>
            <a:ext cx="20222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0" name="Connector 1949"/>
          <p:cNvCxnSpPr/>
          <p:nvPr/>
        </p:nvCxnSpPr>
        <p:spPr>
          <a:xfrm>
            <a:off x="2508113" y="2093774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1" name="Connector 1950"/>
          <p:cNvCxnSpPr/>
          <p:nvPr/>
        </p:nvCxnSpPr>
        <p:spPr>
          <a:xfrm>
            <a:off x="2308251" y="2111415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2" name="Connector 1951"/>
          <p:cNvCxnSpPr/>
          <p:nvPr/>
        </p:nvCxnSpPr>
        <p:spPr>
          <a:xfrm flipH="1" flipV="1">
            <a:off x="3307563" y="2023207"/>
            <a:ext cx="363720" cy="24236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3" name="Connector 1952"/>
          <p:cNvCxnSpPr/>
          <p:nvPr/>
        </p:nvCxnSpPr>
        <p:spPr>
          <a:xfrm flipH="1">
            <a:off x="2308251" y="2023207"/>
            <a:ext cx="999312" cy="88208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4" name="Connector 1953"/>
          <p:cNvCxnSpPr/>
          <p:nvPr/>
        </p:nvCxnSpPr>
        <p:spPr>
          <a:xfrm flipV="1">
            <a:off x="3671283" y="2948887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5" name="Connector 1954"/>
          <p:cNvCxnSpPr/>
          <p:nvPr/>
        </p:nvCxnSpPr>
        <p:spPr>
          <a:xfrm flipV="1">
            <a:off x="3471421" y="2966528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6" name="Connector 1955"/>
          <p:cNvCxnSpPr/>
          <p:nvPr/>
        </p:nvCxnSpPr>
        <p:spPr>
          <a:xfrm flipV="1">
            <a:off x="3271558" y="2984170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7" name="Connector 1956"/>
          <p:cNvCxnSpPr/>
          <p:nvPr/>
        </p:nvCxnSpPr>
        <p:spPr>
          <a:xfrm flipV="1">
            <a:off x="3071696" y="3001812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8" name="Connector 1957"/>
          <p:cNvCxnSpPr/>
          <p:nvPr/>
        </p:nvCxnSpPr>
        <p:spPr>
          <a:xfrm flipV="1">
            <a:off x="2871833" y="3019453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9" name="Connector 1958"/>
          <p:cNvCxnSpPr/>
          <p:nvPr/>
        </p:nvCxnSpPr>
        <p:spPr>
          <a:xfrm flipV="1">
            <a:off x="2671971" y="3037095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0" name="Connector 1959"/>
          <p:cNvCxnSpPr/>
          <p:nvPr/>
        </p:nvCxnSpPr>
        <p:spPr>
          <a:xfrm flipH="1">
            <a:off x="3647075" y="2795153"/>
            <a:ext cx="24208" cy="213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1" name="Connector 1960"/>
          <p:cNvCxnSpPr/>
          <p:nvPr/>
        </p:nvCxnSpPr>
        <p:spPr>
          <a:xfrm flipH="1">
            <a:off x="3647075" y="2481414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2" name="Connector 1961"/>
          <p:cNvCxnSpPr/>
          <p:nvPr/>
        </p:nvCxnSpPr>
        <p:spPr>
          <a:xfrm flipV="1">
            <a:off x="3671283" y="2265574"/>
            <a:ext cx="0" cy="70761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3" name="Connector 1962"/>
          <p:cNvCxnSpPr/>
          <p:nvPr/>
        </p:nvCxnSpPr>
        <p:spPr>
          <a:xfrm flipV="1">
            <a:off x="3307563" y="2023207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4" name="Connector 1963"/>
          <p:cNvCxnSpPr/>
          <p:nvPr/>
        </p:nvCxnSpPr>
        <p:spPr>
          <a:xfrm flipV="1">
            <a:off x="3107700" y="2040849"/>
            <a:ext cx="0" cy="707612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5" name="Connector 1964"/>
          <p:cNvCxnSpPr/>
          <p:nvPr/>
        </p:nvCxnSpPr>
        <p:spPr>
          <a:xfrm flipV="1">
            <a:off x="2907838" y="2058490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6" name="Connector 1965"/>
          <p:cNvCxnSpPr/>
          <p:nvPr/>
        </p:nvCxnSpPr>
        <p:spPr>
          <a:xfrm flipV="1">
            <a:off x="2707975" y="2076132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7" name="Connector 1966"/>
          <p:cNvCxnSpPr/>
          <p:nvPr/>
        </p:nvCxnSpPr>
        <p:spPr>
          <a:xfrm flipV="1">
            <a:off x="2508113" y="2093774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8" name="Connector 1967"/>
          <p:cNvCxnSpPr/>
          <p:nvPr/>
        </p:nvCxnSpPr>
        <p:spPr>
          <a:xfrm flipV="1">
            <a:off x="2308251" y="2111415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9" name="Connector 1968"/>
          <p:cNvCxnSpPr/>
          <p:nvPr/>
        </p:nvCxnSpPr>
        <p:spPr>
          <a:xfrm flipV="1">
            <a:off x="3307563" y="2706519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0" name="Connector 1969"/>
          <p:cNvCxnSpPr/>
          <p:nvPr/>
        </p:nvCxnSpPr>
        <p:spPr>
          <a:xfrm flipV="1">
            <a:off x="3107700" y="2724161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1" name="Connector 1970"/>
          <p:cNvCxnSpPr/>
          <p:nvPr/>
        </p:nvCxnSpPr>
        <p:spPr>
          <a:xfrm flipV="1">
            <a:off x="2907838" y="2741803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2" name="Connector 1971"/>
          <p:cNvCxnSpPr/>
          <p:nvPr/>
        </p:nvCxnSpPr>
        <p:spPr>
          <a:xfrm flipV="1">
            <a:off x="2707975" y="2759445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3" name="Connector 1972"/>
          <p:cNvCxnSpPr/>
          <p:nvPr/>
        </p:nvCxnSpPr>
        <p:spPr>
          <a:xfrm flipV="1">
            <a:off x="2508113" y="2777086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4" name="Connector 1973"/>
          <p:cNvCxnSpPr/>
          <p:nvPr/>
        </p:nvCxnSpPr>
        <p:spPr>
          <a:xfrm flipV="1">
            <a:off x="2308251" y="2794728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5" name="Connector 1974"/>
          <p:cNvCxnSpPr/>
          <p:nvPr/>
        </p:nvCxnSpPr>
        <p:spPr>
          <a:xfrm>
            <a:off x="3307563" y="2023207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6" name="Connector 1975"/>
          <p:cNvCxnSpPr/>
          <p:nvPr/>
        </p:nvCxnSpPr>
        <p:spPr>
          <a:xfrm>
            <a:off x="3107700" y="2040849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7" name="Connector 1976"/>
          <p:cNvCxnSpPr/>
          <p:nvPr/>
        </p:nvCxnSpPr>
        <p:spPr>
          <a:xfrm>
            <a:off x="2907838" y="2058490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8" name="Connector 1977"/>
          <p:cNvCxnSpPr/>
          <p:nvPr/>
        </p:nvCxnSpPr>
        <p:spPr>
          <a:xfrm>
            <a:off x="2707975" y="2076132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9" name="Connector 1978"/>
          <p:cNvCxnSpPr/>
          <p:nvPr/>
        </p:nvCxnSpPr>
        <p:spPr>
          <a:xfrm>
            <a:off x="2508113" y="2093774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0" name="Connector 1979"/>
          <p:cNvCxnSpPr/>
          <p:nvPr/>
        </p:nvCxnSpPr>
        <p:spPr>
          <a:xfrm>
            <a:off x="2308251" y="2111415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1" name="Connector 1980"/>
          <p:cNvCxnSpPr/>
          <p:nvPr/>
        </p:nvCxnSpPr>
        <p:spPr>
          <a:xfrm flipH="1">
            <a:off x="2308251" y="2552785"/>
            <a:ext cx="999312" cy="88209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2" name="Connector 1981"/>
          <p:cNvCxnSpPr/>
          <p:nvPr/>
        </p:nvCxnSpPr>
        <p:spPr>
          <a:xfrm flipH="1">
            <a:off x="2308251" y="2239047"/>
            <a:ext cx="999312" cy="8820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3" name="Connector 1982"/>
          <p:cNvCxnSpPr/>
          <p:nvPr/>
        </p:nvCxnSpPr>
        <p:spPr>
          <a:xfrm flipH="1">
            <a:off x="3283355" y="2552785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4" name="Connector 1983"/>
          <p:cNvCxnSpPr/>
          <p:nvPr/>
        </p:nvCxnSpPr>
        <p:spPr>
          <a:xfrm flipH="1">
            <a:off x="3283355" y="2239047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5" name="Connector 1984"/>
          <p:cNvCxnSpPr/>
          <p:nvPr/>
        </p:nvCxnSpPr>
        <p:spPr>
          <a:xfrm flipV="1">
            <a:off x="2308251" y="2638857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6" name="Connector 1985"/>
          <p:cNvCxnSpPr/>
          <p:nvPr/>
        </p:nvCxnSpPr>
        <p:spPr>
          <a:xfrm flipV="1">
            <a:off x="2308251" y="2325118"/>
            <a:ext cx="24208" cy="2137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7" name="Connector 1986"/>
          <p:cNvCxnSpPr/>
          <p:nvPr/>
        </p:nvCxnSpPr>
        <p:spPr>
          <a:xfrm flipV="1">
            <a:off x="3307563" y="2023207"/>
            <a:ext cx="0" cy="70761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8" name="Connector 1987"/>
          <p:cNvCxnSpPr/>
          <p:nvPr/>
        </p:nvCxnSpPr>
        <p:spPr>
          <a:xfrm flipV="1">
            <a:off x="2308251" y="2111415"/>
            <a:ext cx="0" cy="70761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9" name="Connector 1988"/>
          <p:cNvCxnSpPr/>
          <p:nvPr/>
        </p:nvCxnSpPr>
        <p:spPr>
          <a:xfrm flipV="1">
            <a:off x="3671283" y="2265574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0" name="Connector 1989"/>
          <p:cNvCxnSpPr/>
          <p:nvPr/>
        </p:nvCxnSpPr>
        <p:spPr>
          <a:xfrm flipV="1">
            <a:off x="3489423" y="2144390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1" name="Connector 1990"/>
          <p:cNvCxnSpPr/>
          <p:nvPr/>
        </p:nvCxnSpPr>
        <p:spPr>
          <a:xfrm flipV="1">
            <a:off x="3307563" y="2023207"/>
            <a:ext cx="0" cy="707613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2" name="Connector 1991"/>
          <p:cNvCxnSpPr/>
          <p:nvPr/>
        </p:nvCxnSpPr>
        <p:spPr>
          <a:xfrm flipV="1">
            <a:off x="3671283" y="2948887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3" name="Connector 1992"/>
          <p:cNvCxnSpPr/>
          <p:nvPr/>
        </p:nvCxnSpPr>
        <p:spPr>
          <a:xfrm flipV="1">
            <a:off x="3489423" y="2827703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4" name="Connector 1993"/>
          <p:cNvCxnSpPr/>
          <p:nvPr/>
        </p:nvCxnSpPr>
        <p:spPr>
          <a:xfrm flipV="1">
            <a:off x="3307563" y="2706519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5" name="Connector 1994"/>
          <p:cNvCxnSpPr/>
          <p:nvPr/>
        </p:nvCxnSpPr>
        <p:spPr>
          <a:xfrm>
            <a:off x="3671283" y="2265574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6" name="Connector 1995"/>
          <p:cNvCxnSpPr/>
          <p:nvPr/>
        </p:nvCxnSpPr>
        <p:spPr>
          <a:xfrm>
            <a:off x="3489423" y="2144390"/>
            <a:ext cx="0" cy="24301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7" name="Connector 1996"/>
          <p:cNvCxnSpPr/>
          <p:nvPr/>
        </p:nvCxnSpPr>
        <p:spPr>
          <a:xfrm>
            <a:off x="3307563" y="2023207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8" name="Connector 1997"/>
          <p:cNvCxnSpPr/>
          <p:nvPr/>
        </p:nvCxnSpPr>
        <p:spPr>
          <a:xfrm flipH="1" flipV="1">
            <a:off x="3307563" y="2552785"/>
            <a:ext cx="363720" cy="242368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9" name="Connector 1998"/>
          <p:cNvCxnSpPr/>
          <p:nvPr/>
        </p:nvCxnSpPr>
        <p:spPr>
          <a:xfrm flipH="1" flipV="1">
            <a:off x="3307563" y="2239047"/>
            <a:ext cx="363720" cy="242367"/>
          </a:xfrm>
          <a:prstGeom prst="line">
            <a:avLst/>
          </a:prstGeom>
          <a:ln w="317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0" name="Connector 1999"/>
          <p:cNvCxnSpPr/>
          <p:nvPr/>
        </p:nvCxnSpPr>
        <p:spPr>
          <a:xfrm flipH="1" flipV="1">
            <a:off x="3651062" y="2781678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1" name="Connector 2000"/>
          <p:cNvCxnSpPr/>
          <p:nvPr/>
        </p:nvCxnSpPr>
        <p:spPr>
          <a:xfrm flipH="1" flipV="1">
            <a:off x="3651062" y="2467940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2" name="Connector 2001"/>
          <p:cNvCxnSpPr/>
          <p:nvPr/>
        </p:nvCxnSpPr>
        <p:spPr>
          <a:xfrm>
            <a:off x="3307563" y="2552785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3" name="Connector 2002"/>
          <p:cNvCxnSpPr/>
          <p:nvPr/>
        </p:nvCxnSpPr>
        <p:spPr>
          <a:xfrm>
            <a:off x="3307563" y="2239047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4" name="Connector 2003"/>
          <p:cNvCxnSpPr/>
          <p:nvPr/>
        </p:nvCxnSpPr>
        <p:spPr>
          <a:xfrm flipV="1">
            <a:off x="2671971" y="3037095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5" name="Connector 2004"/>
          <p:cNvCxnSpPr/>
          <p:nvPr/>
        </p:nvCxnSpPr>
        <p:spPr>
          <a:xfrm flipV="1">
            <a:off x="2490111" y="2915912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6" name="Connector 2005"/>
          <p:cNvCxnSpPr/>
          <p:nvPr/>
        </p:nvCxnSpPr>
        <p:spPr>
          <a:xfrm flipV="1">
            <a:off x="2308251" y="2794728"/>
            <a:ext cx="0" cy="2430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7" name="Connector 2006"/>
          <p:cNvCxnSpPr/>
          <p:nvPr/>
        </p:nvCxnSpPr>
        <p:spPr>
          <a:xfrm>
            <a:off x="2308251" y="2640994"/>
            <a:ext cx="20221" cy="13474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8" name="Connector 2007"/>
          <p:cNvCxnSpPr/>
          <p:nvPr/>
        </p:nvCxnSpPr>
        <p:spPr>
          <a:xfrm>
            <a:off x="2308251" y="2327255"/>
            <a:ext cx="20221" cy="1347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9" name="Freeform 2008"/>
          <p:cNvSpPr/>
          <p:nvPr/>
        </p:nvSpPr>
        <p:spPr>
          <a:xfrm>
            <a:off x="2654300" y="2997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Freeform 2009"/>
          <p:cNvSpPr/>
          <p:nvPr/>
        </p:nvSpPr>
        <p:spPr>
          <a:xfrm>
            <a:off x="2692400" y="298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Freeform 2010"/>
          <p:cNvSpPr/>
          <p:nvPr/>
        </p:nvSpPr>
        <p:spPr>
          <a:xfrm>
            <a:off x="2730500" y="298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Freeform 2011"/>
          <p:cNvSpPr/>
          <p:nvPr/>
        </p:nvSpPr>
        <p:spPr>
          <a:xfrm>
            <a:off x="2768600" y="2984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Freeform 2012"/>
          <p:cNvSpPr/>
          <p:nvPr/>
        </p:nvSpPr>
        <p:spPr>
          <a:xfrm>
            <a:off x="2794000" y="2984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Freeform 2013"/>
          <p:cNvSpPr/>
          <p:nvPr/>
        </p:nvSpPr>
        <p:spPr>
          <a:xfrm>
            <a:off x="28321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Freeform 2014"/>
          <p:cNvSpPr/>
          <p:nvPr/>
        </p:nvSpPr>
        <p:spPr>
          <a:xfrm>
            <a:off x="2870200" y="2971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Freeform 2015"/>
          <p:cNvSpPr/>
          <p:nvPr/>
        </p:nvSpPr>
        <p:spPr>
          <a:xfrm>
            <a:off x="28956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Freeform 2016"/>
          <p:cNvSpPr/>
          <p:nvPr/>
        </p:nvSpPr>
        <p:spPr>
          <a:xfrm>
            <a:off x="2933700" y="2971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Freeform 2017"/>
          <p:cNvSpPr/>
          <p:nvPr/>
        </p:nvSpPr>
        <p:spPr>
          <a:xfrm>
            <a:off x="29718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Freeform 2018"/>
          <p:cNvSpPr/>
          <p:nvPr/>
        </p:nvSpPr>
        <p:spPr>
          <a:xfrm>
            <a:off x="3009900" y="295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Freeform 2019"/>
          <p:cNvSpPr/>
          <p:nvPr/>
        </p:nvSpPr>
        <p:spPr>
          <a:xfrm>
            <a:off x="30353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Freeform 2020"/>
          <p:cNvSpPr/>
          <p:nvPr/>
        </p:nvSpPr>
        <p:spPr>
          <a:xfrm>
            <a:off x="30734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Freeform 2021"/>
          <p:cNvSpPr/>
          <p:nvPr/>
        </p:nvSpPr>
        <p:spPr>
          <a:xfrm>
            <a:off x="3111500" y="294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Freeform 2022"/>
          <p:cNvSpPr/>
          <p:nvPr/>
        </p:nvSpPr>
        <p:spPr>
          <a:xfrm>
            <a:off x="31369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Freeform 2023"/>
          <p:cNvSpPr/>
          <p:nvPr/>
        </p:nvSpPr>
        <p:spPr>
          <a:xfrm>
            <a:off x="31750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Freeform 2024"/>
          <p:cNvSpPr/>
          <p:nvPr/>
        </p:nvSpPr>
        <p:spPr>
          <a:xfrm>
            <a:off x="32131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Freeform 2025"/>
          <p:cNvSpPr/>
          <p:nvPr/>
        </p:nvSpPr>
        <p:spPr>
          <a:xfrm>
            <a:off x="32512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Freeform 2026"/>
          <p:cNvSpPr/>
          <p:nvPr/>
        </p:nvSpPr>
        <p:spPr>
          <a:xfrm>
            <a:off x="32766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Freeform 2027"/>
          <p:cNvSpPr/>
          <p:nvPr/>
        </p:nvSpPr>
        <p:spPr>
          <a:xfrm>
            <a:off x="33147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Freeform 2028"/>
          <p:cNvSpPr/>
          <p:nvPr/>
        </p:nvSpPr>
        <p:spPr>
          <a:xfrm>
            <a:off x="33528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Freeform 2029"/>
          <p:cNvSpPr/>
          <p:nvPr/>
        </p:nvSpPr>
        <p:spPr>
          <a:xfrm>
            <a:off x="33782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Freeform 2030"/>
          <p:cNvSpPr/>
          <p:nvPr/>
        </p:nvSpPr>
        <p:spPr>
          <a:xfrm>
            <a:off x="34163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Freeform 2031"/>
          <p:cNvSpPr/>
          <p:nvPr/>
        </p:nvSpPr>
        <p:spPr>
          <a:xfrm>
            <a:off x="34544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Freeform 2032"/>
          <p:cNvSpPr/>
          <p:nvPr/>
        </p:nvSpPr>
        <p:spPr>
          <a:xfrm>
            <a:off x="34925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Freeform 2033"/>
          <p:cNvSpPr/>
          <p:nvPr/>
        </p:nvSpPr>
        <p:spPr>
          <a:xfrm>
            <a:off x="3517900" y="2921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Freeform 2034"/>
          <p:cNvSpPr/>
          <p:nvPr/>
        </p:nvSpPr>
        <p:spPr>
          <a:xfrm>
            <a:off x="35560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Freeform 2035"/>
          <p:cNvSpPr/>
          <p:nvPr/>
        </p:nvSpPr>
        <p:spPr>
          <a:xfrm>
            <a:off x="35941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Freeform 2036"/>
          <p:cNvSpPr/>
          <p:nvPr/>
        </p:nvSpPr>
        <p:spPr>
          <a:xfrm>
            <a:off x="36195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Freeform 2037"/>
          <p:cNvSpPr/>
          <p:nvPr/>
        </p:nvSpPr>
        <p:spPr>
          <a:xfrm>
            <a:off x="2641600" y="298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Freeform 2038"/>
          <p:cNvSpPr/>
          <p:nvPr/>
        </p:nvSpPr>
        <p:spPr>
          <a:xfrm>
            <a:off x="2679700" y="2984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Freeform 2039"/>
          <p:cNvSpPr/>
          <p:nvPr/>
        </p:nvSpPr>
        <p:spPr>
          <a:xfrm>
            <a:off x="27178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Freeform 2040"/>
          <p:cNvSpPr/>
          <p:nvPr/>
        </p:nvSpPr>
        <p:spPr>
          <a:xfrm>
            <a:off x="2755900" y="2971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Freeform 2041"/>
          <p:cNvSpPr/>
          <p:nvPr/>
        </p:nvSpPr>
        <p:spPr>
          <a:xfrm>
            <a:off x="27813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Freeform 2042"/>
          <p:cNvSpPr/>
          <p:nvPr/>
        </p:nvSpPr>
        <p:spPr>
          <a:xfrm>
            <a:off x="28194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Freeform 2043"/>
          <p:cNvSpPr/>
          <p:nvPr/>
        </p:nvSpPr>
        <p:spPr>
          <a:xfrm>
            <a:off x="2857500" y="295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Freeform 2044"/>
          <p:cNvSpPr/>
          <p:nvPr/>
        </p:nvSpPr>
        <p:spPr>
          <a:xfrm>
            <a:off x="28829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Freeform 2045"/>
          <p:cNvSpPr/>
          <p:nvPr/>
        </p:nvSpPr>
        <p:spPr>
          <a:xfrm>
            <a:off x="29210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Freeform 2046"/>
          <p:cNvSpPr/>
          <p:nvPr/>
        </p:nvSpPr>
        <p:spPr>
          <a:xfrm>
            <a:off x="29591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Freeform 2047"/>
          <p:cNvSpPr/>
          <p:nvPr/>
        </p:nvSpPr>
        <p:spPr>
          <a:xfrm>
            <a:off x="2997200" y="294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Freeform 2048"/>
          <p:cNvSpPr/>
          <p:nvPr/>
        </p:nvSpPr>
        <p:spPr>
          <a:xfrm>
            <a:off x="30226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Freeform 2049"/>
          <p:cNvSpPr/>
          <p:nvPr/>
        </p:nvSpPr>
        <p:spPr>
          <a:xfrm>
            <a:off x="30607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Freeform 2050"/>
          <p:cNvSpPr/>
          <p:nvPr/>
        </p:nvSpPr>
        <p:spPr>
          <a:xfrm>
            <a:off x="3098800" y="294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Freeform 2051"/>
          <p:cNvSpPr/>
          <p:nvPr/>
        </p:nvSpPr>
        <p:spPr>
          <a:xfrm>
            <a:off x="3124200" y="2946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Freeform 2052"/>
          <p:cNvSpPr/>
          <p:nvPr/>
        </p:nvSpPr>
        <p:spPr>
          <a:xfrm>
            <a:off x="31623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Freeform 2053"/>
          <p:cNvSpPr/>
          <p:nvPr/>
        </p:nvSpPr>
        <p:spPr>
          <a:xfrm>
            <a:off x="32004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Freeform 2054"/>
          <p:cNvSpPr/>
          <p:nvPr/>
        </p:nvSpPr>
        <p:spPr>
          <a:xfrm>
            <a:off x="32385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Freeform 2055"/>
          <p:cNvSpPr/>
          <p:nvPr/>
        </p:nvSpPr>
        <p:spPr>
          <a:xfrm>
            <a:off x="3263900" y="2933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Freeform 2056"/>
          <p:cNvSpPr/>
          <p:nvPr/>
        </p:nvSpPr>
        <p:spPr>
          <a:xfrm>
            <a:off x="33020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Freeform 2057"/>
          <p:cNvSpPr/>
          <p:nvPr/>
        </p:nvSpPr>
        <p:spPr>
          <a:xfrm>
            <a:off x="33401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Freeform 2058"/>
          <p:cNvSpPr/>
          <p:nvPr/>
        </p:nvSpPr>
        <p:spPr>
          <a:xfrm>
            <a:off x="33655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Freeform 2059"/>
          <p:cNvSpPr/>
          <p:nvPr/>
        </p:nvSpPr>
        <p:spPr>
          <a:xfrm>
            <a:off x="3403600" y="2921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Freeform 2060"/>
          <p:cNvSpPr/>
          <p:nvPr/>
        </p:nvSpPr>
        <p:spPr>
          <a:xfrm>
            <a:off x="34417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Freeform 2061"/>
          <p:cNvSpPr/>
          <p:nvPr/>
        </p:nvSpPr>
        <p:spPr>
          <a:xfrm>
            <a:off x="34798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Freeform 2062"/>
          <p:cNvSpPr/>
          <p:nvPr/>
        </p:nvSpPr>
        <p:spPr>
          <a:xfrm>
            <a:off x="35052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Freeform 2063"/>
          <p:cNvSpPr/>
          <p:nvPr/>
        </p:nvSpPr>
        <p:spPr>
          <a:xfrm>
            <a:off x="35433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Freeform 2064"/>
          <p:cNvSpPr/>
          <p:nvPr/>
        </p:nvSpPr>
        <p:spPr>
          <a:xfrm>
            <a:off x="35814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Freeform 2065"/>
          <p:cNvSpPr/>
          <p:nvPr/>
        </p:nvSpPr>
        <p:spPr>
          <a:xfrm>
            <a:off x="36068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Freeform 2066"/>
          <p:cNvSpPr/>
          <p:nvPr/>
        </p:nvSpPr>
        <p:spPr>
          <a:xfrm>
            <a:off x="26289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Freeform 2067"/>
          <p:cNvSpPr/>
          <p:nvPr/>
        </p:nvSpPr>
        <p:spPr>
          <a:xfrm>
            <a:off x="26670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Freeform 2068"/>
          <p:cNvSpPr/>
          <p:nvPr/>
        </p:nvSpPr>
        <p:spPr>
          <a:xfrm>
            <a:off x="2705100" y="2971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Freeform 2069"/>
          <p:cNvSpPr/>
          <p:nvPr/>
        </p:nvSpPr>
        <p:spPr>
          <a:xfrm>
            <a:off x="2743200" y="295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Freeform 2070"/>
          <p:cNvSpPr/>
          <p:nvPr/>
        </p:nvSpPr>
        <p:spPr>
          <a:xfrm>
            <a:off x="27686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Freeform 2071"/>
          <p:cNvSpPr/>
          <p:nvPr/>
        </p:nvSpPr>
        <p:spPr>
          <a:xfrm>
            <a:off x="28067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Freeform 2072"/>
          <p:cNvSpPr/>
          <p:nvPr/>
        </p:nvSpPr>
        <p:spPr>
          <a:xfrm>
            <a:off x="2844800" y="295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Freeform 2073"/>
          <p:cNvSpPr/>
          <p:nvPr/>
        </p:nvSpPr>
        <p:spPr>
          <a:xfrm>
            <a:off x="2870200" y="2959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Freeform 2074"/>
          <p:cNvSpPr/>
          <p:nvPr/>
        </p:nvSpPr>
        <p:spPr>
          <a:xfrm>
            <a:off x="29083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Freeform 2075"/>
          <p:cNvSpPr/>
          <p:nvPr/>
        </p:nvSpPr>
        <p:spPr>
          <a:xfrm>
            <a:off x="29464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Freeform 2076"/>
          <p:cNvSpPr/>
          <p:nvPr/>
        </p:nvSpPr>
        <p:spPr>
          <a:xfrm>
            <a:off x="2984500" y="294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Freeform 2077"/>
          <p:cNvSpPr/>
          <p:nvPr/>
        </p:nvSpPr>
        <p:spPr>
          <a:xfrm>
            <a:off x="3009900" y="2946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Freeform 2078"/>
          <p:cNvSpPr/>
          <p:nvPr/>
        </p:nvSpPr>
        <p:spPr>
          <a:xfrm>
            <a:off x="30480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Freeform 2079"/>
          <p:cNvSpPr/>
          <p:nvPr/>
        </p:nvSpPr>
        <p:spPr>
          <a:xfrm>
            <a:off x="30861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Freeform 2080"/>
          <p:cNvSpPr/>
          <p:nvPr/>
        </p:nvSpPr>
        <p:spPr>
          <a:xfrm>
            <a:off x="31115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Freeform 2081"/>
          <p:cNvSpPr/>
          <p:nvPr/>
        </p:nvSpPr>
        <p:spPr>
          <a:xfrm>
            <a:off x="31496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Freeform 2082"/>
          <p:cNvSpPr/>
          <p:nvPr/>
        </p:nvSpPr>
        <p:spPr>
          <a:xfrm>
            <a:off x="31877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Freeform 2083"/>
          <p:cNvSpPr/>
          <p:nvPr/>
        </p:nvSpPr>
        <p:spPr>
          <a:xfrm>
            <a:off x="32258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Freeform 2084"/>
          <p:cNvSpPr/>
          <p:nvPr/>
        </p:nvSpPr>
        <p:spPr>
          <a:xfrm>
            <a:off x="32512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Freeform 2085"/>
          <p:cNvSpPr/>
          <p:nvPr/>
        </p:nvSpPr>
        <p:spPr>
          <a:xfrm>
            <a:off x="32893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Freeform 2086"/>
          <p:cNvSpPr/>
          <p:nvPr/>
        </p:nvSpPr>
        <p:spPr>
          <a:xfrm>
            <a:off x="33274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Freeform 2087"/>
          <p:cNvSpPr/>
          <p:nvPr/>
        </p:nvSpPr>
        <p:spPr>
          <a:xfrm>
            <a:off x="33528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Freeform 2088"/>
          <p:cNvSpPr/>
          <p:nvPr/>
        </p:nvSpPr>
        <p:spPr>
          <a:xfrm>
            <a:off x="33909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Freeform 2089"/>
          <p:cNvSpPr/>
          <p:nvPr/>
        </p:nvSpPr>
        <p:spPr>
          <a:xfrm>
            <a:off x="34290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Freeform 2090"/>
          <p:cNvSpPr/>
          <p:nvPr/>
        </p:nvSpPr>
        <p:spPr>
          <a:xfrm>
            <a:off x="34671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Freeform 2091"/>
          <p:cNvSpPr/>
          <p:nvPr/>
        </p:nvSpPr>
        <p:spPr>
          <a:xfrm>
            <a:off x="34925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Freeform 2092"/>
          <p:cNvSpPr/>
          <p:nvPr/>
        </p:nvSpPr>
        <p:spPr>
          <a:xfrm>
            <a:off x="35306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Freeform 2093"/>
          <p:cNvSpPr/>
          <p:nvPr/>
        </p:nvSpPr>
        <p:spPr>
          <a:xfrm>
            <a:off x="35687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Freeform 2094"/>
          <p:cNvSpPr/>
          <p:nvPr/>
        </p:nvSpPr>
        <p:spPr>
          <a:xfrm>
            <a:off x="35941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Freeform 2095"/>
          <p:cNvSpPr/>
          <p:nvPr/>
        </p:nvSpPr>
        <p:spPr>
          <a:xfrm>
            <a:off x="2616200" y="2971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Freeform 2096"/>
          <p:cNvSpPr/>
          <p:nvPr/>
        </p:nvSpPr>
        <p:spPr>
          <a:xfrm>
            <a:off x="26543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Freeform 2097"/>
          <p:cNvSpPr/>
          <p:nvPr/>
        </p:nvSpPr>
        <p:spPr>
          <a:xfrm>
            <a:off x="26924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Freeform 2098"/>
          <p:cNvSpPr/>
          <p:nvPr/>
        </p:nvSpPr>
        <p:spPr>
          <a:xfrm>
            <a:off x="2730500" y="2959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Freeform 2099"/>
          <p:cNvSpPr/>
          <p:nvPr/>
        </p:nvSpPr>
        <p:spPr>
          <a:xfrm>
            <a:off x="2755900" y="2959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Freeform 2100"/>
          <p:cNvSpPr/>
          <p:nvPr/>
        </p:nvSpPr>
        <p:spPr>
          <a:xfrm>
            <a:off x="27940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Freeform 2101"/>
          <p:cNvSpPr/>
          <p:nvPr/>
        </p:nvSpPr>
        <p:spPr>
          <a:xfrm>
            <a:off x="2832100" y="294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Freeform 2102"/>
          <p:cNvSpPr/>
          <p:nvPr/>
        </p:nvSpPr>
        <p:spPr>
          <a:xfrm>
            <a:off x="28575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Freeform 2103"/>
          <p:cNvSpPr/>
          <p:nvPr/>
        </p:nvSpPr>
        <p:spPr>
          <a:xfrm>
            <a:off x="28956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Freeform 2104"/>
          <p:cNvSpPr/>
          <p:nvPr/>
        </p:nvSpPr>
        <p:spPr>
          <a:xfrm>
            <a:off x="29337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Freeform 2105"/>
          <p:cNvSpPr/>
          <p:nvPr/>
        </p:nvSpPr>
        <p:spPr>
          <a:xfrm>
            <a:off x="29718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Freeform 2106"/>
          <p:cNvSpPr/>
          <p:nvPr/>
        </p:nvSpPr>
        <p:spPr>
          <a:xfrm>
            <a:off x="29972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Freeform 2107"/>
          <p:cNvSpPr/>
          <p:nvPr/>
        </p:nvSpPr>
        <p:spPr>
          <a:xfrm>
            <a:off x="30353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Freeform 2108"/>
          <p:cNvSpPr/>
          <p:nvPr/>
        </p:nvSpPr>
        <p:spPr>
          <a:xfrm>
            <a:off x="30734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Freeform 2109"/>
          <p:cNvSpPr/>
          <p:nvPr/>
        </p:nvSpPr>
        <p:spPr>
          <a:xfrm>
            <a:off x="30988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Freeform 2110"/>
          <p:cNvSpPr/>
          <p:nvPr/>
        </p:nvSpPr>
        <p:spPr>
          <a:xfrm>
            <a:off x="31369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Freeform 2111"/>
          <p:cNvSpPr/>
          <p:nvPr/>
        </p:nvSpPr>
        <p:spPr>
          <a:xfrm>
            <a:off x="31750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Freeform 2112"/>
          <p:cNvSpPr/>
          <p:nvPr/>
        </p:nvSpPr>
        <p:spPr>
          <a:xfrm>
            <a:off x="32131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Freeform 2113"/>
          <p:cNvSpPr/>
          <p:nvPr/>
        </p:nvSpPr>
        <p:spPr>
          <a:xfrm>
            <a:off x="32385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Freeform 2114"/>
          <p:cNvSpPr/>
          <p:nvPr/>
        </p:nvSpPr>
        <p:spPr>
          <a:xfrm>
            <a:off x="32766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Freeform 2115"/>
          <p:cNvSpPr/>
          <p:nvPr/>
        </p:nvSpPr>
        <p:spPr>
          <a:xfrm>
            <a:off x="33147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Freeform 2116"/>
          <p:cNvSpPr/>
          <p:nvPr/>
        </p:nvSpPr>
        <p:spPr>
          <a:xfrm>
            <a:off x="3340100" y="2908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Freeform 2117"/>
          <p:cNvSpPr/>
          <p:nvPr/>
        </p:nvSpPr>
        <p:spPr>
          <a:xfrm>
            <a:off x="33782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Freeform 2118"/>
          <p:cNvSpPr/>
          <p:nvPr/>
        </p:nvSpPr>
        <p:spPr>
          <a:xfrm>
            <a:off x="34163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Freeform 2119"/>
          <p:cNvSpPr/>
          <p:nvPr/>
        </p:nvSpPr>
        <p:spPr>
          <a:xfrm>
            <a:off x="34544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Freeform 2120"/>
          <p:cNvSpPr/>
          <p:nvPr/>
        </p:nvSpPr>
        <p:spPr>
          <a:xfrm>
            <a:off x="3479800" y="289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Freeform 2121"/>
          <p:cNvSpPr/>
          <p:nvPr/>
        </p:nvSpPr>
        <p:spPr>
          <a:xfrm>
            <a:off x="35179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Freeform 2122"/>
          <p:cNvSpPr/>
          <p:nvPr/>
        </p:nvSpPr>
        <p:spPr>
          <a:xfrm>
            <a:off x="35560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Freeform 2123"/>
          <p:cNvSpPr/>
          <p:nvPr/>
        </p:nvSpPr>
        <p:spPr>
          <a:xfrm>
            <a:off x="35814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Freeform 2124"/>
          <p:cNvSpPr/>
          <p:nvPr/>
        </p:nvSpPr>
        <p:spPr>
          <a:xfrm>
            <a:off x="26035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Freeform 2125"/>
          <p:cNvSpPr/>
          <p:nvPr/>
        </p:nvSpPr>
        <p:spPr>
          <a:xfrm>
            <a:off x="2641600" y="2959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Freeform 2126"/>
          <p:cNvSpPr/>
          <p:nvPr/>
        </p:nvSpPr>
        <p:spPr>
          <a:xfrm>
            <a:off x="26797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Freeform 2127"/>
          <p:cNvSpPr/>
          <p:nvPr/>
        </p:nvSpPr>
        <p:spPr>
          <a:xfrm>
            <a:off x="2717800" y="2946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Freeform 2128"/>
          <p:cNvSpPr/>
          <p:nvPr/>
        </p:nvSpPr>
        <p:spPr>
          <a:xfrm>
            <a:off x="27432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Freeform 2129"/>
          <p:cNvSpPr/>
          <p:nvPr/>
        </p:nvSpPr>
        <p:spPr>
          <a:xfrm>
            <a:off x="27813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Freeform 2130"/>
          <p:cNvSpPr/>
          <p:nvPr/>
        </p:nvSpPr>
        <p:spPr>
          <a:xfrm>
            <a:off x="28194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Freeform 2131"/>
          <p:cNvSpPr/>
          <p:nvPr/>
        </p:nvSpPr>
        <p:spPr>
          <a:xfrm>
            <a:off x="28448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Freeform 2132"/>
          <p:cNvSpPr/>
          <p:nvPr/>
        </p:nvSpPr>
        <p:spPr>
          <a:xfrm>
            <a:off x="28829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Freeform 2133"/>
          <p:cNvSpPr/>
          <p:nvPr/>
        </p:nvSpPr>
        <p:spPr>
          <a:xfrm>
            <a:off x="29210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Freeform 2134"/>
          <p:cNvSpPr/>
          <p:nvPr/>
        </p:nvSpPr>
        <p:spPr>
          <a:xfrm>
            <a:off x="29591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Freeform 2135"/>
          <p:cNvSpPr/>
          <p:nvPr/>
        </p:nvSpPr>
        <p:spPr>
          <a:xfrm>
            <a:off x="29845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Freeform 2136"/>
          <p:cNvSpPr/>
          <p:nvPr/>
        </p:nvSpPr>
        <p:spPr>
          <a:xfrm>
            <a:off x="30226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Freeform 2137"/>
          <p:cNvSpPr/>
          <p:nvPr/>
        </p:nvSpPr>
        <p:spPr>
          <a:xfrm>
            <a:off x="30607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Freeform 2138"/>
          <p:cNvSpPr/>
          <p:nvPr/>
        </p:nvSpPr>
        <p:spPr>
          <a:xfrm>
            <a:off x="3086100" y="2921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Freeform 2139"/>
          <p:cNvSpPr/>
          <p:nvPr/>
        </p:nvSpPr>
        <p:spPr>
          <a:xfrm>
            <a:off x="31242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Freeform 2140"/>
          <p:cNvSpPr/>
          <p:nvPr/>
        </p:nvSpPr>
        <p:spPr>
          <a:xfrm>
            <a:off x="31623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Freeform 2141"/>
          <p:cNvSpPr/>
          <p:nvPr/>
        </p:nvSpPr>
        <p:spPr>
          <a:xfrm>
            <a:off x="32004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Freeform 2142"/>
          <p:cNvSpPr/>
          <p:nvPr/>
        </p:nvSpPr>
        <p:spPr>
          <a:xfrm>
            <a:off x="3225800" y="2908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Freeform 2143"/>
          <p:cNvSpPr/>
          <p:nvPr/>
        </p:nvSpPr>
        <p:spPr>
          <a:xfrm>
            <a:off x="32639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Freeform 2144"/>
          <p:cNvSpPr/>
          <p:nvPr/>
        </p:nvSpPr>
        <p:spPr>
          <a:xfrm>
            <a:off x="33020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Freeform 2145"/>
          <p:cNvSpPr/>
          <p:nvPr/>
        </p:nvSpPr>
        <p:spPr>
          <a:xfrm>
            <a:off x="33274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Freeform 2146"/>
          <p:cNvSpPr/>
          <p:nvPr/>
        </p:nvSpPr>
        <p:spPr>
          <a:xfrm>
            <a:off x="33655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Freeform 2147"/>
          <p:cNvSpPr/>
          <p:nvPr/>
        </p:nvSpPr>
        <p:spPr>
          <a:xfrm>
            <a:off x="34036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Freeform 2148"/>
          <p:cNvSpPr/>
          <p:nvPr/>
        </p:nvSpPr>
        <p:spPr>
          <a:xfrm>
            <a:off x="34417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Freeform 2149"/>
          <p:cNvSpPr/>
          <p:nvPr/>
        </p:nvSpPr>
        <p:spPr>
          <a:xfrm>
            <a:off x="34671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Freeform 2150"/>
          <p:cNvSpPr/>
          <p:nvPr/>
        </p:nvSpPr>
        <p:spPr>
          <a:xfrm>
            <a:off x="35052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Freeform 2151"/>
          <p:cNvSpPr/>
          <p:nvPr/>
        </p:nvSpPr>
        <p:spPr>
          <a:xfrm>
            <a:off x="35433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Freeform 2152"/>
          <p:cNvSpPr/>
          <p:nvPr/>
        </p:nvSpPr>
        <p:spPr>
          <a:xfrm>
            <a:off x="35687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Freeform 2153"/>
          <p:cNvSpPr/>
          <p:nvPr/>
        </p:nvSpPr>
        <p:spPr>
          <a:xfrm>
            <a:off x="25908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Freeform 2154"/>
          <p:cNvSpPr/>
          <p:nvPr/>
        </p:nvSpPr>
        <p:spPr>
          <a:xfrm>
            <a:off x="26289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Freeform 2155"/>
          <p:cNvSpPr/>
          <p:nvPr/>
        </p:nvSpPr>
        <p:spPr>
          <a:xfrm>
            <a:off x="2667000" y="2946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Freeform 2156"/>
          <p:cNvSpPr/>
          <p:nvPr/>
        </p:nvSpPr>
        <p:spPr>
          <a:xfrm>
            <a:off x="2705100" y="2946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Freeform 2157"/>
          <p:cNvSpPr/>
          <p:nvPr/>
        </p:nvSpPr>
        <p:spPr>
          <a:xfrm>
            <a:off x="27305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Freeform 2158"/>
          <p:cNvSpPr/>
          <p:nvPr/>
        </p:nvSpPr>
        <p:spPr>
          <a:xfrm>
            <a:off x="27686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Freeform 2159"/>
          <p:cNvSpPr/>
          <p:nvPr/>
        </p:nvSpPr>
        <p:spPr>
          <a:xfrm>
            <a:off x="28067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Freeform 2160"/>
          <p:cNvSpPr/>
          <p:nvPr/>
        </p:nvSpPr>
        <p:spPr>
          <a:xfrm>
            <a:off x="2832100" y="2933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Freeform 2161"/>
          <p:cNvSpPr/>
          <p:nvPr/>
        </p:nvSpPr>
        <p:spPr>
          <a:xfrm>
            <a:off x="28702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Freeform 2162"/>
          <p:cNvSpPr/>
          <p:nvPr/>
        </p:nvSpPr>
        <p:spPr>
          <a:xfrm>
            <a:off x="29083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Freeform 2163"/>
          <p:cNvSpPr/>
          <p:nvPr/>
        </p:nvSpPr>
        <p:spPr>
          <a:xfrm>
            <a:off x="29464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Freeform 2164"/>
          <p:cNvSpPr/>
          <p:nvPr/>
        </p:nvSpPr>
        <p:spPr>
          <a:xfrm>
            <a:off x="2971800" y="29210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Freeform 2165"/>
          <p:cNvSpPr/>
          <p:nvPr/>
        </p:nvSpPr>
        <p:spPr>
          <a:xfrm>
            <a:off x="30099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Freeform 2166"/>
          <p:cNvSpPr/>
          <p:nvPr/>
        </p:nvSpPr>
        <p:spPr>
          <a:xfrm>
            <a:off x="30480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Freeform 2167"/>
          <p:cNvSpPr/>
          <p:nvPr/>
        </p:nvSpPr>
        <p:spPr>
          <a:xfrm>
            <a:off x="30734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Freeform 2168"/>
          <p:cNvSpPr/>
          <p:nvPr/>
        </p:nvSpPr>
        <p:spPr>
          <a:xfrm>
            <a:off x="31115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Freeform 2169"/>
          <p:cNvSpPr/>
          <p:nvPr/>
        </p:nvSpPr>
        <p:spPr>
          <a:xfrm>
            <a:off x="31496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Freeform 2170"/>
          <p:cNvSpPr/>
          <p:nvPr/>
        </p:nvSpPr>
        <p:spPr>
          <a:xfrm>
            <a:off x="31877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Freeform 2171"/>
          <p:cNvSpPr/>
          <p:nvPr/>
        </p:nvSpPr>
        <p:spPr>
          <a:xfrm>
            <a:off x="32131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Freeform 2172"/>
          <p:cNvSpPr/>
          <p:nvPr/>
        </p:nvSpPr>
        <p:spPr>
          <a:xfrm>
            <a:off x="32512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Freeform 2173"/>
          <p:cNvSpPr/>
          <p:nvPr/>
        </p:nvSpPr>
        <p:spPr>
          <a:xfrm>
            <a:off x="32893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Freeform 2174"/>
          <p:cNvSpPr/>
          <p:nvPr/>
        </p:nvSpPr>
        <p:spPr>
          <a:xfrm>
            <a:off x="33147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Freeform 2175"/>
          <p:cNvSpPr/>
          <p:nvPr/>
        </p:nvSpPr>
        <p:spPr>
          <a:xfrm>
            <a:off x="33528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Freeform 2176"/>
          <p:cNvSpPr/>
          <p:nvPr/>
        </p:nvSpPr>
        <p:spPr>
          <a:xfrm>
            <a:off x="33909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Freeform 2177"/>
          <p:cNvSpPr/>
          <p:nvPr/>
        </p:nvSpPr>
        <p:spPr>
          <a:xfrm>
            <a:off x="34290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Freeform 2178"/>
          <p:cNvSpPr/>
          <p:nvPr/>
        </p:nvSpPr>
        <p:spPr>
          <a:xfrm>
            <a:off x="34544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Freeform 2179"/>
          <p:cNvSpPr/>
          <p:nvPr/>
        </p:nvSpPr>
        <p:spPr>
          <a:xfrm>
            <a:off x="34925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Freeform 2180"/>
          <p:cNvSpPr/>
          <p:nvPr/>
        </p:nvSpPr>
        <p:spPr>
          <a:xfrm>
            <a:off x="35306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Freeform 2181"/>
          <p:cNvSpPr/>
          <p:nvPr/>
        </p:nvSpPr>
        <p:spPr>
          <a:xfrm>
            <a:off x="3556000" y="2870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Freeform 2182"/>
          <p:cNvSpPr/>
          <p:nvPr/>
        </p:nvSpPr>
        <p:spPr>
          <a:xfrm>
            <a:off x="2578100" y="2946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Freeform 2183"/>
          <p:cNvSpPr/>
          <p:nvPr/>
        </p:nvSpPr>
        <p:spPr>
          <a:xfrm>
            <a:off x="26162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Freeform 2184"/>
          <p:cNvSpPr/>
          <p:nvPr/>
        </p:nvSpPr>
        <p:spPr>
          <a:xfrm>
            <a:off x="26543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Freeform 2185"/>
          <p:cNvSpPr/>
          <p:nvPr/>
        </p:nvSpPr>
        <p:spPr>
          <a:xfrm>
            <a:off x="2692400" y="2933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Freeform 2186"/>
          <p:cNvSpPr/>
          <p:nvPr/>
        </p:nvSpPr>
        <p:spPr>
          <a:xfrm>
            <a:off x="27178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Freeform 2187"/>
          <p:cNvSpPr/>
          <p:nvPr/>
        </p:nvSpPr>
        <p:spPr>
          <a:xfrm>
            <a:off x="27559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Freeform 2188"/>
          <p:cNvSpPr/>
          <p:nvPr/>
        </p:nvSpPr>
        <p:spPr>
          <a:xfrm>
            <a:off x="27940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Freeform 2189"/>
          <p:cNvSpPr/>
          <p:nvPr/>
        </p:nvSpPr>
        <p:spPr>
          <a:xfrm>
            <a:off x="28194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Freeform 2190"/>
          <p:cNvSpPr/>
          <p:nvPr/>
        </p:nvSpPr>
        <p:spPr>
          <a:xfrm>
            <a:off x="28575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Freeform 2191"/>
          <p:cNvSpPr/>
          <p:nvPr/>
        </p:nvSpPr>
        <p:spPr>
          <a:xfrm>
            <a:off x="28956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Freeform 2192"/>
          <p:cNvSpPr/>
          <p:nvPr/>
        </p:nvSpPr>
        <p:spPr>
          <a:xfrm>
            <a:off x="29337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Freeform 2193"/>
          <p:cNvSpPr/>
          <p:nvPr/>
        </p:nvSpPr>
        <p:spPr>
          <a:xfrm>
            <a:off x="29591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Freeform 2194"/>
          <p:cNvSpPr/>
          <p:nvPr/>
        </p:nvSpPr>
        <p:spPr>
          <a:xfrm>
            <a:off x="29972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Freeform 2195"/>
          <p:cNvSpPr/>
          <p:nvPr/>
        </p:nvSpPr>
        <p:spPr>
          <a:xfrm>
            <a:off x="30353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Freeform 2196"/>
          <p:cNvSpPr/>
          <p:nvPr/>
        </p:nvSpPr>
        <p:spPr>
          <a:xfrm>
            <a:off x="30607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Freeform 2197"/>
          <p:cNvSpPr/>
          <p:nvPr/>
        </p:nvSpPr>
        <p:spPr>
          <a:xfrm>
            <a:off x="30988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Freeform 2198"/>
          <p:cNvSpPr/>
          <p:nvPr/>
        </p:nvSpPr>
        <p:spPr>
          <a:xfrm>
            <a:off x="31369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Freeform 2199"/>
          <p:cNvSpPr/>
          <p:nvPr/>
        </p:nvSpPr>
        <p:spPr>
          <a:xfrm>
            <a:off x="31750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Freeform 2200"/>
          <p:cNvSpPr/>
          <p:nvPr/>
        </p:nvSpPr>
        <p:spPr>
          <a:xfrm>
            <a:off x="32004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Freeform 2201"/>
          <p:cNvSpPr/>
          <p:nvPr/>
        </p:nvSpPr>
        <p:spPr>
          <a:xfrm>
            <a:off x="32385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Freeform 2202"/>
          <p:cNvSpPr/>
          <p:nvPr/>
        </p:nvSpPr>
        <p:spPr>
          <a:xfrm>
            <a:off x="32766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Freeform 2203"/>
          <p:cNvSpPr/>
          <p:nvPr/>
        </p:nvSpPr>
        <p:spPr>
          <a:xfrm>
            <a:off x="3302000" y="2882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Freeform 2204"/>
          <p:cNvSpPr/>
          <p:nvPr/>
        </p:nvSpPr>
        <p:spPr>
          <a:xfrm>
            <a:off x="33401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Freeform 2205"/>
          <p:cNvSpPr/>
          <p:nvPr/>
        </p:nvSpPr>
        <p:spPr>
          <a:xfrm>
            <a:off x="33782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Freeform 2206"/>
          <p:cNvSpPr/>
          <p:nvPr/>
        </p:nvSpPr>
        <p:spPr>
          <a:xfrm>
            <a:off x="34163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Freeform 2207"/>
          <p:cNvSpPr/>
          <p:nvPr/>
        </p:nvSpPr>
        <p:spPr>
          <a:xfrm>
            <a:off x="3441700" y="2870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Freeform 2208"/>
          <p:cNvSpPr/>
          <p:nvPr/>
        </p:nvSpPr>
        <p:spPr>
          <a:xfrm>
            <a:off x="34798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Freeform 2209"/>
          <p:cNvSpPr/>
          <p:nvPr/>
        </p:nvSpPr>
        <p:spPr>
          <a:xfrm>
            <a:off x="3517900" y="285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Freeform 2210"/>
          <p:cNvSpPr/>
          <p:nvPr/>
        </p:nvSpPr>
        <p:spPr>
          <a:xfrm>
            <a:off x="35433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Freeform 2211"/>
          <p:cNvSpPr/>
          <p:nvPr/>
        </p:nvSpPr>
        <p:spPr>
          <a:xfrm>
            <a:off x="25654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Freeform 2212"/>
          <p:cNvSpPr/>
          <p:nvPr/>
        </p:nvSpPr>
        <p:spPr>
          <a:xfrm>
            <a:off x="2603500" y="2933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Freeform 2213"/>
          <p:cNvSpPr/>
          <p:nvPr/>
        </p:nvSpPr>
        <p:spPr>
          <a:xfrm>
            <a:off x="26416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Freeform 2214"/>
          <p:cNvSpPr/>
          <p:nvPr/>
        </p:nvSpPr>
        <p:spPr>
          <a:xfrm>
            <a:off x="26797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Freeform 2215"/>
          <p:cNvSpPr/>
          <p:nvPr/>
        </p:nvSpPr>
        <p:spPr>
          <a:xfrm>
            <a:off x="27051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Freeform 2216"/>
          <p:cNvSpPr/>
          <p:nvPr/>
        </p:nvSpPr>
        <p:spPr>
          <a:xfrm>
            <a:off x="27432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Freeform 2217"/>
          <p:cNvSpPr/>
          <p:nvPr/>
        </p:nvSpPr>
        <p:spPr>
          <a:xfrm>
            <a:off x="27813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Freeform 2218"/>
          <p:cNvSpPr/>
          <p:nvPr/>
        </p:nvSpPr>
        <p:spPr>
          <a:xfrm>
            <a:off x="28067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Freeform 2219"/>
          <p:cNvSpPr/>
          <p:nvPr/>
        </p:nvSpPr>
        <p:spPr>
          <a:xfrm>
            <a:off x="28448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Freeform 2220"/>
          <p:cNvSpPr/>
          <p:nvPr/>
        </p:nvSpPr>
        <p:spPr>
          <a:xfrm>
            <a:off x="28829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Freeform 2221"/>
          <p:cNvSpPr/>
          <p:nvPr/>
        </p:nvSpPr>
        <p:spPr>
          <a:xfrm>
            <a:off x="29210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Freeform 2222"/>
          <p:cNvSpPr/>
          <p:nvPr/>
        </p:nvSpPr>
        <p:spPr>
          <a:xfrm>
            <a:off x="29464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Freeform 2223"/>
          <p:cNvSpPr/>
          <p:nvPr/>
        </p:nvSpPr>
        <p:spPr>
          <a:xfrm>
            <a:off x="29845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Freeform 2224"/>
          <p:cNvSpPr/>
          <p:nvPr/>
        </p:nvSpPr>
        <p:spPr>
          <a:xfrm>
            <a:off x="30226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Freeform 2225"/>
          <p:cNvSpPr/>
          <p:nvPr/>
        </p:nvSpPr>
        <p:spPr>
          <a:xfrm>
            <a:off x="3048000" y="289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Freeform 2226"/>
          <p:cNvSpPr/>
          <p:nvPr/>
        </p:nvSpPr>
        <p:spPr>
          <a:xfrm>
            <a:off x="30861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Freeform 2227"/>
          <p:cNvSpPr/>
          <p:nvPr/>
        </p:nvSpPr>
        <p:spPr>
          <a:xfrm>
            <a:off x="31242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Freeform 2228"/>
          <p:cNvSpPr/>
          <p:nvPr/>
        </p:nvSpPr>
        <p:spPr>
          <a:xfrm>
            <a:off x="31623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Freeform 2229"/>
          <p:cNvSpPr/>
          <p:nvPr/>
        </p:nvSpPr>
        <p:spPr>
          <a:xfrm>
            <a:off x="3187700" y="2882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Freeform 2230"/>
          <p:cNvSpPr/>
          <p:nvPr/>
        </p:nvSpPr>
        <p:spPr>
          <a:xfrm>
            <a:off x="32258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Freeform 2231"/>
          <p:cNvSpPr/>
          <p:nvPr/>
        </p:nvSpPr>
        <p:spPr>
          <a:xfrm>
            <a:off x="32639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Freeform 2232"/>
          <p:cNvSpPr/>
          <p:nvPr/>
        </p:nvSpPr>
        <p:spPr>
          <a:xfrm>
            <a:off x="32893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Freeform 2233"/>
          <p:cNvSpPr/>
          <p:nvPr/>
        </p:nvSpPr>
        <p:spPr>
          <a:xfrm>
            <a:off x="33274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Freeform 2234"/>
          <p:cNvSpPr/>
          <p:nvPr/>
        </p:nvSpPr>
        <p:spPr>
          <a:xfrm>
            <a:off x="33655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Freeform 2235"/>
          <p:cNvSpPr/>
          <p:nvPr/>
        </p:nvSpPr>
        <p:spPr>
          <a:xfrm>
            <a:off x="3403600" y="285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Freeform 2236"/>
          <p:cNvSpPr/>
          <p:nvPr/>
        </p:nvSpPr>
        <p:spPr>
          <a:xfrm>
            <a:off x="34290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Freeform 2237"/>
          <p:cNvSpPr/>
          <p:nvPr/>
        </p:nvSpPr>
        <p:spPr>
          <a:xfrm>
            <a:off x="34671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Freeform 2238"/>
          <p:cNvSpPr/>
          <p:nvPr/>
        </p:nvSpPr>
        <p:spPr>
          <a:xfrm>
            <a:off x="35052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Freeform 2239"/>
          <p:cNvSpPr/>
          <p:nvPr/>
        </p:nvSpPr>
        <p:spPr>
          <a:xfrm>
            <a:off x="35306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Freeform 2240"/>
          <p:cNvSpPr/>
          <p:nvPr/>
        </p:nvSpPr>
        <p:spPr>
          <a:xfrm>
            <a:off x="2565400" y="2921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Freeform 2241"/>
          <p:cNvSpPr/>
          <p:nvPr/>
        </p:nvSpPr>
        <p:spPr>
          <a:xfrm>
            <a:off x="25908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Freeform 2242"/>
          <p:cNvSpPr/>
          <p:nvPr/>
        </p:nvSpPr>
        <p:spPr>
          <a:xfrm>
            <a:off x="2628900" y="2921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Freeform 2243"/>
          <p:cNvSpPr/>
          <p:nvPr/>
        </p:nvSpPr>
        <p:spPr>
          <a:xfrm>
            <a:off x="2667000" y="2921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Freeform 2244"/>
          <p:cNvSpPr/>
          <p:nvPr/>
        </p:nvSpPr>
        <p:spPr>
          <a:xfrm>
            <a:off x="26924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Freeform 2245"/>
          <p:cNvSpPr/>
          <p:nvPr/>
        </p:nvSpPr>
        <p:spPr>
          <a:xfrm>
            <a:off x="27305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Freeform 2246"/>
          <p:cNvSpPr/>
          <p:nvPr/>
        </p:nvSpPr>
        <p:spPr>
          <a:xfrm>
            <a:off x="27686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Freeform 2247"/>
          <p:cNvSpPr/>
          <p:nvPr/>
        </p:nvSpPr>
        <p:spPr>
          <a:xfrm>
            <a:off x="2794000" y="2908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Freeform 2248"/>
          <p:cNvSpPr/>
          <p:nvPr/>
        </p:nvSpPr>
        <p:spPr>
          <a:xfrm>
            <a:off x="28321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Freeform 2249"/>
          <p:cNvSpPr/>
          <p:nvPr/>
        </p:nvSpPr>
        <p:spPr>
          <a:xfrm>
            <a:off x="28702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Freeform 2250"/>
          <p:cNvSpPr/>
          <p:nvPr/>
        </p:nvSpPr>
        <p:spPr>
          <a:xfrm>
            <a:off x="29083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Freeform 2251"/>
          <p:cNvSpPr/>
          <p:nvPr/>
        </p:nvSpPr>
        <p:spPr>
          <a:xfrm>
            <a:off x="2933700" y="28956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Freeform 2252"/>
          <p:cNvSpPr/>
          <p:nvPr/>
        </p:nvSpPr>
        <p:spPr>
          <a:xfrm>
            <a:off x="29718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Freeform 2253"/>
          <p:cNvSpPr/>
          <p:nvPr/>
        </p:nvSpPr>
        <p:spPr>
          <a:xfrm>
            <a:off x="30099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Freeform 2254"/>
          <p:cNvSpPr/>
          <p:nvPr/>
        </p:nvSpPr>
        <p:spPr>
          <a:xfrm>
            <a:off x="30353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Freeform 2255"/>
          <p:cNvSpPr/>
          <p:nvPr/>
        </p:nvSpPr>
        <p:spPr>
          <a:xfrm>
            <a:off x="30734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Freeform 2256"/>
          <p:cNvSpPr/>
          <p:nvPr/>
        </p:nvSpPr>
        <p:spPr>
          <a:xfrm>
            <a:off x="31115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Freeform 2257"/>
          <p:cNvSpPr/>
          <p:nvPr/>
        </p:nvSpPr>
        <p:spPr>
          <a:xfrm>
            <a:off x="31496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Freeform 2258"/>
          <p:cNvSpPr/>
          <p:nvPr/>
        </p:nvSpPr>
        <p:spPr>
          <a:xfrm>
            <a:off x="31750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Freeform 2259"/>
          <p:cNvSpPr/>
          <p:nvPr/>
        </p:nvSpPr>
        <p:spPr>
          <a:xfrm>
            <a:off x="32131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Freeform 2260"/>
          <p:cNvSpPr/>
          <p:nvPr/>
        </p:nvSpPr>
        <p:spPr>
          <a:xfrm>
            <a:off x="3251200" y="285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Freeform 2261"/>
          <p:cNvSpPr/>
          <p:nvPr/>
        </p:nvSpPr>
        <p:spPr>
          <a:xfrm>
            <a:off x="32766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Freeform 2262"/>
          <p:cNvSpPr/>
          <p:nvPr/>
        </p:nvSpPr>
        <p:spPr>
          <a:xfrm>
            <a:off x="33147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Freeform 2263"/>
          <p:cNvSpPr/>
          <p:nvPr/>
        </p:nvSpPr>
        <p:spPr>
          <a:xfrm>
            <a:off x="33528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Freeform 2264"/>
          <p:cNvSpPr/>
          <p:nvPr/>
        </p:nvSpPr>
        <p:spPr>
          <a:xfrm>
            <a:off x="3390900" y="28575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Freeform 2265"/>
          <p:cNvSpPr/>
          <p:nvPr/>
        </p:nvSpPr>
        <p:spPr>
          <a:xfrm>
            <a:off x="34163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Freeform 2266"/>
          <p:cNvSpPr/>
          <p:nvPr/>
        </p:nvSpPr>
        <p:spPr>
          <a:xfrm>
            <a:off x="34544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Freeform 2267"/>
          <p:cNvSpPr/>
          <p:nvPr/>
        </p:nvSpPr>
        <p:spPr>
          <a:xfrm>
            <a:off x="34925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Freeform 2268"/>
          <p:cNvSpPr/>
          <p:nvPr/>
        </p:nvSpPr>
        <p:spPr>
          <a:xfrm>
            <a:off x="3517900" y="28448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Freeform 2269"/>
          <p:cNvSpPr/>
          <p:nvPr/>
        </p:nvSpPr>
        <p:spPr>
          <a:xfrm>
            <a:off x="2552700" y="2921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Freeform 2270"/>
          <p:cNvSpPr/>
          <p:nvPr/>
        </p:nvSpPr>
        <p:spPr>
          <a:xfrm>
            <a:off x="25781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Freeform 2271"/>
          <p:cNvSpPr/>
          <p:nvPr/>
        </p:nvSpPr>
        <p:spPr>
          <a:xfrm>
            <a:off x="26162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Freeform 2272"/>
          <p:cNvSpPr/>
          <p:nvPr/>
        </p:nvSpPr>
        <p:spPr>
          <a:xfrm>
            <a:off x="26543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Freeform 2273"/>
          <p:cNvSpPr/>
          <p:nvPr/>
        </p:nvSpPr>
        <p:spPr>
          <a:xfrm>
            <a:off x="26797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Freeform 2274"/>
          <p:cNvSpPr/>
          <p:nvPr/>
        </p:nvSpPr>
        <p:spPr>
          <a:xfrm>
            <a:off x="27178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Freeform 2275"/>
          <p:cNvSpPr/>
          <p:nvPr/>
        </p:nvSpPr>
        <p:spPr>
          <a:xfrm>
            <a:off x="27559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Freeform 2276"/>
          <p:cNvSpPr/>
          <p:nvPr/>
        </p:nvSpPr>
        <p:spPr>
          <a:xfrm>
            <a:off x="27940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Freeform 2277"/>
          <p:cNvSpPr/>
          <p:nvPr/>
        </p:nvSpPr>
        <p:spPr>
          <a:xfrm>
            <a:off x="28194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Freeform 2278"/>
          <p:cNvSpPr/>
          <p:nvPr/>
        </p:nvSpPr>
        <p:spPr>
          <a:xfrm>
            <a:off x="28575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Freeform 2279"/>
          <p:cNvSpPr/>
          <p:nvPr/>
        </p:nvSpPr>
        <p:spPr>
          <a:xfrm>
            <a:off x="28956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Freeform 2280"/>
          <p:cNvSpPr/>
          <p:nvPr/>
        </p:nvSpPr>
        <p:spPr>
          <a:xfrm>
            <a:off x="29210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Freeform 2281"/>
          <p:cNvSpPr/>
          <p:nvPr/>
        </p:nvSpPr>
        <p:spPr>
          <a:xfrm>
            <a:off x="29591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Freeform 2282"/>
          <p:cNvSpPr/>
          <p:nvPr/>
        </p:nvSpPr>
        <p:spPr>
          <a:xfrm>
            <a:off x="29972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Freeform 2283"/>
          <p:cNvSpPr/>
          <p:nvPr/>
        </p:nvSpPr>
        <p:spPr>
          <a:xfrm>
            <a:off x="30353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Freeform 2284"/>
          <p:cNvSpPr/>
          <p:nvPr/>
        </p:nvSpPr>
        <p:spPr>
          <a:xfrm>
            <a:off x="30607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Freeform 2285"/>
          <p:cNvSpPr/>
          <p:nvPr/>
        </p:nvSpPr>
        <p:spPr>
          <a:xfrm>
            <a:off x="30988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Freeform 2286"/>
          <p:cNvSpPr/>
          <p:nvPr/>
        </p:nvSpPr>
        <p:spPr>
          <a:xfrm>
            <a:off x="3136900" y="285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Freeform 2287"/>
          <p:cNvSpPr/>
          <p:nvPr/>
        </p:nvSpPr>
        <p:spPr>
          <a:xfrm>
            <a:off x="31623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Freeform 2288"/>
          <p:cNvSpPr/>
          <p:nvPr/>
        </p:nvSpPr>
        <p:spPr>
          <a:xfrm>
            <a:off x="32004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Freeform 2289"/>
          <p:cNvSpPr/>
          <p:nvPr/>
        </p:nvSpPr>
        <p:spPr>
          <a:xfrm>
            <a:off x="3238500" y="285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Freeform 2290"/>
          <p:cNvSpPr/>
          <p:nvPr/>
        </p:nvSpPr>
        <p:spPr>
          <a:xfrm>
            <a:off x="3263900" y="2857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Freeform 2291"/>
          <p:cNvSpPr/>
          <p:nvPr/>
        </p:nvSpPr>
        <p:spPr>
          <a:xfrm>
            <a:off x="33020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Freeform 2292"/>
          <p:cNvSpPr/>
          <p:nvPr/>
        </p:nvSpPr>
        <p:spPr>
          <a:xfrm>
            <a:off x="33401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Freeform 2293"/>
          <p:cNvSpPr/>
          <p:nvPr/>
        </p:nvSpPr>
        <p:spPr>
          <a:xfrm>
            <a:off x="33782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Freeform 2294"/>
          <p:cNvSpPr/>
          <p:nvPr/>
        </p:nvSpPr>
        <p:spPr>
          <a:xfrm>
            <a:off x="34036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Freeform 2295"/>
          <p:cNvSpPr/>
          <p:nvPr/>
        </p:nvSpPr>
        <p:spPr>
          <a:xfrm>
            <a:off x="34417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Freeform 2296"/>
          <p:cNvSpPr/>
          <p:nvPr/>
        </p:nvSpPr>
        <p:spPr>
          <a:xfrm>
            <a:off x="3479800" y="283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Freeform 2297"/>
          <p:cNvSpPr/>
          <p:nvPr/>
        </p:nvSpPr>
        <p:spPr>
          <a:xfrm>
            <a:off x="35052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Freeform 2298"/>
          <p:cNvSpPr/>
          <p:nvPr/>
        </p:nvSpPr>
        <p:spPr>
          <a:xfrm>
            <a:off x="2540000" y="2908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Freeform 2299"/>
          <p:cNvSpPr/>
          <p:nvPr/>
        </p:nvSpPr>
        <p:spPr>
          <a:xfrm>
            <a:off x="2565400" y="2908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Freeform 2300"/>
          <p:cNvSpPr/>
          <p:nvPr/>
        </p:nvSpPr>
        <p:spPr>
          <a:xfrm>
            <a:off x="26035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Freeform 2301"/>
          <p:cNvSpPr/>
          <p:nvPr/>
        </p:nvSpPr>
        <p:spPr>
          <a:xfrm>
            <a:off x="2641600" y="2895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Freeform 2302"/>
          <p:cNvSpPr/>
          <p:nvPr/>
        </p:nvSpPr>
        <p:spPr>
          <a:xfrm>
            <a:off x="26670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Freeform 2303"/>
          <p:cNvSpPr/>
          <p:nvPr/>
        </p:nvSpPr>
        <p:spPr>
          <a:xfrm>
            <a:off x="2705100" y="2895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Freeform 2304"/>
          <p:cNvSpPr/>
          <p:nvPr/>
        </p:nvSpPr>
        <p:spPr>
          <a:xfrm>
            <a:off x="27432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Freeform 2305"/>
          <p:cNvSpPr/>
          <p:nvPr/>
        </p:nvSpPr>
        <p:spPr>
          <a:xfrm>
            <a:off x="2781300" y="2882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Freeform 2306"/>
          <p:cNvSpPr/>
          <p:nvPr/>
        </p:nvSpPr>
        <p:spPr>
          <a:xfrm>
            <a:off x="28067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Freeform 2307"/>
          <p:cNvSpPr/>
          <p:nvPr/>
        </p:nvSpPr>
        <p:spPr>
          <a:xfrm>
            <a:off x="2844800" y="2882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Freeform 2308"/>
          <p:cNvSpPr/>
          <p:nvPr/>
        </p:nvSpPr>
        <p:spPr>
          <a:xfrm>
            <a:off x="2882900" y="2870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Freeform 2309"/>
          <p:cNvSpPr/>
          <p:nvPr/>
        </p:nvSpPr>
        <p:spPr>
          <a:xfrm>
            <a:off x="29083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Freeform 2310"/>
          <p:cNvSpPr/>
          <p:nvPr/>
        </p:nvSpPr>
        <p:spPr>
          <a:xfrm>
            <a:off x="29464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Freeform 2311"/>
          <p:cNvSpPr/>
          <p:nvPr/>
        </p:nvSpPr>
        <p:spPr>
          <a:xfrm>
            <a:off x="2984500" y="2870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Freeform 2312"/>
          <p:cNvSpPr/>
          <p:nvPr/>
        </p:nvSpPr>
        <p:spPr>
          <a:xfrm>
            <a:off x="3022600" y="28702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Freeform 2313"/>
          <p:cNvSpPr/>
          <p:nvPr/>
        </p:nvSpPr>
        <p:spPr>
          <a:xfrm>
            <a:off x="30480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Freeform 2314"/>
          <p:cNvSpPr/>
          <p:nvPr/>
        </p:nvSpPr>
        <p:spPr>
          <a:xfrm>
            <a:off x="30861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Freeform 2315"/>
          <p:cNvSpPr/>
          <p:nvPr/>
        </p:nvSpPr>
        <p:spPr>
          <a:xfrm>
            <a:off x="3124200" y="285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Freeform 2316"/>
          <p:cNvSpPr/>
          <p:nvPr/>
        </p:nvSpPr>
        <p:spPr>
          <a:xfrm>
            <a:off x="3149600" y="2857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Freeform 2317"/>
          <p:cNvSpPr/>
          <p:nvPr/>
        </p:nvSpPr>
        <p:spPr>
          <a:xfrm>
            <a:off x="31877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Freeform 2318"/>
          <p:cNvSpPr/>
          <p:nvPr/>
        </p:nvSpPr>
        <p:spPr>
          <a:xfrm>
            <a:off x="32258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Freeform 2319"/>
          <p:cNvSpPr/>
          <p:nvPr/>
        </p:nvSpPr>
        <p:spPr>
          <a:xfrm>
            <a:off x="32639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0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Freeform 2320"/>
          <p:cNvSpPr/>
          <p:nvPr/>
        </p:nvSpPr>
        <p:spPr>
          <a:xfrm>
            <a:off x="32893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Freeform 2321"/>
          <p:cNvSpPr/>
          <p:nvPr/>
        </p:nvSpPr>
        <p:spPr>
          <a:xfrm>
            <a:off x="33274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Freeform 2322"/>
          <p:cNvSpPr/>
          <p:nvPr/>
        </p:nvSpPr>
        <p:spPr>
          <a:xfrm>
            <a:off x="3365500" y="283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Freeform 2323"/>
          <p:cNvSpPr/>
          <p:nvPr/>
        </p:nvSpPr>
        <p:spPr>
          <a:xfrm>
            <a:off x="33909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Freeform 2324"/>
          <p:cNvSpPr/>
          <p:nvPr/>
        </p:nvSpPr>
        <p:spPr>
          <a:xfrm>
            <a:off x="34290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Freeform 2325"/>
          <p:cNvSpPr/>
          <p:nvPr/>
        </p:nvSpPr>
        <p:spPr>
          <a:xfrm>
            <a:off x="3467100" y="281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Freeform 2326"/>
          <p:cNvSpPr/>
          <p:nvPr/>
        </p:nvSpPr>
        <p:spPr>
          <a:xfrm>
            <a:off x="34925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Freeform 2327"/>
          <p:cNvSpPr/>
          <p:nvPr/>
        </p:nvSpPr>
        <p:spPr>
          <a:xfrm>
            <a:off x="2527300" y="2882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Freeform 2328"/>
          <p:cNvSpPr/>
          <p:nvPr/>
        </p:nvSpPr>
        <p:spPr>
          <a:xfrm>
            <a:off x="2552700" y="2882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Freeform 2329"/>
          <p:cNvSpPr/>
          <p:nvPr/>
        </p:nvSpPr>
        <p:spPr>
          <a:xfrm>
            <a:off x="2590800" y="2870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Freeform 2330"/>
          <p:cNvSpPr/>
          <p:nvPr/>
        </p:nvSpPr>
        <p:spPr>
          <a:xfrm>
            <a:off x="2628900" y="2870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Freeform 2331"/>
          <p:cNvSpPr/>
          <p:nvPr/>
        </p:nvSpPr>
        <p:spPr>
          <a:xfrm>
            <a:off x="2654300" y="287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Freeform 2332"/>
          <p:cNvSpPr/>
          <p:nvPr/>
        </p:nvSpPr>
        <p:spPr>
          <a:xfrm>
            <a:off x="2692400" y="2870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Freeform 2333"/>
          <p:cNvSpPr/>
          <p:nvPr/>
        </p:nvSpPr>
        <p:spPr>
          <a:xfrm>
            <a:off x="2730500" y="2857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Freeform 2334"/>
          <p:cNvSpPr/>
          <p:nvPr/>
        </p:nvSpPr>
        <p:spPr>
          <a:xfrm>
            <a:off x="2768600" y="2857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Freeform 2335"/>
          <p:cNvSpPr/>
          <p:nvPr/>
        </p:nvSpPr>
        <p:spPr>
          <a:xfrm>
            <a:off x="2794000" y="285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Freeform 2336"/>
          <p:cNvSpPr/>
          <p:nvPr/>
        </p:nvSpPr>
        <p:spPr>
          <a:xfrm>
            <a:off x="2832100" y="2857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F"/>
          </a:solidFill>
          <a:ln w="3175">
            <a:solidFill>
              <a:srgbClr val="000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Freeform 2337"/>
          <p:cNvSpPr/>
          <p:nvPr/>
        </p:nvSpPr>
        <p:spPr>
          <a:xfrm>
            <a:off x="2870200" y="284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Freeform 2338"/>
          <p:cNvSpPr/>
          <p:nvPr/>
        </p:nvSpPr>
        <p:spPr>
          <a:xfrm>
            <a:off x="2895600" y="284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91"/>
          </a:solidFill>
          <a:ln w="3175">
            <a:solidFill>
              <a:srgbClr val="000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Freeform 2339"/>
          <p:cNvSpPr/>
          <p:nvPr/>
        </p:nvSpPr>
        <p:spPr>
          <a:xfrm>
            <a:off x="2933700" y="2844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89"/>
          </a:solidFill>
          <a:ln w="3175">
            <a:solidFill>
              <a:srgbClr val="00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Freeform 2340"/>
          <p:cNvSpPr/>
          <p:nvPr/>
        </p:nvSpPr>
        <p:spPr>
          <a:xfrm>
            <a:off x="29718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1"/>
          </a:solidFill>
          <a:ln w="3175">
            <a:solidFill>
              <a:srgbClr val="000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Freeform 2341"/>
          <p:cNvSpPr/>
          <p:nvPr/>
        </p:nvSpPr>
        <p:spPr>
          <a:xfrm>
            <a:off x="3009900" y="2857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Freeform 2342"/>
          <p:cNvSpPr/>
          <p:nvPr/>
        </p:nvSpPr>
        <p:spPr>
          <a:xfrm>
            <a:off x="3035300" y="2857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Freeform 2343"/>
          <p:cNvSpPr/>
          <p:nvPr/>
        </p:nvSpPr>
        <p:spPr>
          <a:xfrm>
            <a:off x="30734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Freeform 2344"/>
          <p:cNvSpPr/>
          <p:nvPr/>
        </p:nvSpPr>
        <p:spPr>
          <a:xfrm>
            <a:off x="31115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Freeform 2345"/>
          <p:cNvSpPr/>
          <p:nvPr/>
        </p:nvSpPr>
        <p:spPr>
          <a:xfrm>
            <a:off x="31369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Freeform 2346"/>
          <p:cNvSpPr/>
          <p:nvPr/>
        </p:nvSpPr>
        <p:spPr>
          <a:xfrm>
            <a:off x="31750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Freeform 2347"/>
          <p:cNvSpPr/>
          <p:nvPr/>
        </p:nvSpPr>
        <p:spPr>
          <a:xfrm>
            <a:off x="32131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Freeform 2348"/>
          <p:cNvSpPr/>
          <p:nvPr/>
        </p:nvSpPr>
        <p:spPr>
          <a:xfrm>
            <a:off x="3251200" y="283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Freeform 2349"/>
          <p:cNvSpPr/>
          <p:nvPr/>
        </p:nvSpPr>
        <p:spPr>
          <a:xfrm>
            <a:off x="32766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Freeform 2350"/>
          <p:cNvSpPr/>
          <p:nvPr/>
        </p:nvSpPr>
        <p:spPr>
          <a:xfrm>
            <a:off x="33147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Freeform 2351"/>
          <p:cNvSpPr/>
          <p:nvPr/>
        </p:nvSpPr>
        <p:spPr>
          <a:xfrm>
            <a:off x="3352800" y="2832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Freeform 2352"/>
          <p:cNvSpPr/>
          <p:nvPr/>
        </p:nvSpPr>
        <p:spPr>
          <a:xfrm>
            <a:off x="33782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Freeform 2353"/>
          <p:cNvSpPr/>
          <p:nvPr/>
        </p:nvSpPr>
        <p:spPr>
          <a:xfrm>
            <a:off x="34163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Freeform 2354"/>
          <p:cNvSpPr/>
          <p:nvPr/>
        </p:nvSpPr>
        <p:spPr>
          <a:xfrm>
            <a:off x="3454400" y="281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Freeform 2355"/>
          <p:cNvSpPr/>
          <p:nvPr/>
        </p:nvSpPr>
        <p:spPr>
          <a:xfrm>
            <a:off x="3492500" y="28194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0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Freeform 2356"/>
          <p:cNvSpPr/>
          <p:nvPr/>
        </p:nvSpPr>
        <p:spPr>
          <a:xfrm>
            <a:off x="2514600" y="284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Freeform 2357"/>
          <p:cNvSpPr/>
          <p:nvPr/>
        </p:nvSpPr>
        <p:spPr>
          <a:xfrm>
            <a:off x="2540000" y="2832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Freeform 2358"/>
          <p:cNvSpPr/>
          <p:nvPr/>
        </p:nvSpPr>
        <p:spPr>
          <a:xfrm>
            <a:off x="2578100" y="2832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Freeform 2359"/>
          <p:cNvSpPr/>
          <p:nvPr/>
        </p:nvSpPr>
        <p:spPr>
          <a:xfrm>
            <a:off x="2616200" y="2832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Freeform 2360"/>
          <p:cNvSpPr/>
          <p:nvPr/>
        </p:nvSpPr>
        <p:spPr>
          <a:xfrm>
            <a:off x="2641600" y="2832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Freeform 2361"/>
          <p:cNvSpPr/>
          <p:nvPr/>
        </p:nvSpPr>
        <p:spPr>
          <a:xfrm>
            <a:off x="2679700" y="2819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Freeform 2362"/>
          <p:cNvSpPr/>
          <p:nvPr/>
        </p:nvSpPr>
        <p:spPr>
          <a:xfrm>
            <a:off x="2717800" y="2819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Freeform 2363"/>
          <p:cNvSpPr/>
          <p:nvPr/>
        </p:nvSpPr>
        <p:spPr>
          <a:xfrm>
            <a:off x="2755900" y="2819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Freeform 2364"/>
          <p:cNvSpPr/>
          <p:nvPr/>
        </p:nvSpPr>
        <p:spPr>
          <a:xfrm>
            <a:off x="2781300" y="2819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Freeform 2365"/>
          <p:cNvSpPr/>
          <p:nvPr/>
        </p:nvSpPr>
        <p:spPr>
          <a:xfrm>
            <a:off x="2819400" y="2806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00BA"/>
          </a:solidFill>
          <a:ln w="3175">
            <a:solidFill>
              <a:srgbClr val="000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Freeform 2366"/>
          <p:cNvSpPr/>
          <p:nvPr/>
        </p:nvSpPr>
        <p:spPr>
          <a:xfrm>
            <a:off x="2857500" y="2806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BD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Freeform 2367"/>
          <p:cNvSpPr/>
          <p:nvPr/>
        </p:nvSpPr>
        <p:spPr>
          <a:xfrm>
            <a:off x="2882900" y="2806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BD"/>
          </a:solidFill>
          <a:ln w="3175">
            <a:solidFill>
              <a:srgbClr val="000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Freeform 2368"/>
          <p:cNvSpPr/>
          <p:nvPr/>
        </p:nvSpPr>
        <p:spPr>
          <a:xfrm>
            <a:off x="2921000" y="2806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3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A0"/>
          </a:solidFill>
          <a:ln w="3175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Freeform 2369"/>
          <p:cNvSpPr/>
          <p:nvPr/>
        </p:nvSpPr>
        <p:spPr>
          <a:xfrm>
            <a:off x="29591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Freeform 2370"/>
          <p:cNvSpPr/>
          <p:nvPr/>
        </p:nvSpPr>
        <p:spPr>
          <a:xfrm>
            <a:off x="29972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Freeform 2371"/>
          <p:cNvSpPr/>
          <p:nvPr/>
        </p:nvSpPr>
        <p:spPr>
          <a:xfrm>
            <a:off x="30226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Freeform 2372"/>
          <p:cNvSpPr/>
          <p:nvPr/>
        </p:nvSpPr>
        <p:spPr>
          <a:xfrm>
            <a:off x="30607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Freeform 2373"/>
          <p:cNvSpPr/>
          <p:nvPr/>
        </p:nvSpPr>
        <p:spPr>
          <a:xfrm>
            <a:off x="3098800" y="283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Freeform 2374"/>
          <p:cNvSpPr/>
          <p:nvPr/>
        </p:nvSpPr>
        <p:spPr>
          <a:xfrm>
            <a:off x="31242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Freeform 2375"/>
          <p:cNvSpPr/>
          <p:nvPr/>
        </p:nvSpPr>
        <p:spPr>
          <a:xfrm>
            <a:off x="31623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Freeform 2376"/>
          <p:cNvSpPr/>
          <p:nvPr/>
        </p:nvSpPr>
        <p:spPr>
          <a:xfrm>
            <a:off x="32004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Freeform 2377"/>
          <p:cNvSpPr/>
          <p:nvPr/>
        </p:nvSpPr>
        <p:spPr>
          <a:xfrm>
            <a:off x="3238500" y="28321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Freeform 2378"/>
          <p:cNvSpPr/>
          <p:nvPr/>
        </p:nvSpPr>
        <p:spPr>
          <a:xfrm>
            <a:off x="32639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Freeform 2379"/>
          <p:cNvSpPr/>
          <p:nvPr/>
        </p:nvSpPr>
        <p:spPr>
          <a:xfrm>
            <a:off x="33020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Freeform 2380"/>
          <p:cNvSpPr/>
          <p:nvPr/>
        </p:nvSpPr>
        <p:spPr>
          <a:xfrm>
            <a:off x="3340100" y="281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Freeform 2381"/>
          <p:cNvSpPr/>
          <p:nvPr/>
        </p:nvSpPr>
        <p:spPr>
          <a:xfrm>
            <a:off x="33655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Freeform 2382"/>
          <p:cNvSpPr/>
          <p:nvPr/>
        </p:nvSpPr>
        <p:spPr>
          <a:xfrm>
            <a:off x="34036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Freeform 2383"/>
          <p:cNvSpPr/>
          <p:nvPr/>
        </p:nvSpPr>
        <p:spPr>
          <a:xfrm>
            <a:off x="34417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Freeform 2384"/>
          <p:cNvSpPr/>
          <p:nvPr/>
        </p:nvSpPr>
        <p:spPr>
          <a:xfrm>
            <a:off x="3479800" y="280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Freeform 2385"/>
          <p:cNvSpPr/>
          <p:nvPr/>
        </p:nvSpPr>
        <p:spPr>
          <a:xfrm>
            <a:off x="2501900" y="280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Freeform 2386"/>
          <p:cNvSpPr/>
          <p:nvPr/>
        </p:nvSpPr>
        <p:spPr>
          <a:xfrm>
            <a:off x="2527300" y="2806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Freeform 2387"/>
          <p:cNvSpPr/>
          <p:nvPr/>
        </p:nvSpPr>
        <p:spPr>
          <a:xfrm>
            <a:off x="2565400" y="2806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Freeform 2388"/>
          <p:cNvSpPr/>
          <p:nvPr/>
        </p:nvSpPr>
        <p:spPr>
          <a:xfrm>
            <a:off x="2603500" y="2806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Freeform 2389"/>
          <p:cNvSpPr/>
          <p:nvPr/>
        </p:nvSpPr>
        <p:spPr>
          <a:xfrm>
            <a:off x="2628900" y="279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Freeform 2390"/>
          <p:cNvSpPr/>
          <p:nvPr/>
        </p:nvSpPr>
        <p:spPr>
          <a:xfrm>
            <a:off x="2667000" y="2794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Freeform 2391"/>
          <p:cNvSpPr/>
          <p:nvPr/>
        </p:nvSpPr>
        <p:spPr>
          <a:xfrm>
            <a:off x="2705100" y="2794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Freeform 2392"/>
          <p:cNvSpPr/>
          <p:nvPr/>
        </p:nvSpPr>
        <p:spPr>
          <a:xfrm>
            <a:off x="2743200" y="2794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Freeform 2393"/>
          <p:cNvSpPr/>
          <p:nvPr/>
        </p:nvSpPr>
        <p:spPr>
          <a:xfrm>
            <a:off x="2768600" y="278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Freeform 2394"/>
          <p:cNvSpPr/>
          <p:nvPr/>
        </p:nvSpPr>
        <p:spPr>
          <a:xfrm>
            <a:off x="2806700" y="278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E8"/>
          </a:solidFill>
          <a:ln w="3175">
            <a:solidFill>
              <a:srgbClr val="000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Freeform 2395"/>
          <p:cNvSpPr/>
          <p:nvPr/>
        </p:nvSpPr>
        <p:spPr>
          <a:xfrm>
            <a:off x="2844800" y="2781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C"/>
          </a:solidFill>
          <a:ln w="3175">
            <a:solidFill>
              <a:srgbClr val="000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Freeform 2396"/>
          <p:cNvSpPr/>
          <p:nvPr/>
        </p:nvSpPr>
        <p:spPr>
          <a:xfrm>
            <a:off x="2870200" y="278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3"/>
          </a:solidFill>
          <a:ln w="3175">
            <a:solidFill>
              <a:srgbClr val="000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Freeform 2397"/>
          <p:cNvSpPr/>
          <p:nvPr/>
        </p:nvSpPr>
        <p:spPr>
          <a:xfrm>
            <a:off x="2908300" y="2794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Freeform 2398"/>
          <p:cNvSpPr/>
          <p:nvPr/>
        </p:nvSpPr>
        <p:spPr>
          <a:xfrm>
            <a:off x="2946400" y="2844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0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Freeform 2399"/>
          <p:cNvSpPr/>
          <p:nvPr/>
        </p:nvSpPr>
        <p:spPr>
          <a:xfrm>
            <a:off x="2984500" y="2844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Freeform 2400"/>
          <p:cNvSpPr/>
          <p:nvPr/>
        </p:nvSpPr>
        <p:spPr>
          <a:xfrm>
            <a:off x="30099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Freeform 2401"/>
          <p:cNvSpPr/>
          <p:nvPr/>
        </p:nvSpPr>
        <p:spPr>
          <a:xfrm>
            <a:off x="30480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Freeform 2402"/>
          <p:cNvSpPr/>
          <p:nvPr/>
        </p:nvSpPr>
        <p:spPr>
          <a:xfrm>
            <a:off x="3086100" y="283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Freeform 2403"/>
          <p:cNvSpPr/>
          <p:nvPr/>
        </p:nvSpPr>
        <p:spPr>
          <a:xfrm>
            <a:off x="3111500" y="283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Freeform 2404"/>
          <p:cNvSpPr/>
          <p:nvPr/>
        </p:nvSpPr>
        <p:spPr>
          <a:xfrm>
            <a:off x="31496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Freeform 2405"/>
          <p:cNvSpPr/>
          <p:nvPr/>
        </p:nvSpPr>
        <p:spPr>
          <a:xfrm>
            <a:off x="31877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Freeform 2406"/>
          <p:cNvSpPr/>
          <p:nvPr/>
        </p:nvSpPr>
        <p:spPr>
          <a:xfrm>
            <a:off x="3225800" y="281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Freeform 2407"/>
          <p:cNvSpPr/>
          <p:nvPr/>
        </p:nvSpPr>
        <p:spPr>
          <a:xfrm>
            <a:off x="32512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Freeform 2408"/>
          <p:cNvSpPr/>
          <p:nvPr/>
        </p:nvSpPr>
        <p:spPr>
          <a:xfrm>
            <a:off x="32893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Freeform 2409"/>
          <p:cNvSpPr/>
          <p:nvPr/>
        </p:nvSpPr>
        <p:spPr>
          <a:xfrm>
            <a:off x="3327400" y="280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Freeform 2410"/>
          <p:cNvSpPr/>
          <p:nvPr/>
        </p:nvSpPr>
        <p:spPr>
          <a:xfrm>
            <a:off x="33528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Freeform 2411"/>
          <p:cNvSpPr/>
          <p:nvPr/>
        </p:nvSpPr>
        <p:spPr>
          <a:xfrm>
            <a:off x="33909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Freeform 2412"/>
          <p:cNvSpPr/>
          <p:nvPr/>
        </p:nvSpPr>
        <p:spPr>
          <a:xfrm>
            <a:off x="34290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Freeform 2413"/>
          <p:cNvSpPr/>
          <p:nvPr/>
        </p:nvSpPr>
        <p:spPr>
          <a:xfrm>
            <a:off x="34671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Freeform 2414"/>
          <p:cNvSpPr/>
          <p:nvPr/>
        </p:nvSpPr>
        <p:spPr>
          <a:xfrm>
            <a:off x="2489200" y="2781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Freeform 2415"/>
          <p:cNvSpPr/>
          <p:nvPr/>
        </p:nvSpPr>
        <p:spPr>
          <a:xfrm>
            <a:off x="2514600" y="278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Freeform 2416"/>
          <p:cNvSpPr/>
          <p:nvPr/>
        </p:nvSpPr>
        <p:spPr>
          <a:xfrm>
            <a:off x="2552700" y="2781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Freeform 2417"/>
          <p:cNvSpPr/>
          <p:nvPr/>
        </p:nvSpPr>
        <p:spPr>
          <a:xfrm>
            <a:off x="2590800" y="2781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Freeform 2418"/>
          <p:cNvSpPr/>
          <p:nvPr/>
        </p:nvSpPr>
        <p:spPr>
          <a:xfrm>
            <a:off x="2616200" y="2768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Freeform 2419"/>
          <p:cNvSpPr/>
          <p:nvPr/>
        </p:nvSpPr>
        <p:spPr>
          <a:xfrm>
            <a:off x="2654300" y="276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Freeform 2420"/>
          <p:cNvSpPr/>
          <p:nvPr/>
        </p:nvSpPr>
        <p:spPr>
          <a:xfrm>
            <a:off x="2692400" y="2768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Freeform 2421"/>
          <p:cNvSpPr/>
          <p:nvPr/>
        </p:nvSpPr>
        <p:spPr>
          <a:xfrm>
            <a:off x="2730500" y="2768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Freeform 2422"/>
          <p:cNvSpPr/>
          <p:nvPr/>
        </p:nvSpPr>
        <p:spPr>
          <a:xfrm>
            <a:off x="2755900" y="2755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Freeform 2423"/>
          <p:cNvSpPr/>
          <p:nvPr/>
        </p:nvSpPr>
        <p:spPr>
          <a:xfrm>
            <a:off x="2794000" y="275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AFF"/>
          </a:solidFill>
          <a:ln w="3175">
            <a:solidFill>
              <a:srgbClr val="000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Freeform 2424"/>
          <p:cNvSpPr/>
          <p:nvPr/>
        </p:nvSpPr>
        <p:spPr>
          <a:xfrm>
            <a:off x="2832100" y="275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BFF"/>
          </a:solidFill>
          <a:ln w="3175">
            <a:solidFill>
              <a:srgbClr val="000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Freeform 2425"/>
          <p:cNvSpPr/>
          <p:nvPr/>
        </p:nvSpPr>
        <p:spPr>
          <a:xfrm>
            <a:off x="2857500" y="2755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3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F1"/>
          </a:solidFill>
          <a:ln w="3175">
            <a:solidFill>
              <a:srgbClr val="0000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Freeform 2426"/>
          <p:cNvSpPr/>
          <p:nvPr/>
        </p:nvSpPr>
        <p:spPr>
          <a:xfrm>
            <a:off x="2895600" y="2794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Freeform 2427"/>
          <p:cNvSpPr/>
          <p:nvPr/>
        </p:nvSpPr>
        <p:spPr>
          <a:xfrm>
            <a:off x="29337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Freeform 2428"/>
          <p:cNvSpPr/>
          <p:nvPr/>
        </p:nvSpPr>
        <p:spPr>
          <a:xfrm>
            <a:off x="2971800" y="28321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Freeform 2429"/>
          <p:cNvSpPr/>
          <p:nvPr/>
        </p:nvSpPr>
        <p:spPr>
          <a:xfrm>
            <a:off x="2997200" y="28321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Freeform 2430"/>
          <p:cNvSpPr/>
          <p:nvPr/>
        </p:nvSpPr>
        <p:spPr>
          <a:xfrm>
            <a:off x="30353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Freeform 2431"/>
          <p:cNvSpPr/>
          <p:nvPr/>
        </p:nvSpPr>
        <p:spPr>
          <a:xfrm>
            <a:off x="3073400" y="281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Freeform 2432"/>
          <p:cNvSpPr/>
          <p:nvPr/>
        </p:nvSpPr>
        <p:spPr>
          <a:xfrm>
            <a:off x="30988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Freeform 2433"/>
          <p:cNvSpPr/>
          <p:nvPr/>
        </p:nvSpPr>
        <p:spPr>
          <a:xfrm>
            <a:off x="31369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Freeform 2434"/>
          <p:cNvSpPr/>
          <p:nvPr/>
        </p:nvSpPr>
        <p:spPr>
          <a:xfrm>
            <a:off x="3175000" y="2819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Freeform 2435"/>
          <p:cNvSpPr/>
          <p:nvPr/>
        </p:nvSpPr>
        <p:spPr>
          <a:xfrm>
            <a:off x="3213100" y="280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Freeform 2436"/>
          <p:cNvSpPr/>
          <p:nvPr/>
        </p:nvSpPr>
        <p:spPr>
          <a:xfrm>
            <a:off x="32385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Freeform 2437"/>
          <p:cNvSpPr/>
          <p:nvPr/>
        </p:nvSpPr>
        <p:spPr>
          <a:xfrm>
            <a:off x="32766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Freeform 2438"/>
          <p:cNvSpPr/>
          <p:nvPr/>
        </p:nvSpPr>
        <p:spPr>
          <a:xfrm>
            <a:off x="3314700" y="2806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Freeform 2439"/>
          <p:cNvSpPr/>
          <p:nvPr/>
        </p:nvSpPr>
        <p:spPr>
          <a:xfrm>
            <a:off x="33401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Freeform 2440"/>
          <p:cNvSpPr/>
          <p:nvPr/>
        </p:nvSpPr>
        <p:spPr>
          <a:xfrm>
            <a:off x="33782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Freeform 2441"/>
          <p:cNvSpPr/>
          <p:nvPr/>
        </p:nvSpPr>
        <p:spPr>
          <a:xfrm>
            <a:off x="34163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Freeform 2442"/>
          <p:cNvSpPr/>
          <p:nvPr/>
        </p:nvSpPr>
        <p:spPr>
          <a:xfrm>
            <a:off x="3454400" y="2794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Freeform 2443"/>
          <p:cNvSpPr/>
          <p:nvPr/>
        </p:nvSpPr>
        <p:spPr>
          <a:xfrm>
            <a:off x="2476500" y="2755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Freeform 2444"/>
          <p:cNvSpPr/>
          <p:nvPr/>
        </p:nvSpPr>
        <p:spPr>
          <a:xfrm>
            <a:off x="2501900" y="275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Freeform 2445"/>
          <p:cNvSpPr/>
          <p:nvPr/>
        </p:nvSpPr>
        <p:spPr>
          <a:xfrm>
            <a:off x="2540000" y="2755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Freeform 2446"/>
          <p:cNvSpPr/>
          <p:nvPr/>
        </p:nvSpPr>
        <p:spPr>
          <a:xfrm>
            <a:off x="2578100" y="2755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Freeform 2447"/>
          <p:cNvSpPr/>
          <p:nvPr/>
        </p:nvSpPr>
        <p:spPr>
          <a:xfrm>
            <a:off x="2603500" y="274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Freeform 2448"/>
          <p:cNvSpPr/>
          <p:nvPr/>
        </p:nvSpPr>
        <p:spPr>
          <a:xfrm>
            <a:off x="2641600" y="274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Freeform 2449"/>
          <p:cNvSpPr/>
          <p:nvPr/>
        </p:nvSpPr>
        <p:spPr>
          <a:xfrm>
            <a:off x="2679700" y="2743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Freeform 2450"/>
          <p:cNvSpPr/>
          <p:nvPr/>
        </p:nvSpPr>
        <p:spPr>
          <a:xfrm>
            <a:off x="27178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Freeform 2451"/>
          <p:cNvSpPr/>
          <p:nvPr/>
        </p:nvSpPr>
        <p:spPr>
          <a:xfrm>
            <a:off x="2743200" y="2730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Freeform 2452"/>
          <p:cNvSpPr/>
          <p:nvPr/>
        </p:nvSpPr>
        <p:spPr>
          <a:xfrm>
            <a:off x="2781300" y="273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8FF"/>
          </a:solidFill>
          <a:ln w="3175">
            <a:solidFill>
              <a:srgbClr val="002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Freeform 2453"/>
          <p:cNvSpPr/>
          <p:nvPr/>
        </p:nvSpPr>
        <p:spPr>
          <a:xfrm>
            <a:off x="2819400" y="273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0FF"/>
          </a:solidFill>
          <a:ln w="3175">
            <a:solidFill>
              <a:srgbClr val="001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Freeform 2454"/>
          <p:cNvSpPr/>
          <p:nvPr/>
        </p:nvSpPr>
        <p:spPr>
          <a:xfrm>
            <a:off x="2844800" y="2743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Freeform 2455"/>
          <p:cNvSpPr/>
          <p:nvPr/>
        </p:nvSpPr>
        <p:spPr>
          <a:xfrm>
            <a:off x="2882900" y="2781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Freeform 2456"/>
          <p:cNvSpPr/>
          <p:nvPr/>
        </p:nvSpPr>
        <p:spPr>
          <a:xfrm>
            <a:off x="2921000" y="28321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Freeform 2457"/>
          <p:cNvSpPr/>
          <p:nvPr/>
        </p:nvSpPr>
        <p:spPr>
          <a:xfrm>
            <a:off x="2959100" y="281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Freeform 2458"/>
          <p:cNvSpPr/>
          <p:nvPr/>
        </p:nvSpPr>
        <p:spPr>
          <a:xfrm>
            <a:off x="29845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Freeform 2459"/>
          <p:cNvSpPr/>
          <p:nvPr/>
        </p:nvSpPr>
        <p:spPr>
          <a:xfrm>
            <a:off x="30226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Freeform 2460"/>
          <p:cNvSpPr/>
          <p:nvPr/>
        </p:nvSpPr>
        <p:spPr>
          <a:xfrm>
            <a:off x="3060700" y="280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Freeform 2461"/>
          <p:cNvSpPr/>
          <p:nvPr/>
        </p:nvSpPr>
        <p:spPr>
          <a:xfrm>
            <a:off x="30861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Freeform 2462"/>
          <p:cNvSpPr/>
          <p:nvPr/>
        </p:nvSpPr>
        <p:spPr>
          <a:xfrm>
            <a:off x="31242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Freeform 2463"/>
          <p:cNvSpPr/>
          <p:nvPr/>
        </p:nvSpPr>
        <p:spPr>
          <a:xfrm>
            <a:off x="31623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Freeform 2464"/>
          <p:cNvSpPr/>
          <p:nvPr/>
        </p:nvSpPr>
        <p:spPr>
          <a:xfrm>
            <a:off x="3200400" y="280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Freeform 2465"/>
          <p:cNvSpPr/>
          <p:nvPr/>
        </p:nvSpPr>
        <p:spPr>
          <a:xfrm>
            <a:off x="32258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Freeform 2466"/>
          <p:cNvSpPr/>
          <p:nvPr/>
        </p:nvSpPr>
        <p:spPr>
          <a:xfrm>
            <a:off x="32639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Freeform 2467"/>
          <p:cNvSpPr/>
          <p:nvPr/>
        </p:nvSpPr>
        <p:spPr>
          <a:xfrm>
            <a:off x="33020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Freeform 2468"/>
          <p:cNvSpPr/>
          <p:nvPr/>
        </p:nvSpPr>
        <p:spPr>
          <a:xfrm>
            <a:off x="33274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Freeform 2469"/>
          <p:cNvSpPr/>
          <p:nvPr/>
        </p:nvSpPr>
        <p:spPr>
          <a:xfrm>
            <a:off x="33655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Freeform 2470"/>
          <p:cNvSpPr/>
          <p:nvPr/>
        </p:nvSpPr>
        <p:spPr>
          <a:xfrm>
            <a:off x="34036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Freeform 2471"/>
          <p:cNvSpPr/>
          <p:nvPr/>
        </p:nvSpPr>
        <p:spPr>
          <a:xfrm>
            <a:off x="34417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Freeform 2472"/>
          <p:cNvSpPr/>
          <p:nvPr/>
        </p:nvSpPr>
        <p:spPr>
          <a:xfrm>
            <a:off x="24638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Freeform 2473"/>
          <p:cNvSpPr/>
          <p:nvPr/>
        </p:nvSpPr>
        <p:spPr>
          <a:xfrm>
            <a:off x="2489200" y="2743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Freeform 2474"/>
          <p:cNvSpPr/>
          <p:nvPr/>
        </p:nvSpPr>
        <p:spPr>
          <a:xfrm>
            <a:off x="2527300" y="273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Freeform 2475"/>
          <p:cNvSpPr/>
          <p:nvPr/>
        </p:nvSpPr>
        <p:spPr>
          <a:xfrm>
            <a:off x="2565400" y="273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Freeform 2476"/>
          <p:cNvSpPr/>
          <p:nvPr/>
        </p:nvSpPr>
        <p:spPr>
          <a:xfrm>
            <a:off x="2590800" y="2730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Freeform 2477"/>
          <p:cNvSpPr/>
          <p:nvPr/>
        </p:nvSpPr>
        <p:spPr>
          <a:xfrm>
            <a:off x="2628900" y="2730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Freeform 2478"/>
          <p:cNvSpPr/>
          <p:nvPr/>
        </p:nvSpPr>
        <p:spPr>
          <a:xfrm>
            <a:off x="2667000" y="2717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Freeform 2479"/>
          <p:cNvSpPr/>
          <p:nvPr/>
        </p:nvSpPr>
        <p:spPr>
          <a:xfrm>
            <a:off x="27051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Freeform 2480"/>
          <p:cNvSpPr/>
          <p:nvPr/>
        </p:nvSpPr>
        <p:spPr>
          <a:xfrm>
            <a:off x="2730500" y="2717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1FF"/>
          </a:solidFill>
          <a:ln w="3175">
            <a:solidFill>
              <a:srgbClr val="003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Freeform 2481"/>
          <p:cNvSpPr/>
          <p:nvPr/>
        </p:nvSpPr>
        <p:spPr>
          <a:xfrm>
            <a:off x="2768600" y="2717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DFF"/>
          </a:solidFill>
          <a:ln w="3175">
            <a:solidFill>
              <a:srgbClr val="003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Freeform 2482"/>
          <p:cNvSpPr/>
          <p:nvPr/>
        </p:nvSpPr>
        <p:spPr>
          <a:xfrm>
            <a:off x="28067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1"/>
                </a:move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29FF"/>
          </a:solidFill>
          <a:ln w="3175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Freeform 2483"/>
          <p:cNvSpPr/>
          <p:nvPr/>
        </p:nvSpPr>
        <p:spPr>
          <a:xfrm>
            <a:off x="2832100" y="274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F8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Freeform 2484"/>
          <p:cNvSpPr/>
          <p:nvPr/>
        </p:nvSpPr>
        <p:spPr>
          <a:xfrm>
            <a:off x="2870200" y="2768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1"/>
                </a:moveTo>
                <a:lnTo>
                  <a:pt x="4" y="5"/>
                </a:lnTo>
                <a:lnTo>
                  <a:pt x="3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AE"/>
          </a:solidFill>
          <a:ln w="3175">
            <a:solidFill>
              <a:srgbClr val="00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Freeform 2485"/>
          <p:cNvSpPr/>
          <p:nvPr/>
        </p:nvSpPr>
        <p:spPr>
          <a:xfrm>
            <a:off x="2908300" y="2819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3"/>
          </a:solidFill>
          <a:ln w="3175">
            <a:solidFill>
              <a:srgbClr val="000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Freeform 2486"/>
          <p:cNvSpPr/>
          <p:nvPr/>
        </p:nvSpPr>
        <p:spPr>
          <a:xfrm>
            <a:off x="2946400" y="2819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Freeform 2487"/>
          <p:cNvSpPr/>
          <p:nvPr/>
        </p:nvSpPr>
        <p:spPr>
          <a:xfrm>
            <a:off x="29718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Freeform 2488"/>
          <p:cNvSpPr/>
          <p:nvPr/>
        </p:nvSpPr>
        <p:spPr>
          <a:xfrm>
            <a:off x="3009900" y="2806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Freeform 2489"/>
          <p:cNvSpPr/>
          <p:nvPr/>
        </p:nvSpPr>
        <p:spPr>
          <a:xfrm>
            <a:off x="3048000" y="2806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Freeform 2490"/>
          <p:cNvSpPr/>
          <p:nvPr/>
        </p:nvSpPr>
        <p:spPr>
          <a:xfrm>
            <a:off x="3073400" y="28067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2"/>
          </a:solidFill>
          <a:ln w="3175">
            <a:solidFill>
              <a:srgbClr val="000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Freeform 2491"/>
          <p:cNvSpPr/>
          <p:nvPr/>
        </p:nvSpPr>
        <p:spPr>
          <a:xfrm>
            <a:off x="31115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Freeform 2492"/>
          <p:cNvSpPr/>
          <p:nvPr/>
        </p:nvSpPr>
        <p:spPr>
          <a:xfrm>
            <a:off x="31496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Freeform 2493"/>
          <p:cNvSpPr/>
          <p:nvPr/>
        </p:nvSpPr>
        <p:spPr>
          <a:xfrm>
            <a:off x="3187700" y="2794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Freeform 2494"/>
          <p:cNvSpPr/>
          <p:nvPr/>
        </p:nvSpPr>
        <p:spPr>
          <a:xfrm>
            <a:off x="3213100" y="2794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Freeform 2495"/>
          <p:cNvSpPr/>
          <p:nvPr/>
        </p:nvSpPr>
        <p:spPr>
          <a:xfrm>
            <a:off x="32512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Freeform 2496"/>
          <p:cNvSpPr/>
          <p:nvPr/>
        </p:nvSpPr>
        <p:spPr>
          <a:xfrm>
            <a:off x="3289300" y="2781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Freeform 2497"/>
          <p:cNvSpPr/>
          <p:nvPr/>
        </p:nvSpPr>
        <p:spPr>
          <a:xfrm>
            <a:off x="33147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Freeform 2498"/>
          <p:cNvSpPr/>
          <p:nvPr/>
        </p:nvSpPr>
        <p:spPr>
          <a:xfrm>
            <a:off x="3352800" y="2781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Freeform 2499"/>
          <p:cNvSpPr/>
          <p:nvPr/>
        </p:nvSpPr>
        <p:spPr>
          <a:xfrm>
            <a:off x="3390900" y="27813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Freeform 2500"/>
          <p:cNvSpPr/>
          <p:nvPr/>
        </p:nvSpPr>
        <p:spPr>
          <a:xfrm>
            <a:off x="3429000" y="2768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0080"/>
          </a:solidFill>
          <a:ln w="3175">
            <a:solidFill>
              <a:srgbClr val="00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Freeform 2501"/>
          <p:cNvSpPr/>
          <p:nvPr/>
        </p:nvSpPr>
        <p:spPr>
          <a:xfrm>
            <a:off x="24511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Freeform 2502"/>
          <p:cNvSpPr/>
          <p:nvPr/>
        </p:nvSpPr>
        <p:spPr>
          <a:xfrm>
            <a:off x="2476500" y="2717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Freeform 2503"/>
          <p:cNvSpPr/>
          <p:nvPr/>
        </p:nvSpPr>
        <p:spPr>
          <a:xfrm>
            <a:off x="2514600" y="2705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Freeform 2504"/>
          <p:cNvSpPr/>
          <p:nvPr/>
        </p:nvSpPr>
        <p:spPr>
          <a:xfrm>
            <a:off x="2552700" y="2705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Freeform 2505"/>
          <p:cNvSpPr/>
          <p:nvPr/>
        </p:nvSpPr>
        <p:spPr>
          <a:xfrm>
            <a:off x="2578100" y="270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Freeform 2506"/>
          <p:cNvSpPr/>
          <p:nvPr/>
        </p:nvSpPr>
        <p:spPr>
          <a:xfrm>
            <a:off x="2616200" y="270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Freeform 2507"/>
          <p:cNvSpPr/>
          <p:nvPr/>
        </p:nvSpPr>
        <p:spPr>
          <a:xfrm>
            <a:off x="2654300" y="2705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Freeform 2508"/>
          <p:cNvSpPr/>
          <p:nvPr/>
        </p:nvSpPr>
        <p:spPr>
          <a:xfrm>
            <a:off x="2692400" y="2692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Freeform 2509"/>
          <p:cNvSpPr/>
          <p:nvPr/>
        </p:nvSpPr>
        <p:spPr>
          <a:xfrm>
            <a:off x="2717800" y="269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57FF"/>
          </a:solidFill>
          <a:ln w="3175">
            <a:solidFill>
              <a:srgbClr val="004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Freeform 2510"/>
          <p:cNvSpPr/>
          <p:nvPr/>
        </p:nvSpPr>
        <p:spPr>
          <a:xfrm>
            <a:off x="2755900" y="269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Freeform 2511"/>
          <p:cNvSpPr/>
          <p:nvPr/>
        </p:nvSpPr>
        <p:spPr>
          <a:xfrm>
            <a:off x="27940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35FF"/>
          </a:solidFill>
          <a:ln w="3175">
            <a:solidFill>
              <a:srgbClr val="002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Freeform 2512"/>
          <p:cNvSpPr/>
          <p:nvPr/>
        </p:nvSpPr>
        <p:spPr>
          <a:xfrm>
            <a:off x="2819400" y="2717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2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5FF"/>
          </a:solidFill>
          <a:ln w="3175">
            <a:solidFill>
              <a:srgbClr val="000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Freeform 2513"/>
          <p:cNvSpPr/>
          <p:nvPr/>
        </p:nvSpPr>
        <p:spPr>
          <a:xfrm>
            <a:off x="2857500" y="27559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1"/>
                </a:moveTo>
                <a:lnTo>
                  <a:pt x="4" y="5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BF"/>
          </a:solidFill>
          <a:ln w="3175">
            <a:solidFill>
              <a:srgbClr val="00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Freeform 2514"/>
          <p:cNvSpPr/>
          <p:nvPr/>
        </p:nvSpPr>
        <p:spPr>
          <a:xfrm>
            <a:off x="2895600" y="278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8"/>
          </a:solidFill>
          <a:ln w="3175">
            <a:solidFill>
              <a:srgbClr val="000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Freeform 2515"/>
          <p:cNvSpPr/>
          <p:nvPr/>
        </p:nvSpPr>
        <p:spPr>
          <a:xfrm>
            <a:off x="2933700" y="2781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6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Freeform 2516"/>
          <p:cNvSpPr/>
          <p:nvPr/>
        </p:nvSpPr>
        <p:spPr>
          <a:xfrm>
            <a:off x="2959100" y="2781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97"/>
          </a:solidFill>
          <a:ln w="3175">
            <a:solidFill>
              <a:srgbClr val="00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Freeform 2517"/>
          <p:cNvSpPr/>
          <p:nvPr/>
        </p:nvSpPr>
        <p:spPr>
          <a:xfrm>
            <a:off x="2997200" y="2755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009E"/>
          </a:solidFill>
          <a:ln w="3175"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Freeform 2518"/>
          <p:cNvSpPr/>
          <p:nvPr/>
        </p:nvSpPr>
        <p:spPr>
          <a:xfrm>
            <a:off x="3035300" y="2755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00A7"/>
          </a:solidFill>
          <a:ln w="3175">
            <a:solidFill>
              <a:srgbClr val="0000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Freeform 2519"/>
          <p:cNvSpPr/>
          <p:nvPr/>
        </p:nvSpPr>
        <p:spPr>
          <a:xfrm>
            <a:off x="3060700" y="2717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3"/>
                </a:lnTo>
                <a:lnTo>
                  <a:pt x="1" y="7"/>
                </a:lnTo>
                <a:close/>
              </a:path>
            </a:pathLst>
          </a:custGeom>
          <a:solidFill>
            <a:srgbClr val="0000B3"/>
          </a:solidFill>
          <a:ln w="3175">
            <a:solidFill>
              <a:srgbClr val="000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Freeform 2520"/>
          <p:cNvSpPr/>
          <p:nvPr/>
        </p:nvSpPr>
        <p:spPr>
          <a:xfrm>
            <a:off x="3098800" y="26543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1"/>
                </a:lnTo>
                <a:lnTo>
                  <a:pt x="3" y="0"/>
                </a:lnTo>
                <a:lnTo>
                  <a:pt x="0" y="5"/>
                </a:lnTo>
                <a:lnTo>
                  <a:pt x="1" y="12"/>
                </a:lnTo>
                <a:close/>
              </a:path>
            </a:pathLst>
          </a:custGeom>
          <a:solidFill>
            <a:srgbClr val="0000DB"/>
          </a:solidFill>
          <a:ln w="3175">
            <a:solidFill>
              <a:srgbClr val="000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Freeform 2521"/>
          <p:cNvSpPr/>
          <p:nvPr/>
        </p:nvSpPr>
        <p:spPr>
          <a:xfrm>
            <a:off x="3136900" y="26416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2"/>
                </a:lnTo>
                <a:lnTo>
                  <a:pt x="3" y="0"/>
                </a:lnTo>
                <a:lnTo>
                  <a:pt x="0" y="1"/>
                </a:lnTo>
                <a:lnTo>
                  <a:pt x="1" y="12"/>
                </a:lnTo>
                <a:close/>
              </a:path>
            </a:pathLst>
          </a:custGeom>
          <a:solidFill>
            <a:srgbClr val="0000F9"/>
          </a:solidFill>
          <a:ln w="3175">
            <a:solidFill>
              <a:srgbClr val="000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Freeform 2522"/>
          <p:cNvSpPr/>
          <p:nvPr/>
        </p:nvSpPr>
        <p:spPr>
          <a:xfrm>
            <a:off x="3175000" y="26416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2"/>
                </a:lnTo>
                <a:lnTo>
                  <a:pt x="2" y="0"/>
                </a:lnTo>
                <a:lnTo>
                  <a:pt x="0" y="0"/>
                </a:lnTo>
                <a:lnTo>
                  <a:pt x="1" y="12"/>
                </a:lnTo>
                <a:close/>
              </a:path>
            </a:pathLst>
          </a:custGeom>
          <a:solidFill>
            <a:srgbClr val="0000F9"/>
          </a:solidFill>
          <a:ln w="3175">
            <a:solidFill>
              <a:srgbClr val="000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Freeform 2523"/>
          <p:cNvSpPr/>
          <p:nvPr/>
        </p:nvSpPr>
        <p:spPr>
          <a:xfrm>
            <a:off x="3200400" y="26416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2"/>
                </a:lnTo>
                <a:lnTo>
                  <a:pt x="3" y="0"/>
                </a:lnTo>
                <a:lnTo>
                  <a:pt x="0" y="0"/>
                </a:lnTo>
                <a:lnTo>
                  <a:pt x="1" y="12"/>
                </a:lnTo>
                <a:close/>
              </a:path>
            </a:pathLst>
          </a:custGeom>
          <a:solidFill>
            <a:srgbClr val="0000F9"/>
          </a:solidFill>
          <a:ln w="3175">
            <a:solidFill>
              <a:srgbClr val="000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Freeform 2524"/>
          <p:cNvSpPr/>
          <p:nvPr/>
        </p:nvSpPr>
        <p:spPr>
          <a:xfrm>
            <a:off x="3238500" y="26416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1"/>
                </a:lnTo>
                <a:lnTo>
                  <a:pt x="3" y="0"/>
                </a:lnTo>
                <a:lnTo>
                  <a:pt x="0" y="0"/>
                </a:lnTo>
                <a:lnTo>
                  <a:pt x="1" y="12"/>
                </a:lnTo>
                <a:close/>
              </a:path>
            </a:pathLst>
          </a:custGeom>
          <a:solidFill>
            <a:srgbClr val="0000F9"/>
          </a:solidFill>
          <a:ln w="3175">
            <a:solidFill>
              <a:srgbClr val="000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Freeform 2525"/>
          <p:cNvSpPr/>
          <p:nvPr/>
        </p:nvSpPr>
        <p:spPr>
          <a:xfrm>
            <a:off x="3276600" y="26416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1"/>
                </a:lnTo>
                <a:lnTo>
                  <a:pt x="2" y="0"/>
                </a:lnTo>
                <a:lnTo>
                  <a:pt x="0" y="0"/>
                </a:lnTo>
                <a:lnTo>
                  <a:pt x="1" y="11"/>
                </a:lnTo>
                <a:close/>
              </a:path>
            </a:pathLst>
          </a:custGeom>
          <a:solidFill>
            <a:srgbClr val="0000F8"/>
          </a:solidFill>
          <a:ln w="3175">
            <a:solidFill>
              <a:srgbClr val="000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Freeform 2526"/>
          <p:cNvSpPr/>
          <p:nvPr/>
        </p:nvSpPr>
        <p:spPr>
          <a:xfrm>
            <a:off x="3302000" y="26289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2"/>
                </a:lnTo>
                <a:lnTo>
                  <a:pt x="3" y="0"/>
                </a:lnTo>
                <a:lnTo>
                  <a:pt x="0" y="1"/>
                </a:lnTo>
                <a:lnTo>
                  <a:pt x="1" y="12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Freeform 2527"/>
          <p:cNvSpPr/>
          <p:nvPr/>
        </p:nvSpPr>
        <p:spPr>
          <a:xfrm>
            <a:off x="3340100" y="26289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2"/>
                </a:lnTo>
                <a:lnTo>
                  <a:pt x="3" y="0"/>
                </a:lnTo>
                <a:lnTo>
                  <a:pt x="0" y="0"/>
                </a:lnTo>
                <a:lnTo>
                  <a:pt x="1" y="12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Freeform 2528"/>
          <p:cNvSpPr/>
          <p:nvPr/>
        </p:nvSpPr>
        <p:spPr>
          <a:xfrm>
            <a:off x="3378200" y="26289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12"/>
                </a:lnTo>
                <a:lnTo>
                  <a:pt x="3" y="0"/>
                </a:lnTo>
                <a:lnTo>
                  <a:pt x="0" y="0"/>
                </a:lnTo>
                <a:lnTo>
                  <a:pt x="1" y="12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Freeform 2529"/>
          <p:cNvSpPr/>
          <p:nvPr/>
        </p:nvSpPr>
        <p:spPr>
          <a:xfrm>
            <a:off x="3416300" y="26289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1" y="12"/>
                </a:moveTo>
                <a:lnTo>
                  <a:pt x="3" y="11"/>
                </a:lnTo>
                <a:lnTo>
                  <a:pt x="2" y="0"/>
                </a:lnTo>
                <a:lnTo>
                  <a:pt x="0" y="0"/>
                </a:lnTo>
                <a:lnTo>
                  <a:pt x="1" y="12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Freeform 2530"/>
          <p:cNvSpPr/>
          <p:nvPr/>
        </p:nvSpPr>
        <p:spPr>
          <a:xfrm>
            <a:off x="2438400" y="2692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Freeform 2531"/>
          <p:cNvSpPr/>
          <p:nvPr/>
        </p:nvSpPr>
        <p:spPr>
          <a:xfrm>
            <a:off x="2463800" y="267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Freeform 2532"/>
          <p:cNvSpPr/>
          <p:nvPr/>
        </p:nvSpPr>
        <p:spPr>
          <a:xfrm>
            <a:off x="2501900" y="267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Freeform 2533"/>
          <p:cNvSpPr/>
          <p:nvPr/>
        </p:nvSpPr>
        <p:spPr>
          <a:xfrm>
            <a:off x="2540000" y="2679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Freeform 2534"/>
          <p:cNvSpPr/>
          <p:nvPr/>
        </p:nvSpPr>
        <p:spPr>
          <a:xfrm>
            <a:off x="2565400" y="2679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Freeform 2535"/>
          <p:cNvSpPr/>
          <p:nvPr/>
        </p:nvSpPr>
        <p:spPr>
          <a:xfrm>
            <a:off x="2603500" y="266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Freeform 2536"/>
          <p:cNvSpPr/>
          <p:nvPr/>
        </p:nvSpPr>
        <p:spPr>
          <a:xfrm>
            <a:off x="2641600" y="266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Freeform 2537"/>
          <p:cNvSpPr/>
          <p:nvPr/>
        </p:nvSpPr>
        <p:spPr>
          <a:xfrm>
            <a:off x="26797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76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Freeform 2538"/>
          <p:cNvSpPr/>
          <p:nvPr/>
        </p:nvSpPr>
        <p:spPr>
          <a:xfrm>
            <a:off x="2705100" y="2667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Freeform 2539"/>
          <p:cNvSpPr/>
          <p:nvPr/>
        </p:nvSpPr>
        <p:spPr>
          <a:xfrm>
            <a:off x="2743200" y="2667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2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6BFF"/>
          </a:solidFill>
          <a:ln w="3175">
            <a:solidFill>
              <a:srgbClr val="00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Freeform 2540"/>
          <p:cNvSpPr/>
          <p:nvPr/>
        </p:nvSpPr>
        <p:spPr>
          <a:xfrm>
            <a:off x="2781300" y="2667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3"/>
                </a:moveTo>
                <a:lnTo>
                  <a:pt x="3" y="4"/>
                </a:lnTo>
                <a:lnTo>
                  <a:pt x="2" y="2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52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Freeform 2541"/>
          <p:cNvSpPr/>
          <p:nvPr/>
        </p:nvSpPr>
        <p:spPr>
          <a:xfrm>
            <a:off x="2806700" y="26924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2"/>
                </a:moveTo>
                <a:lnTo>
                  <a:pt x="4" y="5"/>
                </a:lnTo>
                <a:lnTo>
                  <a:pt x="3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4FF"/>
          </a:solidFill>
          <a:ln w="3175">
            <a:solidFill>
              <a:srgbClr val="001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Freeform 2542"/>
          <p:cNvSpPr/>
          <p:nvPr/>
        </p:nvSpPr>
        <p:spPr>
          <a:xfrm>
            <a:off x="2844800" y="2717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3"/>
                </a:moveTo>
                <a:lnTo>
                  <a:pt x="4" y="5"/>
                </a:lnTo>
                <a:lnTo>
                  <a:pt x="3" y="2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E7"/>
          </a:solidFill>
          <a:ln w="3175">
            <a:solidFill>
              <a:srgbClr val="000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Freeform 2543"/>
          <p:cNvSpPr/>
          <p:nvPr/>
        </p:nvSpPr>
        <p:spPr>
          <a:xfrm>
            <a:off x="2882900" y="274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7"/>
          </a:solidFill>
          <a:ln w="3175">
            <a:solidFill>
              <a:srgbClr val="000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Freeform 2544"/>
          <p:cNvSpPr/>
          <p:nvPr/>
        </p:nvSpPr>
        <p:spPr>
          <a:xfrm>
            <a:off x="2921000" y="274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5"/>
          </a:solidFill>
          <a:ln w="3175">
            <a:solidFill>
              <a:srgbClr val="000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Freeform 2545"/>
          <p:cNvSpPr/>
          <p:nvPr/>
        </p:nvSpPr>
        <p:spPr>
          <a:xfrm>
            <a:off x="2946400" y="2743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00C7"/>
          </a:solidFill>
          <a:ln w="3175">
            <a:solidFill>
              <a:srgbClr val="000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Freeform 2546"/>
          <p:cNvSpPr/>
          <p:nvPr/>
        </p:nvSpPr>
        <p:spPr>
          <a:xfrm>
            <a:off x="2984500" y="27051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4"/>
                </a:lnTo>
                <a:lnTo>
                  <a:pt x="3" y="0"/>
                </a:lnTo>
                <a:lnTo>
                  <a:pt x="0" y="3"/>
                </a:lnTo>
                <a:lnTo>
                  <a:pt x="1" y="6"/>
                </a:lnTo>
                <a:close/>
              </a:path>
            </a:pathLst>
          </a:custGeom>
          <a:solidFill>
            <a:srgbClr val="0000DD"/>
          </a:solidFill>
          <a:ln w="3175">
            <a:solidFill>
              <a:srgbClr val="000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Freeform 2547"/>
          <p:cNvSpPr/>
          <p:nvPr/>
        </p:nvSpPr>
        <p:spPr>
          <a:xfrm>
            <a:off x="3022600" y="2692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0000F7"/>
          </a:solidFill>
          <a:ln w="3175">
            <a:solidFill>
              <a:srgbClr val="000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Freeform 2548"/>
          <p:cNvSpPr/>
          <p:nvPr/>
        </p:nvSpPr>
        <p:spPr>
          <a:xfrm>
            <a:off x="3048000" y="26670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7"/>
                </a:lnTo>
                <a:close/>
              </a:path>
            </a:pathLst>
          </a:custGeom>
          <a:solidFill>
            <a:srgbClr val="0010FF"/>
          </a:solidFill>
          <a:ln w="3175">
            <a:solidFill>
              <a:srgbClr val="000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Freeform 2549"/>
          <p:cNvSpPr/>
          <p:nvPr/>
        </p:nvSpPr>
        <p:spPr>
          <a:xfrm>
            <a:off x="3086100" y="2565400"/>
            <a:ext cx="50800" cy="152400"/>
          </a:xfrm>
          <a:custGeom>
            <a:avLst/>
            <a:gdLst/>
            <a:ahLst/>
            <a:cxnLst/>
            <a:rect l="l" t="t" r="r" b="b"/>
            <a:pathLst>
              <a:path w="4" h="12">
                <a:moveTo>
                  <a:pt x="1" y="12"/>
                </a:moveTo>
                <a:lnTo>
                  <a:pt x="4" y="7"/>
                </a:lnTo>
                <a:lnTo>
                  <a:pt x="3" y="0"/>
                </a:lnTo>
                <a:lnTo>
                  <a:pt x="0" y="8"/>
                </a:lnTo>
                <a:lnTo>
                  <a:pt x="1" y="12"/>
                </a:lnTo>
                <a:close/>
              </a:path>
            </a:pathLst>
          </a:custGeom>
          <a:solidFill>
            <a:srgbClr val="006DFF"/>
          </a:solidFill>
          <a:ln w="3175">
            <a:solidFill>
              <a:srgbClr val="005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Freeform 2550"/>
          <p:cNvSpPr/>
          <p:nvPr/>
        </p:nvSpPr>
        <p:spPr>
          <a:xfrm>
            <a:off x="3124200" y="25273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9"/>
                </a:lnTo>
                <a:lnTo>
                  <a:pt x="3" y="0"/>
                </a:lnTo>
                <a:lnTo>
                  <a:pt x="0" y="3"/>
                </a:lnTo>
                <a:lnTo>
                  <a:pt x="1" y="10"/>
                </a:lnTo>
                <a:close/>
              </a:path>
            </a:pathLst>
          </a:custGeom>
          <a:solidFill>
            <a:srgbClr val="00C7FF"/>
          </a:solidFill>
          <a:ln w="3175">
            <a:solidFill>
              <a:srgbClr val="009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Freeform 2551"/>
          <p:cNvSpPr/>
          <p:nvPr/>
        </p:nvSpPr>
        <p:spPr>
          <a:xfrm>
            <a:off x="3162300" y="25273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9"/>
                </a:lnTo>
                <a:lnTo>
                  <a:pt x="2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00D5FF"/>
          </a:solidFill>
          <a:ln w="3175">
            <a:solidFill>
              <a:srgbClr val="00A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Freeform 2552"/>
          <p:cNvSpPr/>
          <p:nvPr/>
        </p:nvSpPr>
        <p:spPr>
          <a:xfrm>
            <a:off x="3187700" y="25146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1"/>
                </a:lnTo>
                <a:lnTo>
                  <a:pt x="1" y="10"/>
                </a:lnTo>
                <a:close/>
              </a:path>
            </a:pathLst>
          </a:custGeom>
          <a:solidFill>
            <a:srgbClr val="00D5FF"/>
          </a:solidFill>
          <a:ln w="3175">
            <a:solidFill>
              <a:srgbClr val="00A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Freeform 2553"/>
          <p:cNvSpPr/>
          <p:nvPr/>
        </p:nvSpPr>
        <p:spPr>
          <a:xfrm>
            <a:off x="3225800" y="25146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00D5FF"/>
          </a:solidFill>
          <a:ln w="3175">
            <a:solidFill>
              <a:srgbClr val="00A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Freeform 2554"/>
          <p:cNvSpPr/>
          <p:nvPr/>
        </p:nvSpPr>
        <p:spPr>
          <a:xfrm>
            <a:off x="3263900" y="25146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00D3FF"/>
          </a:solidFill>
          <a:ln w="3175">
            <a:solidFill>
              <a:srgbClr val="00A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Freeform 2555"/>
          <p:cNvSpPr/>
          <p:nvPr/>
        </p:nvSpPr>
        <p:spPr>
          <a:xfrm>
            <a:off x="3289300" y="25146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9"/>
                </a:lnTo>
                <a:lnTo>
                  <a:pt x="3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Freeform 2556"/>
          <p:cNvSpPr/>
          <p:nvPr/>
        </p:nvSpPr>
        <p:spPr>
          <a:xfrm>
            <a:off x="3327400" y="25146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9"/>
                </a:lnTo>
                <a:lnTo>
                  <a:pt x="3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Freeform 2557"/>
          <p:cNvSpPr/>
          <p:nvPr/>
        </p:nvSpPr>
        <p:spPr>
          <a:xfrm>
            <a:off x="3365500" y="25019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10"/>
                </a:lnTo>
                <a:lnTo>
                  <a:pt x="3" y="0"/>
                </a:lnTo>
                <a:lnTo>
                  <a:pt x="0" y="1"/>
                </a:lnTo>
                <a:lnTo>
                  <a:pt x="1" y="10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Freeform 2558"/>
          <p:cNvSpPr/>
          <p:nvPr/>
        </p:nvSpPr>
        <p:spPr>
          <a:xfrm>
            <a:off x="3403600" y="25019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00D2FF"/>
          </a:solidFill>
          <a:ln w="3175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Freeform 2559"/>
          <p:cNvSpPr/>
          <p:nvPr/>
        </p:nvSpPr>
        <p:spPr>
          <a:xfrm>
            <a:off x="2425700" y="266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Freeform 2560"/>
          <p:cNvSpPr/>
          <p:nvPr/>
        </p:nvSpPr>
        <p:spPr>
          <a:xfrm>
            <a:off x="2451100" y="265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Freeform 2561"/>
          <p:cNvSpPr/>
          <p:nvPr/>
        </p:nvSpPr>
        <p:spPr>
          <a:xfrm>
            <a:off x="2489200" y="265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Freeform 2562"/>
          <p:cNvSpPr/>
          <p:nvPr/>
        </p:nvSpPr>
        <p:spPr>
          <a:xfrm>
            <a:off x="2527300" y="26543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Freeform 2563"/>
          <p:cNvSpPr/>
          <p:nvPr/>
        </p:nvSpPr>
        <p:spPr>
          <a:xfrm>
            <a:off x="2552700" y="2654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Freeform 2564"/>
          <p:cNvSpPr/>
          <p:nvPr/>
        </p:nvSpPr>
        <p:spPr>
          <a:xfrm>
            <a:off x="2590800" y="264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Freeform 2565"/>
          <p:cNvSpPr/>
          <p:nvPr/>
        </p:nvSpPr>
        <p:spPr>
          <a:xfrm>
            <a:off x="2628900" y="264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Freeform 2566"/>
          <p:cNvSpPr/>
          <p:nvPr/>
        </p:nvSpPr>
        <p:spPr>
          <a:xfrm>
            <a:off x="26670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8FF"/>
          </a:solidFill>
          <a:ln w="317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Freeform 2567"/>
          <p:cNvSpPr/>
          <p:nvPr/>
        </p:nvSpPr>
        <p:spPr>
          <a:xfrm>
            <a:off x="2692400" y="264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7FF"/>
          </a:solidFill>
          <a:ln w="3175">
            <a:solidFill>
              <a:srgbClr val="007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Freeform 2568"/>
          <p:cNvSpPr/>
          <p:nvPr/>
        </p:nvSpPr>
        <p:spPr>
          <a:xfrm>
            <a:off x="2730500" y="264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8DFF"/>
          </a:solidFill>
          <a:ln w="3175">
            <a:solidFill>
              <a:srgbClr val="007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Freeform 2569"/>
          <p:cNvSpPr/>
          <p:nvPr/>
        </p:nvSpPr>
        <p:spPr>
          <a:xfrm>
            <a:off x="2768600" y="2641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2"/>
                </a:moveTo>
                <a:lnTo>
                  <a:pt x="3" y="4"/>
                </a:lnTo>
                <a:lnTo>
                  <a:pt x="2" y="1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75FF"/>
          </a:solidFill>
          <a:ln w="3175">
            <a:solidFill>
              <a:srgbClr val="005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Freeform 2570"/>
          <p:cNvSpPr/>
          <p:nvPr/>
        </p:nvSpPr>
        <p:spPr>
          <a:xfrm>
            <a:off x="2794000" y="265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3"/>
                </a:moveTo>
                <a:lnTo>
                  <a:pt x="4" y="5"/>
                </a:lnTo>
                <a:lnTo>
                  <a:pt x="3" y="3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46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Freeform 2571"/>
          <p:cNvSpPr/>
          <p:nvPr/>
        </p:nvSpPr>
        <p:spPr>
          <a:xfrm>
            <a:off x="2832100" y="2692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2"/>
                </a:moveTo>
                <a:lnTo>
                  <a:pt x="4" y="4"/>
                </a:lnTo>
                <a:lnTo>
                  <a:pt x="3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DFF"/>
          </a:solidFill>
          <a:ln w="3175">
            <a:solidFill>
              <a:srgbClr val="000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Freeform 2572"/>
          <p:cNvSpPr/>
          <p:nvPr/>
        </p:nvSpPr>
        <p:spPr>
          <a:xfrm>
            <a:off x="2870200" y="2717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F0"/>
          </a:solidFill>
          <a:ln w="3175">
            <a:solidFill>
              <a:srgbClr val="00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Freeform 2573"/>
          <p:cNvSpPr/>
          <p:nvPr/>
        </p:nvSpPr>
        <p:spPr>
          <a:xfrm>
            <a:off x="2908300" y="27178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EF"/>
          </a:solidFill>
          <a:ln w="3175">
            <a:solidFill>
              <a:srgbClr val="000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Freeform 2574"/>
          <p:cNvSpPr/>
          <p:nvPr/>
        </p:nvSpPr>
        <p:spPr>
          <a:xfrm>
            <a:off x="2933700" y="27178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00F0"/>
          </a:solidFill>
          <a:ln w="3175">
            <a:solidFill>
              <a:srgbClr val="00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Freeform 2575"/>
          <p:cNvSpPr/>
          <p:nvPr/>
        </p:nvSpPr>
        <p:spPr>
          <a:xfrm>
            <a:off x="2971800" y="26797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2"/>
                </a:lnTo>
                <a:lnTo>
                  <a:pt x="3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00DFF"/>
          </a:solidFill>
          <a:ln w="3175">
            <a:solidFill>
              <a:srgbClr val="000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Freeform 2576"/>
          <p:cNvSpPr/>
          <p:nvPr/>
        </p:nvSpPr>
        <p:spPr>
          <a:xfrm>
            <a:off x="3009900" y="2654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37FF"/>
          </a:solidFill>
          <a:ln w="3175">
            <a:solidFill>
              <a:srgbClr val="002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Freeform 2577"/>
          <p:cNvSpPr/>
          <p:nvPr/>
        </p:nvSpPr>
        <p:spPr>
          <a:xfrm>
            <a:off x="3035300" y="264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53FF"/>
          </a:solidFill>
          <a:ln w="3175">
            <a:solidFill>
              <a:srgbClr val="004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Freeform 2578"/>
          <p:cNvSpPr/>
          <p:nvPr/>
        </p:nvSpPr>
        <p:spPr>
          <a:xfrm>
            <a:off x="3073400" y="2540000"/>
            <a:ext cx="50800" cy="127000"/>
          </a:xfrm>
          <a:custGeom>
            <a:avLst/>
            <a:gdLst/>
            <a:ahLst/>
            <a:cxnLst/>
            <a:rect l="l" t="t" r="r" b="b"/>
            <a:pathLst>
              <a:path w="4" h="10">
                <a:moveTo>
                  <a:pt x="1" y="10"/>
                </a:moveTo>
                <a:lnTo>
                  <a:pt x="4" y="2"/>
                </a:lnTo>
                <a:lnTo>
                  <a:pt x="3" y="0"/>
                </a:lnTo>
                <a:lnTo>
                  <a:pt x="0" y="8"/>
                </a:lnTo>
                <a:lnTo>
                  <a:pt x="1" y="10"/>
                </a:lnTo>
                <a:close/>
              </a:path>
            </a:pathLst>
          </a:custGeom>
          <a:solidFill>
            <a:srgbClr val="00B4FF"/>
          </a:solidFill>
          <a:ln w="3175">
            <a:solidFill>
              <a:srgbClr val="009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Freeform 2579"/>
          <p:cNvSpPr/>
          <p:nvPr/>
        </p:nvSpPr>
        <p:spPr>
          <a:xfrm>
            <a:off x="3111500" y="2476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4"/>
                </a:lnTo>
                <a:lnTo>
                  <a:pt x="3" y="0"/>
                </a:lnTo>
                <a:lnTo>
                  <a:pt x="0" y="5"/>
                </a:lnTo>
                <a:lnTo>
                  <a:pt x="1" y="7"/>
                </a:lnTo>
                <a:close/>
              </a:path>
            </a:pathLst>
          </a:custGeom>
          <a:solidFill>
            <a:srgbClr val="31FFCE"/>
          </a:solidFill>
          <a:ln w="3175">
            <a:solidFill>
              <a:srgbClr val="27C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Freeform 2580"/>
          <p:cNvSpPr/>
          <p:nvPr/>
        </p:nvSpPr>
        <p:spPr>
          <a:xfrm>
            <a:off x="3149600" y="2463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5FFFA0"/>
          </a:solidFill>
          <a:ln w="3175">
            <a:solidFill>
              <a:srgbClr val="4CC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Freeform 2581"/>
          <p:cNvSpPr/>
          <p:nvPr/>
        </p:nvSpPr>
        <p:spPr>
          <a:xfrm>
            <a:off x="3175000" y="2463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66FF99"/>
          </a:solidFill>
          <a:ln w="3175">
            <a:solidFill>
              <a:srgbClr val="52C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Freeform 2582"/>
          <p:cNvSpPr/>
          <p:nvPr/>
        </p:nvSpPr>
        <p:spPr>
          <a:xfrm>
            <a:off x="3213100" y="2451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Freeform 2583"/>
          <p:cNvSpPr/>
          <p:nvPr/>
        </p:nvSpPr>
        <p:spPr>
          <a:xfrm>
            <a:off x="3251200" y="24511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Freeform 2584"/>
          <p:cNvSpPr/>
          <p:nvPr/>
        </p:nvSpPr>
        <p:spPr>
          <a:xfrm>
            <a:off x="3276600" y="2451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Freeform 2585"/>
          <p:cNvSpPr/>
          <p:nvPr/>
        </p:nvSpPr>
        <p:spPr>
          <a:xfrm>
            <a:off x="3314700" y="24511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Freeform 2586"/>
          <p:cNvSpPr/>
          <p:nvPr/>
        </p:nvSpPr>
        <p:spPr>
          <a:xfrm>
            <a:off x="3352800" y="24384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Freeform 2587"/>
          <p:cNvSpPr/>
          <p:nvPr/>
        </p:nvSpPr>
        <p:spPr>
          <a:xfrm>
            <a:off x="3390900" y="24384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5"/>
                </a:lnTo>
                <a:lnTo>
                  <a:pt x="2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65FF9A"/>
          </a:solidFill>
          <a:ln w="3175">
            <a:solidFill>
              <a:srgbClr val="51C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Freeform 2588"/>
          <p:cNvSpPr/>
          <p:nvPr/>
        </p:nvSpPr>
        <p:spPr>
          <a:xfrm>
            <a:off x="24130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Freeform 2589"/>
          <p:cNvSpPr/>
          <p:nvPr/>
        </p:nvSpPr>
        <p:spPr>
          <a:xfrm>
            <a:off x="2438400" y="262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Freeform 2590"/>
          <p:cNvSpPr/>
          <p:nvPr/>
        </p:nvSpPr>
        <p:spPr>
          <a:xfrm>
            <a:off x="2476500" y="2628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Freeform 2591"/>
          <p:cNvSpPr/>
          <p:nvPr/>
        </p:nvSpPr>
        <p:spPr>
          <a:xfrm>
            <a:off x="2514600" y="262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Freeform 2592"/>
          <p:cNvSpPr/>
          <p:nvPr/>
        </p:nvSpPr>
        <p:spPr>
          <a:xfrm>
            <a:off x="2552700" y="26289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0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Freeform 2593"/>
          <p:cNvSpPr/>
          <p:nvPr/>
        </p:nvSpPr>
        <p:spPr>
          <a:xfrm>
            <a:off x="2578100" y="261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Freeform 2594"/>
          <p:cNvSpPr/>
          <p:nvPr/>
        </p:nvSpPr>
        <p:spPr>
          <a:xfrm>
            <a:off x="2616200" y="261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Freeform 2595"/>
          <p:cNvSpPr/>
          <p:nvPr/>
        </p:nvSpPr>
        <p:spPr>
          <a:xfrm>
            <a:off x="2654300" y="2616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7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Freeform 2596"/>
          <p:cNvSpPr/>
          <p:nvPr/>
        </p:nvSpPr>
        <p:spPr>
          <a:xfrm>
            <a:off x="2679700" y="261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B6FF"/>
          </a:solidFill>
          <a:ln w="3175">
            <a:solidFill>
              <a:srgbClr val="00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Freeform 2597"/>
          <p:cNvSpPr/>
          <p:nvPr/>
        </p:nvSpPr>
        <p:spPr>
          <a:xfrm>
            <a:off x="2717800" y="2616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ABFF"/>
          </a:solidFill>
          <a:ln w="3175">
            <a:solidFill>
              <a:srgbClr val="008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Freeform 2598"/>
          <p:cNvSpPr/>
          <p:nvPr/>
        </p:nvSpPr>
        <p:spPr>
          <a:xfrm>
            <a:off x="2755900" y="2616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2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0FF"/>
          </a:solidFill>
          <a:ln w="3175">
            <a:solidFill>
              <a:srgbClr val="007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Freeform 2599"/>
          <p:cNvSpPr/>
          <p:nvPr/>
        </p:nvSpPr>
        <p:spPr>
          <a:xfrm>
            <a:off x="2781300" y="264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0FF"/>
          </a:solidFill>
          <a:ln w="3175">
            <a:solidFill>
              <a:srgbClr val="00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Freeform 2600"/>
          <p:cNvSpPr/>
          <p:nvPr/>
        </p:nvSpPr>
        <p:spPr>
          <a:xfrm>
            <a:off x="2819400" y="2667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2"/>
                </a:moveTo>
                <a:lnTo>
                  <a:pt x="4" y="4"/>
                </a:lnTo>
                <a:lnTo>
                  <a:pt x="3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AFF"/>
          </a:solidFill>
          <a:ln w="3175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Freeform 2601"/>
          <p:cNvSpPr/>
          <p:nvPr/>
        </p:nvSpPr>
        <p:spPr>
          <a:xfrm>
            <a:off x="2857500" y="26924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11FF"/>
          </a:solidFill>
          <a:ln w="3175">
            <a:solidFill>
              <a:srgbClr val="000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Freeform 2602"/>
          <p:cNvSpPr/>
          <p:nvPr/>
        </p:nvSpPr>
        <p:spPr>
          <a:xfrm>
            <a:off x="2895600" y="2692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10FF"/>
          </a:solidFill>
          <a:ln w="3175">
            <a:solidFill>
              <a:srgbClr val="000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Freeform 2603"/>
          <p:cNvSpPr/>
          <p:nvPr/>
        </p:nvSpPr>
        <p:spPr>
          <a:xfrm>
            <a:off x="2921000" y="2679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11FF"/>
          </a:solidFill>
          <a:ln w="3175">
            <a:solidFill>
              <a:srgbClr val="000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Freeform 2604"/>
          <p:cNvSpPr/>
          <p:nvPr/>
        </p:nvSpPr>
        <p:spPr>
          <a:xfrm>
            <a:off x="2959100" y="2654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2AFF"/>
          </a:solidFill>
          <a:ln w="3175">
            <a:solidFill>
              <a:srgbClr val="002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Freeform 2605"/>
          <p:cNvSpPr/>
          <p:nvPr/>
        </p:nvSpPr>
        <p:spPr>
          <a:xfrm>
            <a:off x="2997200" y="26162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3"/>
                </a:lnTo>
                <a:lnTo>
                  <a:pt x="2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05BFF"/>
          </a:solidFill>
          <a:ln w="3175">
            <a:solidFill>
              <a:srgbClr val="004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Freeform 2606"/>
          <p:cNvSpPr/>
          <p:nvPr/>
        </p:nvSpPr>
        <p:spPr>
          <a:xfrm>
            <a:off x="3022600" y="25908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0083FF"/>
          </a:solidFill>
          <a:ln w="3175">
            <a:solidFill>
              <a:srgbClr val="006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Freeform 2607"/>
          <p:cNvSpPr/>
          <p:nvPr/>
        </p:nvSpPr>
        <p:spPr>
          <a:xfrm>
            <a:off x="3060700" y="25019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3"/>
                </a:lnTo>
                <a:lnTo>
                  <a:pt x="3" y="0"/>
                </a:lnTo>
                <a:lnTo>
                  <a:pt x="0" y="7"/>
                </a:lnTo>
                <a:lnTo>
                  <a:pt x="1" y="11"/>
                </a:lnTo>
                <a:close/>
              </a:path>
            </a:pathLst>
          </a:custGeom>
          <a:solidFill>
            <a:srgbClr val="00E2FF"/>
          </a:solidFill>
          <a:ln w="3175">
            <a:solidFill>
              <a:srgbClr val="00B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Freeform 2608"/>
          <p:cNvSpPr/>
          <p:nvPr/>
        </p:nvSpPr>
        <p:spPr>
          <a:xfrm>
            <a:off x="3098800" y="24384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3"/>
                </a:lnTo>
                <a:lnTo>
                  <a:pt x="3" y="0"/>
                </a:lnTo>
                <a:lnTo>
                  <a:pt x="0" y="5"/>
                </a:lnTo>
                <a:lnTo>
                  <a:pt x="1" y="8"/>
                </a:lnTo>
                <a:close/>
              </a:path>
            </a:pathLst>
          </a:custGeom>
          <a:solidFill>
            <a:srgbClr val="64FF9B"/>
          </a:solidFill>
          <a:ln w="3175">
            <a:solidFill>
              <a:srgbClr val="50C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Freeform 2609"/>
          <p:cNvSpPr/>
          <p:nvPr/>
        </p:nvSpPr>
        <p:spPr>
          <a:xfrm>
            <a:off x="3136900" y="24130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4"/>
                </a:lnTo>
                <a:lnTo>
                  <a:pt x="2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A7FF58"/>
          </a:solidFill>
          <a:ln w="3175">
            <a:solidFill>
              <a:srgbClr val="85C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Freeform 2610"/>
          <p:cNvSpPr/>
          <p:nvPr/>
        </p:nvSpPr>
        <p:spPr>
          <a:xfrm>
            <a:off x="3162300" y="2400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BAFF45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Freeform 2611"/>
          <p:cNvSpPr/>
          <p:nvPr/>
        </p:nvSpPr>
        <p:spPr>
          <a:xfrm>
            <a:off x="3200400" y="2400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BBFF44"/>
          </a:solidFill>
          <a:ln w="3175">
            <a:solidFill>
              <a:srgbClr val="96C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Freeform 2612"/>
          <p:cNvSpPr/>
          <p:nvPr/>
        </p:nvSpPr>
        <p:spPr>
          <a:xfrm>
            <a:off x="3238500" y="2400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EFF41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Freeform 2613"/>
          <p:cNvSpPr/>
          <p:nvPr/>
        </p:nvSpPr>
        <p:spPr>
          <a:xfrm>
            <a:off x="3263900" y="2387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1"/>
                </a:lnTo>
                <a:lnTo>
                  <a:pt x="1" y="5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Freeform 2614"/>
          <p:cNvSpPr/>
          <p:nvPr/>
        </p:nvSpPr>
        <p:spPr>
          <a:xfrm>
            <a:off x="3302000" y="2387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Freeform 2615"/>
          <p:cNvSpPr/>
          <p:nvPr/>
        </p:nvSpPr>
        <p:spPr>
          <a:xfrm>
            <a:off x="3340100" y="2387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5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Freeform 2616"/>
          <p:cNvSpPr/>
          <p:nvPr/>
        </p:nvSpPr>
        <p:spPr>
          <a:xfrm>
            <a:off x="3378200" y="2387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BFFF40"/>
          </a:solidFill>
          <a:ln w="3175">
            <a:solidFill>
              <a:srgbClr val="98C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Freeform 2617"/>
          <p:cNvSpPr/>
          <p:nvPr/>
        </p:nvSpPr>
        <p:spPr>
          <a:xfrm>
            <a:off x="2400300" y="2590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Freeform 2618"/>
          <p:cNvSpPr/>
          <p:nvPr/>
        </p:nvSpPr>
        <p:spPr>
          <a:xfrm>
            <a:off x="2425700" y="259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Freeform 2619"/>
          <p:cNvSpPr/>
          <p:nvPr/>
        </p:nvSpPr>
        <p:spPr>
          <a:xfrm>
            <a:off x="2463800" y="259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Freeform 2620"/>
          <p:cNvSpPr/>
          <p:nvPr/>
        </p:nvSpPr>
        <p:spPr>
          <a:xfrm>
            <a:off x="2501900" y="257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Freeform 2621"/>
          <p:cNvSpPr/>
          <p:nvPr/>
        </p:nvSpPr>
        <p:spPr>
          <a:xfrm>
            <a:off x="2540000" y="2578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Freeform 2622"/>
          <p:cNvSpPr/>
          <p:nvPr/>
        </p:nvSpPr>
        <p:spPr>
          <a:xfrm>
            <a:off x="2565400" y="257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Freeform 2623"/>
          <p:cNvSpPr/>
          <p:nvPr/>
        </p:nvSpPr>
        <p:spPr>
          <a:xfrm>
            <a:off x="2603500" y="257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Freeform 2624"/>
          <p:cNvSpPr/>
          <p:nvPr/>
        </p:nvSpPr>
        <p:spPr>
          <a:xfrm>
            <a:off x="2641600" y="256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00E4FF"/>
          </a:solidFill>
          <a:ln w="3175">
            <a:solidFill>
              <a:srgbClr val="00B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Freeform 2625"/>
          <p:cNvSpPr/>
          <p:nvPr/>
        </p:nvSpPr>
        <p:spPr>
          <a:xfrm>
            <a:off x="2667000" y="256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E3FF"/>
          </a:solidFill>
          <a:ln w="3175">
            <a:solidFill>
              <a:srgbClr val="00B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Freeform 2626"/>
          <p:cNvSpPr/>
          <p:nvPr/>
        </p:nvSpPr>
        <p:spPr>
          <a:xfrm>
            <a:off x="2705100" y="256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2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00D4FF"/>
          </a:solidFill>
          <a:ln w="3175">
            <a:solidFill>
              <a:srgbClr val="00A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Freeform 2627"/>
          <p:cNvSpPr/>
          <p:nvPr/>
        </p:nvSpPr>
        <p:spPr>
          <a:xfrm>
            <a:off x="2743200" y="2590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2"/>
                </a:moveTo>
                <a:lnTo>
                  <a:pt x="3" y="4"/>
                </a:lnTo>
                <a:lnTo>
                  <a:pt x="3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AEFF"/>
          </a:solidFill>
          <a:ln w="3175">
            <a:solidFill>
              <a:srgbClr val="008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Freeform 2628"/>
          <p:cNvSpPr/>
          <p:nvPr/>
        </p:nvSpPr>
        <p:spPr>
          <a:xfrm>
            <a:off x="2781300" y="26162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2"/>
                </a:moveTo>
                <a:lnTo>
                  <a:pt x="3" y="4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Freeform 2629"/>
          <p:cNvSpPr/>
          <p:nvPr/>
        </p:nvSpPr>
        <p:spPr>
          <a:xfrm>
            <a:off x="2806700" y="2641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2"/>
                </a:moveTo>
                <a:lnTo>
                  <a:pt x="4" y="4"/>
                </a:lnTo>
                <a:lnTo>
                  <a:pt x="3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8FF"/>
          </a:solidFill>
          <a:ln w="3175">
            <a:solidFill>
              <a:srgbClr val="003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Freeform 2630"/>
          <p:cNvSpPr/>
          <p:nvPr/>
        </p:nvSpPr>
        <p:spPr>
          <a:xfrm>
            <a:off x="2844800" y="2667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2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FFF"/>
          </a:solidFill>
          <a:ln w="3175">
            <a:solidFill>
              <a:srgbClr val="002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Freeform 2631"/>
          <p:cNvSpPr/>
          <p:nvPr/>
        </p:nvSpPr>
        <p:spPr>
          <a:xfrm>
            <a:off x="2882900" y="2667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2EFF"/>
          </a:solidFill>
          <a:ln w="3175">
            <a:solidFill>
              <a:srgbClr val="002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Freeform 2632"/>
          <p:cNvSpPr/>
          <p:nvPr/>
        </p:nvSpPr>
        <p:spPr>
          <a:xfrm>
            <a:off x="2908300" y="2654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2"/>
                </a:lnTo>
                <a:lnTo>
                  <a:pt x="3" y="0"/>
                </a:lnTo>
                <a:lnTo>
                  <a:pt x="0" y="1"/>
                </a:lnTo>
                <a:lnTo>
                  <a:pt x="1" y="3"/>
                </a:lnTo>
                <a:close/>
              </a:path>
            </a:pathLst>
          </a:custGeom>
          <a:solidFill>
            <a:srgbClr val="002FFF"/>
          </a:solidFill>
          <a:ln w="3175">
            <a:solidFill>
              <a:srgbClr val="002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Freeform 2633"/>
          <p:cNvSpPr/>
          <p:nvPr/>
        </p:nvSpPr>
        <p:spPr>
          <a:xfrm>
            <a:off x="2946400" y="2628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2"/>
                </a:lnTo>
                <a:lnTo>
                  <a:pt x="3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0048FF"/>
          </a:solidFill>
          <a:ln w="3175">
            <a:solidFill>
              <a:srgbClr val="003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Freeform 2634"/>
          <p:cNvSpPr/>
          <p:nvPr/>
        </p:nvSpPr>
        <p:spPr>
          <a:xfrm>
            <a:off x="2984500" y="2590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2"/>
                </a:lnTo>
                <a:lnTo>
                  <a:pt x="3" y="0"/>
                </a:lnTo>
                <a:lnTo>
                  <a:pt x="0" y="3"/>
                </a:lnTo>
                <a:lnTo>
                  <a:pt x="1" y="5"/>
                </a:lnTo>
                <a:close/>
              </a:path>
            </a:pathLst>
          </a:custGeom>
          <a:solidFill>
            <a:srgbClr val="007BFF"/>
          </a:solidFill>
          <a:ln w="3175">
            <a:solidFill>
              <a:srgbClr val="006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Freeform 2635"/>
          <p:cNvSpPr/>
          <p:nvPr/>
        </p:nvSpPr>
        <p:spPr>
          <a:xfrm>
            <a:off x="3022600" y="25400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0" y="6"/>
                </a:moveTo>
                <a:lnTo>
                  <a:pt x="3" y="4"/>
                </a:lnTo>
                <a:lnTo>
                  <a:pt x="2" y="0"/>
                </a:lnTo>
                <a:lnTo>
                  <a:pt x="0" y="4"/>
                </a:lnTo>
                <a:lnTo>
                  <a:pt x="0" y="6"/>
                </a:lnTo>
                <a:close/>
              </a:path>
            </a:pathLst>
          </a:custGeom>
          <a:solidFill>
            <a:srgbClr val="00B8FF"/>
          </a:solidFill>
          <a:ln w="3175">
            <a:solidFill>
              <a:srgbClr val="009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Freeform 2636"/>
          <p:cNvSpPr/>
          <p:nvPr/>
        </p:nvSpPr>
        <p:spPr>
          <a:xfrm>
            <a:off x="3048000" y="2425700"/>
            <a:ext cx="50800" cy="165100"/>
          </a:xfrm>
          <a:custGeom>
            <a:avLst/>
            <a:gdLst/>
            <a:ahLst/>
            <a:cxnLst/>
            <a:rect l="l" t="t" r="r" b="b"/>
            <a:pathLst>
              <a:path w="4" h="13">
                <a:moveTo>
                  <a:pt x="1" y="13"/>
                </a:moveTo>
                <a:lnTo>
                  <a:pt x="4" y="6"/>
                </a:lnTo>
                <a:lnTo>
                  <a:pt x="3" y="0"/>
                </a:lnTo>
                <a:lnTo>
                  <a:pt x="0" y="9"/>
                </a:lnTo>
                <a:lnTo>
                  <a:pt x="1" y="13"/>
                </a:lnTo>
                <a:close/>
              </a:path>
            </a:pathLst>
          </a:custGeom>
          <a:solidFill>
            <a:srgbClr val="33FFCC"/>
          </a:solidFill>
          <a:ln w="3175">
            <a:solidFill>
              <a:srgbClr val="29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Freeform 2637"/>
          <p:cNvSpPr/>
          <p:nvPr/>
        </p:nvSpPr>
        <p:spPr>
          <a:xfrm>
            <a:off x="3086100" y="23622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6"/>
                </a:lnTo>
                <a:lnTo>
                  <a:pt x="3" y="0"/>
                </a:lnTo>
                <a:lnTo>
                  <a:pt x="0" y="5"/>
                </a:lnTo>
                <a:lnTo>
                  <a:pt x="1" y="11"/>
                </a:lnTo>
                <a:close/>
              </a:path>
            </a:pathLst>
          </a:custGeom>
          <a:solidFill>
            <a:srgbClr val="BAFF44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Freeform 2638"/>
          <p:cNvSpPr/>
          <p:nvPr/>
        </p:nvSpPr>
        <p:spPr>
          <a:xfrm>
            <a:off x="3124200" y="23368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6"/>
                </a:lnTo>
                <a:lnTo>
                  <a:pt x="2" y="0"/>
                </a:lnTo>
                <a:lnTo>
                  <a:pt x="0" y="2"/>
                </a:lnTo>
                <a:lnTo>
                  <a:pt x="1" y="8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rgbClr val="CC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Freeform 2639"/>
          <p:cNvSpPr/>
          <p:nvPr/>
        </p:nvSpPr>
        <p:spPr>
          <a:xfrm>
            <a:off x="3149600" y="23368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5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E700"/>
          </a:solidFill>
          <a:ln w="3175">
            <a:solidFill>
              <a:srgbClr val="CC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Freeform 2640"/>
          <p:cNvSpPr/>
          <p:nvPr/>
        </p:nvSpPr>
        <p:spPr>
          <a:xfrm>
            <a:off x="3187700" y="23241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1"/>
                </a:lnTo>
                <a:lnTo>
                  <a:pt x="1" y="6"/>
                </a:lnTo>
                <a:close/>
              </a:path>
            </a:pathLst>
          </a:custGeom>
          <a:solidFill>
            <a:srgbClr val="FFE000"/>
          </a:solidFill>
          <a:ln w="3175">
            <a:solidFill>
              <a:srgbClr val="CC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Freeform 2641"/>
          <p:cNvSpPr/>
          <p:nvPr/>
        </p:nvSpPr>
        <p:spPr>
          <a:xfrm>
            <a:off x="3225800" y="23114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3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FFD800"/>
          </a:solidFill>
          <a:ln w="3175">
            <a:solidFill>
              <a:srgbClr val="CCA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Freeform 2642"/>
          <p:cNvSpPr/>
          <p:nvPr/>
        </p:nvSpPr>
        <p:spPr>
          <a:xfrm>
            <a:off x="3263900" y="23114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0" y="7"/>
                </a:moveTo>
                <a:lnTo>
                  <a:pt x="3" y="6"/>
                </a:lnTo>
                <a:lnTo>
                  <a:pt x="2" y="0"/>
                </a:lnTo>
                <a:lnTo>
                  <a:pt x="0" y="0"/>
                </a:lnTo>
                <a:lnTo>
                  <a:pt x="0" y="7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Freeform 2643"/>
          <p:cNvSpPr/>
          <p:nvPr/>
        </p:nvSpPr>
        <p:spPr>
          <a:xfrm>
            <a:off x="3289300" y="2311400"/>
            <a:ext cx="50800" cy="76200"/>
          </a:xfrm>
          <a:custGeom>
            <a:avLst/>
            <a:gdLst/>
            <a:ahLst/>
            <a:cxnLst/>
            <a:rect l="l" t="t" r="r" b="b"/>
            <a:pathLst>
              <a:path w="4" h="6">
                <a:moveTo>
                  <a:pt x="1" y="6"/>
                </a:moveTo>
                <a:lnTo>
                  <a:pt x="4" y="6"/>
                </a:lnTo>
                <a:lnTo>
                  <a:pt x="3" y="0"/>
                </a:lnTo>
                <a:lnTo>
                  <a:pt x="0" y="0"/>
                </a:lnTo>
                <a:lnTo>
                  <a:pt x="1" y="6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Freeform 2644"/>
          <p:cNvSpPr/>
          <p:nvPr/>
        </p:nvSpPr>
        <p:spPr>
          <a:xfrm>
            <a:off x="3327400" y="22987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7"/>
                </a:lnTo>
                <a:lnTo>
                  <a:pt x="3" y="0"/>
                </a:lnTo>
                <a:lnTo>
                  <a:pt x="0" y="1"/>
                </a:lnTo>
                <a:lnTo>
                  <a:pt x="1" y="7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Freeform 2645"/>
          <p:cNvSpPr/>
          <p:nvPr/>
        </p:nvSpPr>
        <p:spPr>
          <a:xfrm>
            <a:off x="3365500" y="2298700"/>
            <a:ext cx="38100" cy="88900"/>
          </a:xfrm>
          <a:custGeom>
            <a:avLst/>
            <a:gdLst/>
            <a:ahLst/>
            <a:cxnLst/>
            <a:rect l="l" t="t" r="r" b="b"/>
            <a:pathLst>
              <a:path w="3" h="7">
                <a:moveTo>
                  <a:pt x="1" y="7"/>
                </a:moveTo>
                <a:lnTo>
                  <a:pt x="3" y="7"/>
                </a:lnTo>
                <a:lnTo>
                  <a:pt x="2" y="0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FFD600"/>
          </a:solidFill>
          <a:ln w="3175">
            <a:solidFill>
              <a:srgbClr val="CC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Freeform 2646"/>
          <p:cNvSpPr/>
          <p:nvPr/>
        </p:nvSpPr>
        <p:spPr>
          <a:xfrm>
            <a:off x="2387600" y="24892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Freeform 2647"/>
          <p:cNvSpPr/>
          <p:nvPr/>
        </p:nvSpPr>
        <p:spPr>
          <a:xfrm>
            <a:off x="2413000" y="24892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Freeform 2648"/>
          <p:cNvSpPr/>
          <p:nvPr/>
        </p:nvSpPr>
        <p:spPr>
          <a:xfrm>
            <a:off x="2451100" y="24765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9"/>
                </a:lnTo>
                <a:lnTo>
                  <a:pt x="3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Freeform 2649"/>
          <p:cNvSpPr/>
          <p:nvPr/>
        </p:nvSpPr>
        <p:spPr>
          <a:xfrm>
            <a:off x="2489200" y="24765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9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Freeform 2650"/>
          <p:cNvSpPr/>
          <p:nvPr/>
        </p:nvSpPr>
        <p:spPr>
          <a:xfrm>
            <a:off x="2527300" y="2476500"/>
            <a:ext cx="38100" cy="101600"/>
          </a:xfrm>
          <a:custGeom>
            <a:avLst/>
            <a:gdLst/>
            <a:ahLst/>
            <a:cxnLst/>
            <a:rect l="l" t="t" r="r" b="b"/>
            <a:pathLst>
              <a:path w="3" h="8">
                <a:moveTo>
                  <a:pt x="1" y="8"/>
                </a:moveTo>
                <a:lnTo>
                  <a:pt x="3" y="8"/>
                </a:lnTo>
                <a:lnTo>
                  <a:pt x="2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Freeform 2651"/>
          <p:cNvSpPr/>
          <p:nvPr/>
        </p:nvSpPr>
        <p:spPr>
          <a:xfrm>
            <a:off x="2552700" y="24765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Freeform 2652"/>
          <p:cNvSpPr/>
          <p:nvPr/>
        </p:nvSpPr>
        <p:spPr>
          <a:xfrm>
            <a:off x="2590800" y="24765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0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Freeform 2653"/>
          <p:cNvSpPr/>
          <p:nvPr/>
        </p:nvSpPr>
        <p:spPr>
          <a:xfrm>
            <a:off x="2628900" y="2463800"/>
            <a:ext cx="38100" cy="114300"/>
          </a:xfrm>
          <a:custGeom>
            <a:avLst/>
            <a:gdLst/>
            <a:ahLst/>
            <a:cxnLst/>
            <a:rect l="l" t="t" r="r" b="b"/>
            <a:pathLst>
              <a:path w="3" h="9">
                <a:moveTo>
                  <a:pt x="1" y="9"/>
                </a:moveTo>
                <a:lnTo>
                  <a:pt x="3" y="8"/>
                </a:lnTo>
                <a:lnTo>
                  <a:pt x="2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56FFA9"/>
          </a:solidFill>
          <a:ln w="3175">
            <a:solidFill>
              <a:srgbClr val="45C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Freeform 2654"/>
          <p:cNvSpPr/>
          <p:nvPr/>
        </p:nvSpPr>
        <p:spPr>
          <a:xfrm>
            <a:off x="2654300" y="24638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8"/>
                </a:lnTo>
                <a:lnTo>
                  <a:pt x="3" y="1"/>
                </a:lnTo>
                <a:lnTo>
                  <a:pt x="0" y="0"/>
                </a:lnTo>
                <a:lnTo>
                  <a:pt x="1" y="8"/>
                </a:lnTo>
                <a:close/>
              </a:path>
            </a:pathLst>
          </a:custGeom>
          <a:solidFill>
            <a:srgbClr val="4EFFB1"/>
          </a:solidFill>
          <a:ln w="3175">
            <a:solidFill>
              <a:srgbClr val="3FC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Freeform 2655"/>
          <p:cNvSpPr/>
          <p:nvPr/>
        </p:nvSpPr>
        <p:spPr>
          <a:xfrm>
            <a:off x="2692400" y="24765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7"/>
                </a:moveTo>
                <a:lnTo>
                  <a:pt x="4" y="9"/>
                </a:lnTo>
                <a:lnTo>
                  <a:pt x="3" y="7"/>
                </a:lnTo>
                <a:lnTo>
                  <a:pt x="0" y="0"/>
                </a:lnTo>
                <a:lnTo>
                  <a:pt x="1" y="7"/>
                </a:lnTo>
                <a:close/>
              </a:path>
            </a:pathLst>
          </a:custGeom>
          <a:solidFill>
            <a:srgbClr val="19FFE6"/>
          </a:solidFill>
          <a:ln w="3175">
            <a:solidFill>
              <a:srgbClr val="14C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Freeform 2656"/>
          <p:cNvSpPr/>
          <p:nvPr/>
        </p:nvSpPr>
        <p:spPr>
          <a:xfrm>
            <a:off x="2730500" y="256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2"/>
                </a:moveTo>
                <a:lnTo>
                  <a:pt x="4" y="4"/>
                </a:lnTo>
                <a:lnTo>
                  <a:pt x="3" y="2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CEFF"/>
          </a:solidFill>
          <a:ln w="3175">
            <a:solidFill>
              <a:srgbClr val="00A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Freeform 2657"/>
          <p:cNvSpPr/>
          <p:nvPr/>
        </p:nvSpPr>
        <p:spPr>
          <a:xfrm>
            <a:off x="2768600" y="2590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2"/>
                </a:moveTo>
                <a:lnTo>
                  <a:pt x="3" y="4"/>
                </a:lnTo>
                <a:lnTo>
                  <a:pt x="2" y="3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94FF"/>
          </a:solidFill>
          <a:ln w="3175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Freeform 2658"/>
          <p:cNvSpPr/>
          <p:nvPr/>
        </p:nvSpPr>
        <p:spPr>
          <a:xfrm>
            <a:off x="2794000" y="262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5FFF"/>
          </a:solidFill>
          <a:ln w="3175">
            <a:solidFill>
              <a:srgbClr val="004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Freeform 2659"/>
          <p:cNvSpPr/>
          <p:nvPr/>
        </p:nvSpPr>
        <p:spPr>
          <a:xfrm>
            <a:off x="2832100" y="2654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6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Freeform 2660"/>
          <p:cNvSpPr/>
          <p:nvPr/>
        </p:nvSpPr>
        <p:spPr>
          <a:xfrm>
            <a:off x="2870200" y="26416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2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0045FF"/>
          </a:solidFill>
          <a:ln w="3175">
            <a:solidFill>
              <a:srgbClr val="003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Freeform 2661"/>
          <p:cNvSpPr/>
          <p:nvPr/>
        </p:nvSpPr>
        <p:spPr>
          <a:xfrm>
            <a:off x="2895600" y="2641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0046FF"/>
          </a:solidFill>
          <a:ln w="3175">
            <a:solidFill>
              <a:srgbClr val="003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Freeform 2662"/>
          <p:cNvSpPr/>
          <p:nvPr/>
        </p:nvSpPr>
        <p:spPr>
          <a:xfrm>
            <a:off x="2933700" y="261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5FFF"/>
          </a:solidFill>
          <a:ln w="3175">
            <a:solidFill>
              <a:srgbClr val="004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Freeform 2663"/>
          <p:cNvSpPr/>
          <p:nvPr/>
        </p:nvSpPr>
        <p:spPr>
          <a:xfrm>
            <a:off x="2971800" y="2578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94FF"/>
          </a:solidFill>
          <a:ln w="3175">
            <a:solidFill>
              <a:srgbClr val="007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Freeform 2664"/>
          <p:cNvSpPr/>
          <p:nvPr/>
        </p:nvSpPr>
        <p:spPr>
          <a:xfrm>
            <a:off x="3009900" y="25146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2"/>
                </a:lnTo>
                <a:lnTo>
                  <a:pt x="2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E2FF"/>
          </a:solidFill>
          <a:ln w="3175">
            <a:solidFill>
              <a:srgbClr val="00B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Freeform 2665"/>
          <p:cNvSpPr/>
          <p:nvPr/>
        </p:nvSpPr>
        <p:spPr>
          <a:xfrm>
            <a:off x="3035300" y="2311400"/>
            <a:ext cx="50800" cy="228600"/>
          </a:xfrm>
          <a:custGeom>
            <a:avLst/>
            <a:gdLst/>
            <a:ahLst/>
            <a:cxnLst/>
            <a:rect l="l" t="t" r="r" b="b"/>
            <a:pathLst>
              <a:path w="4" h="18">
                <a:moveTo>
                  <a:pt x="1" y="18"/>
                </a:moveTo>
                <a:lnTo>
                  <a:pt x="4" y="9"/>
                </a:lnTo>
                <a:lnTo>
                  <a:pt x="3" y="0"/>
                </a:lnTo>
                <a:lnTo>
                  <a:pt x="0" y="16"/>
                </a:lnTo>
                <a:lnTo>
                  <a:pt x="1" y="18"/>
                </a:lnTo>
                <a:close/>
              </a:path>
            </a:pathLst>
          </a:custGeom>
          <a:solidFill>
            <a:srgbClr val="98FF67"/>
          </a:solidFill>
          <a:ln w="3175">
            <a:solidFill>
              <a:srgbClr val="7AC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Freeform 2666"/>
          <p:cNvSpPr/>
          <p:nvPr/>
        </p:nvSpPr>
        <p:spPr>
          <a:xfrm>
            <a:off x="3073400" y="2247900"/>
            <a:ext cx="50800" cy="177800"/>
          </a:xfrm>
          <a:custGeom>
            <a:avLst/>
            <a:gdLst/>
            <a:ahLst/>
            <a:cxnLst/>
            <a:rect l="l" t="t" r="r" b="b"/>
            <a:pathLst>
              <a:path w="4" h="14">
                <a:moveTo>
                  <a:pt x="1" y="14"/>
                </a:moveTo>
                <a:lnTo>
                  <a:pt x="4" y="9"/>
                </a:lnTo>
                <a:lnTo>
                  <a:pt x="3" y="0"/>
                </a:lnTo>
                <a:lnTo>
                  <a:pt x="0" y="5"/>
                </a:lnTo>
                <a:lnTo>
                  <a:pt x="1" y="14"/>
                </a:lnTo>
                <a:close/>
              </a:path>
            </a:pathLst>
          </a:custGeom>
          <a:solidFill>
            <a:srgbClr val="FFB200"/>
          </a:solidFill>
          <a:ln w="3175">
            <a:solidFill>
              <a:srgbClr val="CC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Freeform 2667"/>
          <p:cNvSpPr/>
          <p:nvPr/>
        </p:nvSpPr>
        <p:spPr>
          <a:xfrm>
            <a:off x="3111500" y="22352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8"/>
                </a:lnTo>
                <a:lnTo>
                  <a:pt x="2" y="0"/>
                </a:lnTo>
                <a:lnTo>
                  <a:pt x="0" y="1"/>
                </a:lnTo>
                <a:lnTo>
                  <a:pt x="1" y="10"/>
                </a:lnTo>
                <a:close/>
              </a:path>
            </a:pathLst>
          </a:custGeom>
          <a:solidFill>
            <a:srgbClr val="FF7100"/>
          </a:solidFill>
          <a:ln w="3175">
            <a:solidFill>
              <a:srgbClr val="CC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Freeform 2668"/>
          <p:cNvSpPr/>
          <p:nvPr/>
        </p:nvSpPr>
        <p:spPr>
          <a:xfrm>
            <a:off x="3136900" y="2222500"/>
            <a:ext cx="50800" cy="114300"/>
          </a:xfrm>
          <a:custGeom>
            <a:avLst/>
            <a:gdLst/>
            <a:ahLst/>
            <a:cxnLst/>
            <a:rect l="l" t="t" r="r" b="b"/>
            <a:pathLst>
              <a:path w="4" h="9">
                <a:moveTo>
                  <a:pt x="1" y="9"/>
                </a:moveTo>
                <a:lnTo>
                  <a:pt x="4" y="9"/>
                </a:lnTo>
                <a:lnTo>
                  <a:pt x="3" y="0"/>
                </a:lnTo>
                <a:lnTo>
                  <a:pt x="0" y="1"/>
                </a:lnTo>
                <a:lnTo>
                  <a:pt x="1" y="9"/>
                </a:lnTo>
                <a:close/>
              </a:path>
            </a:pathLst>
          </a:custGeom>
          <a:solidFill>
            <a:srgbClr val="FF5A00"/>
          </a:solidFill>
          <a:ln w="3175">
            <a:solidFill>
              <a:srgbClr val="CC4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Freeform 2669"/>
          <p:cNvSpPr/>
          <p:nvPr/>
        </p:nvSpPr>
        <p:spPr>
          <a:xfrm>
            <a:off x="3175000" y="21971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10"/>
                </a:lnTo>
                <a:lnTo>
                  <a:pt x="3" y="0"/>
                </a:lnTo>
                <a:lnTo>
                  <a:pt x="0" y="2"/>
                </a:lnTo>
                <a:lnTo>
                  <a:pt x="1" y="11"/>
                </a:lnTo>
                <a:close/>
              </a:path>
            </a:pathLst>
          </a:custGeom>
          <a:solidFill>
            <a:srgbClr val="FF4600"/>
          </a:solidFill>
          <a:ln w="3175">
            <a:solidFill>
              <a:srgbClr val="CC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Freeform 2670"/>
          <p:cNvSpPr/>
          <p:nvPr/>
        </p:nvSpPr>
        <p:spPr>
          <a:xfrm>
            <a:off x="3213100" y="21844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10"/>
                </a:lnTo>
                <a:lnTo>
                  <a:pt x="3" y="0"/>
                </a:lnTo>
                <a:lnTo>
                  <a:pt x="0" y="1"/>
                </a:lnTo>
                <a:lnTo>
                  <a:pt x="1" y="11"/>
                </a:lnTo>
                <a:close/>
              </a:path>
            </a:pathLst>
          </a:custGeom>
          <a:solidFill>
            <a:srgbClr val="FF3100"/>
          </a:solidFill>
          <a:ln w="3175">
            <a:solidFill>
              <a:srgbClr val="CC2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Freeform 2671"/>
          <p:cNvSpPr/>
          <p:nvPr/>
        </p:nvSpPr>
        <p:spPr>
          <a:xfrm>
            <a:off x="3251200" y="21717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1" y="11"/>
                </a:moveTo>
                <a:lnTo>
                  <a:pt x="3" y="11"/>
                </a:lnTo>
                <a:lnTo>
                  <a:pt x="2" y="0"/>
                </a:lnTo>
                <a:lnTo>
                  <a:pt x="0" y="1"/>
                </a:lnTo>
                <a:lnTo>
                  <a:pt x="1" y="11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Freeform 2672"/>
          <p:cNvSpPr/>
          <p:nvPr/>
        </p:nvSpPr>
        <p:spPr>
          <a:xfrm>
            <a:off x="3276600" y="21717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11"/>
                </a:lnTo>
                <a:lnTo>
                  <a:pt x="3" y="0"/>
                </a:lnTo>
                <a:lnTo>
                  <a:pt x="0" y="0"/>
                </a:lnTo>
                <a:lnTo>
                  <a:pt x="1" y="11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Freeform 2673"/>
          <p:cNvSpPr/>
          <p:nvPr/>
        </p:nvSpPr>
        <p:spPr>
          <a:xfrm>
            <a:off x="3314700" y="2171700"/>
            <a:ext cx="50800" cy="139700"/>
          </a:xfrm>
          <a:custGeom>
            <a:avLst/>
            <a:gdLst/>
            <a:ahLst/>
            <a:cxnLst/>
            <a:rect l="l" t="t" r="r" b="b"/>
            <a:pathLst>
              <a:path w="4" h="11">
                <a:moveTo>
                  <a:pt x="1" y="11"/>
                </a:moveTo>
                <a:lnTo>
                  <a:pt x="4" y="10"/>
                </a:lnTo>
                <a:lnTo>
                  <a:pt x="3" y="0"/>
                </a:lnTo>
                <a:lnTo>
                  <a:pt x="0" y="0"/>
                </a:lnTo>
                <a:lnTo>
                  <a:pt x="1" y="11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Freeform 2674"/>
          <p:cNvSpPr/>
          <p:nvPr/>
        </p:nvSpPr>
        <p:spPr>
          <a:xfrm>
            <a:off x="3352800" y="2171700"/>
            <a:ext cx="38100" cy="127000"/>
          </a:xfrm>
          <a:custGeom>
            <a:avLst/>
            <a:gdLst/>
            <a:ahLst/>
            <a:cxnLst/>
            <a:rect l="l" t="t" r="r" b="b"/>
            <a:pathLst>
              <a:path w="3" h="10">
                <a:moveTo>
                  <a:pt x="1" y="10"/>
                </a:moveTo>
                <a:lnTo>
                  <a:pt x="3" y="10"/>
                </a:lnTo>
                <a:lnTo>
                  <a:pt x="2" y="0"/>
                </a:lnTo>
                <a:lnTo>
                  <a:pt x="0" y="0"/>
                </a:lnTo>
                <a:lnTo>
                  <a:pt x="1" y="10"/>
                </a:lnTo>
                <a:close/>
              </a:path>
            </a:pathLst>
          </a:custGeom>
          <a:solidFill>
            <a:srgbClr val="FF2B00"/>
          </a:solidFill>
          <a:ln w="3175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Freeform 2675"/>
          <p:cNvSpPr/>
          <p:nvPr/>
        </p:nvSpPr>
        <p:spPr>
          <a:xfrm>
            <a:off x="2374900" y="2438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Freeform 2676"/>
          <p:cNvSpPr/>
          <p:nvPr/>
        </p:nvSpPr>
        <p:spPr>
          <a:xfrm>
            <a:off x="2400300" y="243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Freeform 2677"/>
          <p:cNvSpPr/>
          <p:nvPr/>
        </p:nvSpPr>
        <p:spPr>
          <a:xfrm>
            <a:off x="2438400" y="2438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Freeform 2678"/>
          <p:cNvSpPr/>
          <p:nvPr/>
        </p:nvSpPr>
        <p:spPr>
          <a:xfrm>
            <a:off x="2476500" y="2438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Freeform 2679"/>
          <p:cNvSpPr/>
          <p:nvPr/>
        </p:nvSpPr>
        <p:spPr>
          <a:xfrm>
            <a:off x="2514600" y="2438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Freeform 2680"/>
          <p:cNvSpPr/>
          <p:nvPr/>
        </p:nvSpPr>
        <p:spPr>
          <a:xfrm>
            <a:off x="2540000" y="242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Freeform 2681"/>
          <p:cNvSpPr/>
          <p:nvPr/>
        </p:nvSpPr>
        <p:spPr>
          <a:xfrm>
            <a:off x="2578100" y="242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Freeform 2682"/>
          <p:cNvSpPr/>
          <p:nvPr/>
        </p:nvSpPr>
        <p:spPr>
          <a:xfrm>
            <a:off x="2616200" y="242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C7FF38"/>
          </a:solidFill>
          <a:ln w="3175">
            <a:solidFill>
              <a:srgbClr val="A0C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Freeform 2683"/>
          <p:cNvSpPr/>
          <p:nvPr/>
        </p:nvSpPr>
        <p:spPr>
          <a:xfrm>
            <a:off x="2641600" y="242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3"/>
                </a:moveTo>
                <a:lnTo>
                  <a:pt x="4" y="4"/>
                </a:lnTo>
                <a:lnTo>
                  <a:pt x="3" y="4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AAFF55"/>
          </a:solidFill>
          <a:ln w="3175">
            <a:solidFill>
              <a:srgbClr val="88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Freeform 2684"/>
          <p:cNvSpPr/>
          <p:nvPr/>
        </p:nvSpPr>
        <p:spPr>
          <a:xfrm>
            <a:off x="2679700" y="2476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0"/>
                </a:moveTo>
                <a:lnTo>
                  <a:pt x="4" y="7"/>
                </a:lnTo>
                <a:lnTo>
                  <a:pt x="3" y="6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4FFBB"/>
          </a:solidFill>
          <a:ln w="3175">
            <a:solidFill>
              <a:srgbClr val="36C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Freeform 2685"/>
          <p:cNvSpPr/>
          <p:nvPr/>
        </p:nvSpPr>
        <p:spPr>
          <a:xfrm>
            <a:off x="2717800" y="255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DAFF"/>
          </a:solidFill>
          <a:ln w="3175">
            <a:solidFill>
              <a:srgbClr val="00A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Freeform 2686"/>
          <p:cNvSpPr/>
          <p:nvPr/>
        </p:nvSpPr>
        <p:spPr>
          <a:xfrm>
            <a:off x="2755900" y="259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Freeform 2687"/>
          <p:cNvSpPr/>
          <p:nvPr/>
        </p:nvSpPr>
        <p:spPr>
          <a:xfrm>
            <a:off x="2781300" y="2616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Freeform 2688"/>
          <p:cNvSpPr/>
          <p:nvPr/>
        </p:nvSpPr>
        <p:spPr>
          <a:xfrm>
            <a:off x="2819400" y="2641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Freeform 2689"/>
          <p:cNvSpPr/>
          <p:nvPr/>
        </p:nvSpPr>
        <p:spPr>
          <a:xfrm>
            <a:off x="2857500" y="2641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Freeform 2690"/>
          <p:cNvSpPr/>
          <p:nvPr/>
        </p:nvSpPr>
        <p:spPr>
          <a:xfrm>
            <a:off x="28829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Freeform 2691"/>
          <p:cNvSpPr/>
          <p:nvPr/>
        </p:nvSpPr>
        <p:spPr>
          <a:xfrm>
            <a:off x="2921000" y="260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68FF"/>
          </a:solidFill>
          <a:ln w="3175">
            <a:solidFill>
              <a:srgbClr val="005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Freeform 2692"/>
          <p:cNvSpPr/>
          <p:nvPr/>
        </p:nvSpPr>
        <p:spPr>
          <a:xfrm>
            <a:off x="2959100" y="2565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Freeform 2693"/>
          <p:cNvSpPr/>
          <p:nvPr/>
        </p:nvSpPr>
        <p:spPr>
          <a:xfrm>
            <a:off x="2997200" y="25019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EEFF"/>
          </a:solidFill>
          <a:ln w="3175">
            <a:solidFill>
              <a:srgbClr val="00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Freeform 2694"/>
          <p:cNvSpPr/>
          <p:nvPr/>
        </p:nvSpPr>
        <p:spPr>
          <a:xfrm>
            <a:off x="3022600" y="2298700"/>
            <a:ext cx="50800" cy="215900"/>
          </a:xfrm>
          <a:custGeom>
            <a:avLst/>
            <a:gdLst/>
            <a:ahLst/>
            <a:cxnLst/>
            <a:rect l="l" t="t" r="r" b="b"/>
            <a:pathLst>
              <a:path w="4" h="17">
                <a:moveTo>
                  <a:pt x="1" y="17"/>
                </a:moveTo>
                <a:lnTo>
                  <a:pt x="4" y="1"/>
                </a:lnTo>
                <a:lnTo>
                  <a:pt x="3" y="0"/>
                </a:lnTo>
                <a:lnTo>
                  <a:pt x="0" y="16"/>
                </a:lnTo>
                <a:lnTo>
                  <a:pt x="1" y="17"/>
                </a:lnTo>
                <a:close/>
              </a:path>
            </a:pathLst>
          </a:custGeom>
          <a:solidFill>
            <a:srgbClr val="CBFF34"/>
          </a:solidFill>
          <a:ln w="3175">
            <a:solidFill>
              <a:srgbClr val="A2C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Freeform 2695"/>
          <p:cNvSpPr/>
          <p:nvPr/>
        </p:nvSpPr>
        <p:spPr>
          <a:xfrm>
            <a:off x="3060700" y="22225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2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FF4E00"/>
          </a:solidFill>
          <a:ln w="3175">
            <a:solidFill>
              <a:srgbClr val="CC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Freeform 2696"/>
          <p:cNvSpPr/>
          <p:nvPr/>
        </p:nvSpPr>
        <p:spPr>
          <a:xfrm>
            <a:off x="3098800" y="21971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2"/>
                </a:lnTo>
                <a:lnTo>
                  <a:pt x="1" y="4"/>
                </a:lnTo>
                <a:close/>
              </a:path>
            </a:pathLst>
          </a:custGeom>
          <a:solidFill>
            <a:srgbClr val="FF0500"/>
          </a:solidFill>
          <a:ln w="3175">
            <a:solidFill>
              <a:srgbClr val="CC0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Freeform 2697"/>
          <p:cNvSpPr/>
          <p:nvPr/>
        </p:nvSpPr>
        <p:spPr>
          <a:xfrm>
            <a:off x="3124200" y="2184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3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EF0000"/>
          </a:solidFill>
          <a:ln w="3175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Freeform 2698"/>
          <p:cNvSpPr/>
          <p:nvPr/>
        </p:nvSpPr>
        <p:spPr>
          <a:xfrm>
            <a:off x="3162300" y="2159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3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CF0000"/>
          </a:solidFill>
          <a:ln w="3175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Freeform 2699"/>
          <p:cNvSpPr/>
          <p:nvPr/>
        </p:nvSpPr>
        <p:spPr>
          <a:xfrm>
            <a:off x="3200400" y="2133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5"/>
                </a:moveTo>
                <a:lnTo>
                  <a:pt x="4" y="4"/>
                </a:lnTo>
                <a:lnTo>
                  <a:pt x="3" y="0"/>
                </a:lnTo>
                <a:lnTo>
                  <a:pt x="0" y="2"/>
                </a:lnTo>
                <a:lnTo>
                  <a:pt x="1" y="5"/>
                </a:lnTo>
                <a:close/>
              </a:path>
            </a:pathLst>
          </a:custGeom>
          <a:solidFill>
            <a:srgbClr val="AC0000"/>
          </a:solidFill>
          <a:ln w="3175">
            <a:solidFill>
              <a:srgbClr val="8A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Freeform 2700"/>
          <p:cNvSpPr/>
          <p:nvPr/>
        </p:nvSpPr>
        <p:spPr>
          <a:xfrm>
            <a:off x="3238500" y="2133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3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Freeform 2701"/>
          <p:cNvSpPr/>
          <p:nvPr/>
        </p:nvSpPr>
        <p:spPr>
          <a:xfrm>
            <a:off x="3263900" y="213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3"/>
                </a:lnTo>
                <a:lnTo>
                  <a:pt x="3" y="0"/>
                </a:lnTo>
                <a:lnTo>
                  <a:pt x="0" y="0"/>
                </a:lnTo>
                <a:lnTo>
                  <a:pt x="1" y="3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Freeform 2702"/>
          <p:cNvSpPr/>
          <p:nvPr/>
        </p:nvSpPr>
        <p:spPr>
          <a:xfrm>
            <a:off x="3302000" y="21209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4"/>
                </a:lnTo>
                <a:lnTo>
                  <a:pt x="3" y="0"/>
                </a:lnTo>
                <a:lnTo>
                  <a:pt x="0" y="1"/>
                </a:lnTo>
                <a:lnTo>
                  <a:pt x="1" y="4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Freeform 2703"/>
          <p:cNvSpPr/>
          <p:nvPr/>
        </p:nvSpPr>
        <p:spPr>
          <a:xfrm>
            <a:off x="3340100" y="2120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4"/>
                </a:lnTo>
                <a:lnTo>
                  <a:pt x="2" y="0"/>
                </a:lnTo>
                <a:lnTo>
                  <a:pt x="0" y="0"/>
                </a:lnTo>
                <a:lnTo>
                  <a:pt x="1" y="4"/>
                </a:lnTo>
                <a:close/>
              </a:path>
            </a:pathLst>
          </a:custGeom>
          <a:solidFill>
            <a:srgbClr val="9F0000"/>
          </a:solidFill>
          <a:ln w="3175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Freeform 2704"/>
          <p:cNvSpPr/>
          <p:nvPr/>
        </p:nvSpPr>
        <p:spPr>
          <a:xfrm>
            <a:off x="2362200" y="24384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Freeform 2705"/>
          <p:cNvSpPr/>
          <p:nvPr/>
        </p:nvSpPr>
        <p:spPr>
          <a:xfrm>
            <a:off x="2387600" y="24384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Freeform 2706"/>
          <p:cNvSpPr/>
          <p:nvPr/>
        </p:nvSpPr>
        <p:spPr>
          <a:xfrm>
            <a:off x="2425700" y="242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Freeform 2707"/>
          <p:cNvSpPr/>
          <p:nvPr/>
        </p:nvSpPr>
        <p:spPr>
          <a:xfrm>
            <a:off x="2463800" y="242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Freeform 2708"/>
          <p:cNvSpPr/>
          <p:nvPr/>
        </p:nvSpPr>
        <p:spPr>
          <a:xfrm>
            <a:off x="2501900" y="2425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Freeform 2709"/>
          <p:cNvSpPr/>
          <p:nvPr/>
        </p:nvSpPr>
        <p:spPr>
          <a:xfrm>
            <a:off x="2527300" y="242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Freeform 2710"/>
          <p:cNvSpPr/>
          <p:nvPr/>
        </p:nvSpPr>
        <p:spPr>
          <a:xfrm>
            <a:off x="25654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Freeform 2711"/>
          <p:cNvSpPr/>
          <p:nvPr/>
        </p:nvSpPr>
        <p:spPr>
          <a:xfrm>
            <a:off x="2603500" y="2413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Freeform 2712"/>
          <p:cNvSpPr/>
          <p:nvPr/>
        </p:nvSpPr>
        <p:spPr>
          <a:xfrm>
            <a:off x="2628900" y="24130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1"/>
                </a:moveTo>
                <a:lnTo>
                  <a:pt x="4" y="5"/>
                </a:lnTo>
                <a:lnTo>
                  <a:pt x="3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BAFF45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Freeform 2713"/>
          <p:cNvSpPr/>
          <p:nvPr/>
        </p:nvSpPr>
        <p:spPr>
          <a:xfrm>
            <a:off x="2667000" y="2463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1"/>
                </a:moveTo>
                <a:lnTo>
                  <a:pt x="4" y="7"/>
                </a:lnTo>
                <a:lnTo>
                  <a:pt x="3" y="6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45FFBA"/>
          </a:solidFill>
          <a:ln w="3175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Freeform 2714"/>
          <p:cNvSpPr/>
          <p:nvPr/>
        </p:nvSpPr>
        <p:spPr>
          <a:xfrm>
            <a:off x="2705100" y="2540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DBFF"/>
          </a:solidFill>
          <a:ln w="3175">
            <a:solidFill>
              <a:srgbClr val="00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Freeform 2715"/>
          <p:cNvSpPr/>
          <p:nvPr/>
        </p:nvSpPr>
        <p:spPr>
          <a:xfrm>
            <a:off x="2743200" y="2578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Freeform 2716"/>
          <p:cNvSpPr/>
          <p:nvPr/>
        </p:nvSpPr>
        <p:spPr>
          <a:xfrm>
            <a:off x="2768600" y="26035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Freeform 2717"/>
          <p:cNvSpPr/>
          <p:nvPr/>
        </p:nvSpPr>
        <p:spPr>
          <a:xfrm>
            <a:off x="28067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Freeform 2718"/>
          <p:cNvSpPr/>
          <p:nvPr/>
        </p:nvSpPr>
        <p:spPr>
          <a:xfrm>
            <a:off x="2844800" y="2628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Freeform 2719"/>
          <p:cNvSpPr/>
          <p:nvPr/>
        </p:nvSpPr>
        <p:spPr>
          <a:xfrm>
            <a:off x="2870200" y="2628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Freeform 2720"/>
          <p:cNvSpPr/>
          <p:nvPr/>
        </p:nvSpPr>
        <p:spPr>
          <a:xfrm>
            <a:off x="2908300" y="259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Freeform 2721"/>
          <p:cNvSpPr/>
          <p:nvPr/>
        </p:nvSpPr>
        <p:spPr>
          <a:xfrm>
            <a:off x="2946400" y="2552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Freeform 2722"/>
          <p:cNvSpPr/>
          <p:nvPr/>
        </p:nvSpPr>
        <p:spPr>
          <a:xfrm>
            <a:off x="2984500" y="24892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EFFF"/>
          </a:solidFill>
          <a:ln w="3175">
            <a:solidFill>
              <a:srgbClr val="00B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Freeform 2723"/>
          <p:cNvSpPr/>
          <p:nvPr/>
        </p:nvSpPr>
        <p:spPr>
          <a:xfrm>
            <a:off x="3009900" y="22987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0"/>
                </a:lnTo>
                <a:lnTo>
                  <a:pt x="3" y="0"/>
                </a:lnTo>
                <a:lnTo>
                  <a:pt x="0" y="15"/>
                </a:lnTo>
                <a:lnTo>
                  <a:pt x="1" y="16"/>
                </a:lnTo>
                <a:close/>
              </a:path>
            </a:pathLst>
          </a:custGeom>
          <a:solidFill>
            <a:srgbClr val="CCFF33"/>
          </a:solidFill>
          <a:ln w="3175">
            <a:solidFill>
              <a:srgbClr val="A3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Freeform 2724"/>
          <p:cNvSpPr/>
          <p:nvPr/>
        </p:nvSpPr>
        <p:spPr>
          <a:xfrm>
            <a:off x="3048000" y="22098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Freeform 2725"/>
          <p:cNvSpPr/>
          <p:nvPr/>
        </p:nvSpPr>
        <p:spPr>
          <a:xfrm>
            <a:off x="30861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EE0000"/>
          </a:solidFill>
          <a:ln w="3175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Freeform 2726"/>
          <p:cNvSpPr/>
          <p:nvPr/>
        </p:nvSpPr>
        <p:spPr>
          <a:xfrm>
            <a:off x="3111500" y="21844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D9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Freeform 2727"/>
          <p:cNvSpPr/>
          <p:nvPr/>
        </p:nvSpPr>
        <p:spPr>
          <a:xfrm>
            <a:off x="3149600" y="2146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B70000"/>
          </a:solidFill>
          <a:ln w="3175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Freeform 2728"/>
          <p:cNvSpPr/>
          <p:nvPr/>
        </p:nvSpPr>
        <p:spPr>
          <a:xfrm>
            <a:off x="3187700" y="21336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900000"/>
          </a:solidFill>
          <a:ln w="3175">
            <a:solidFill>
              <a:srgbClr val="7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Freeform 2729"/>
          <p:cNvSpPr/>
          <p:nvPr/>
        </p:nvSpPr>
        <p:spPr>
          <a:xfrm>
            <a:off x="3225800" y="212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Freeform 2730"/>
          <p:cNvSpPr/>
          <p:nvPr/>
        </p:nvSpPr>
        <p:spPr>
          <a:xfrm>
            <a:off x="3251200" y="212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Freeform 2731"/>
          <p:cNvSpPr/>
          <p:nvPr/>
        </p:nvSpPr>
        <p:spPr>
          <a:xfrm>
            <a:off x="3289300" y="21209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Freeform 2732"/>
          <p:cNvSpPr/>
          <p:nvPr/>
        </p:nvSpPr>
        <p:spPr>
          <a:xfrm>
            <a:off x="3327400" y="21209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Freeform 2733"/>
          <p:cNvSpPr/>
          <p:nvPr/>
        </p:nvSpPr>
        <p:spPr>
          <a:xfrm>
            <a:off x="2349500" y="24257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Freeform 2734"/>
          <p:cNvSpPr/>
          <p:nvPr/>
        </p:nvSpPr>
        <p:spPr>
          <a:xfrm>
            <a:off x="2374900" y="242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Freeform 2735"/>
          <p:cNvSpPr/>
          <p:nvPr/>
        </p:nvSpPr>
        <p:spPr>
          <a:xfrm>
            <a:off x="2413000" y="24257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Freeform 2736"/>
          <p:cNvSpPr/>
          <p:nvPr/>
        </p:nvSpPr>
        <p:spPr>
          <a:xfrm>
            <a:off x="24511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Freeform 2737"/>
          <p:cNvSpPr/>
          <p:nvPr/>
        </p:nvSpPr>
        <p:spPr>
          <a:xfrm>
            <a:off x="2489200" y="2413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Freeform 2738"/>
          <p:cNvSpPr/>
          <p:nvPr/>
        </p:nvSpPr>
        <p:spPr>
          <a:xfrm>
            <a:off x="25146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Freeform 2739"/>
          <p:cNvSpPr/>
          <p:nvPr/>
        </p:nvSpPr>
        <p:spPr>
          <a:xfrm>
            <a:off x="25527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Freeform 2740"/>
          <p:cNvSpPr/>
          <p:nvPr/>
        </p:nvSpPr>
        <p:spPr>
          <a:xfrm>
            <a:off x="2590800" y="2400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Freeform 2741"/>
          <p:cNvSpPr/>
          <p:nvPr/>
        </p:nvSpPr>
        <p:spPr>
          <a:xfrm>
            <a:off x="2616200" y="24003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1"/>
                </a:moveTo>
                <a:lnTo>
                  <a:pt x="4" y="5"/>
                </a:lnTo>
                <a:lnTo>
                  <a:pt x="3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BAFF45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Freeform 2742"/>
          <p:cNvSpPr/>
          <p:nvPr/>
        </p:nvSpPr>
        <p:spPr>
          <a:xfrm>
            <a:off x="2654300" y="24511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1"/>
                </a:moveTo>
                <a:lnTo>
                  <a:pt x="4" y="7"/>
                </a:lnTo>
                <a:lnTo>
                  <a:pt x="3" y="7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45FFBA"/>
          </a:solidFill>
          <a:ln w="3175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Freeform 2743"/>
          <p:cNvSpPr/>
          <p:nvPr/>
        </p:nvSpPr>
        <p:spPr>
          <a:xfrm>
            <a:off x="2692400" y="2540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DBFF"/>
          </a:solidFill>
          <a:ln w="3175">
            <a:solidFill>
              <a:srgbClr val="00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Freeform 2744"/>
          <p:cNvSpPr/>
          <p:nvPr/>
        </p:nvSpPr>
        <p:spPr>
          <a:xfrm>
            <a:off x="2730500" y="256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Freeform 2745"/>
          <p:cNvSpPr/>
          <p:nvPr/>
        </p:nvSpPr>
        <p:spPr>
          <a:xfrm>
            <a:off x="2755900" y="2603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Freeform 2746"/>
          <p:cNvSpPr/>
          <p:nvPr/>
        </p:nvSpPr>
        <p:spPr>
          <a:xfrm>
            <a:off x="2794000" y="26289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Freeform 2747"/>
          <p:cNvSpPr/>
          <p:nvPr/>
        </p:nvSpPr>
        <p:spPr>
          <a:xfrm>
            <a:off x="2832100" y="261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Freeform 2748"/>
          <p:cNvSpPr/>
          <p:nvPr/>
        </p:nvSpPr>
        <p:spPr>
          <a:xfrm>
            <a:off x="2857500" y="261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Freeform 2749"/>
          <p:cNvSpPr/>
          <p:nvPr/>
        </p:nvSpPr>
        <p:spPr>
          <a:xfrm>
            <a:off x="2895600" y="259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Freeform 2750"/>
          <p:cNvSpPr/>
          <p:nvPr/>
        </p:nvSpPr>
        <p:spPr>
          <a:xfrm>
            <a:off x="2933700" y="255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Freeform 2751"/>
          <p:cNvSpPr/>
          <p:nvPr/>
        </p:nvSpPr>
        <p:spPr>
          <a:xfrm>
            <a:off x="2971800" y="24892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0"/>
                </a:lnTo>
                <a:lnTo>
                  <a:pt x="2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00EFFF"/>
          </a:solidFill>
          <a:ln w="3175">
            <a:solidFill>
              <a:srgbClr val="00B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Freeform 2752"/>
          <p:cNvSpPr/>
          <p:nvPr/>
        </p:nvSpPr>
        <p:spPr>
          <a:xfrm>
            <a:off x="2997200" y="22860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"/>
                </a:lnTo>
                <a:lnTo>
                  <a:pt x="3" y="0"/>
                </a:lnTo>
                <a:lnTo>
                  <a:pt x="0" y="16"/>
                </a:lnTo>
                <a:lnTo>
                  <a:pt x="1" y="16"/>
                </a:lnTo>
                <a:close/>
              </a:path>
            </a:pathLst>
          </a:custGeom>
          <a:solidFill>
            <a:srgbClr val="CCFF33"/>
          </a:solidFill>
          <a:ln w="3175">
            <a:solidFill>
              <a:srgbClr val="A3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Freeform 2753"/>
          <p:cNvSpPr/>
          <p:nvPr/>
        </p:nvSpPr>
        <p:spPr>
          <a:xfrm>
            <a:off x="3035300" y="21971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Freeform 2754"/>
          <p:cNvSpPr/>
          <p:nvPr/>
        </p:nvSpPr>
        <p:spPr>
          <a:xfrm>
            <a:off x="3073400" y="21844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EE0000"/>
          </a:solidFill>
          <a:ln w="3175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Freeform 2755"/>
          <p:cNvSpPr/>
          <p:nvPr/>
        </p:nvSpPr>
        <p:spPr>
          <a:xfrm>
            <a:off x="3098800" y="21717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D9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Freeform 2756"/>
          <p:cNvSpPr/>
          <p:nvPr/>
        </p:nvSpPr>
        <p:spPr>
          <a:xfrm>
            <a:off x="3136900" y="2146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B70000"/>
          </a:solidFill>
          <a:ln w="3175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Freeform 2757"/>
          <p:cNvSpPr/>
          <p:nvPr/>
        </p:nvSpPr>
        <p:spPr>
          <a:xfrm>
            <a:off x="3175000" y="21209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900000"/>
          </a:solidFill>
          <a:ln w="3175">
            <a:solidFill>
              <a:srgbClr val="7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Freeform 2758"/>
          <p:cNvSpPr/>
          <p:nvPr/>
        </p:nvSpPr>
        <p:spPr>
          <a:xfrm>
            <a:off x="3213100" y="21209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Freeform 2759"/>
          <p:cNvSpPr/>
          <p:nvPr/>
        </p:nvSpPr>
        <p:spPr>
          <a:xfrm>
            <a:off x="3238500" y="210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Freeform 2760"/>
          <p:cNvSpPr/>
          <p:nvPr/>
        </p:nvSpPr>
        <p:spPr>
          <a:xfrm>
            <a:off x="3276600" y="210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Freeform 2761"/>
          <p:cNvSpPr/>
          <p:nvPr/>
        </p:nvSpPr>
        <p:spPr>
          <a:xfrm>
            <a:off x="3314700" y="210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Freeform 2762"/>
          <p:cNvSpPr/>
          <p:nvPr/>
        </p:nvSpPr>
        <p:spPr>
          <a:xfrm>
            <a:off x="2336800" y="24257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Freeform 2763"/>
          <p:cNvSpPr/>
          <p:nvPr/>
        </p:nvSpPr>
        <p:spPr>
          <a:xfrm>
            <a:off x="23622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Freeform 2764"/>
          <p:cNvSpPr/>
          <p:nvPr/>
        </p:nvSpPr>
        <p:spPr>
          <a:xfrm>
            <a:off x="24003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Freeform 2765"/>
          <p:cNvSpPr/>
          <p:nvPr/>
        </p:nvSpPr>
        <p:spPr>
          <a:xfrm>
            <a:off x="24384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Freeform 2766"/>
          <p:cNvSpPr/>
          <p:nvPr/>
        </p:nvSpPr>
        <p:spPr>
          <a:xfrm>
            <a:off x="2476500" y="24130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Freeform 2767"/>
          <p:cNvSpPr/>
          <p:nvPr/>
        </p:nvSpPr>
        <p:spPr>
          <a:xfrm>
            <a:off x="2501900" y="240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Freeform 2768"/>
          <p:cNvSpPr/>
          <p:nvPr/>
        </p:nvSpPr>
        <p:spPr>
          <a:xfrm>
            <a:off x="2540000" y="240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Freeform 2769"/>
          <p:cNvSpPr/>
          <p:nvPr/>
        </p:nvSpPr>
        <p:spPr>
          <a:xfrm>
            <a:off x="2578100" y="2400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Freeform 2770"/>
          <p:cNvSpPr/>
          <p:nvPr/>
        </p:nvSpPr>
        <p:spPr>
          <a:xfrm>
            <a:off x="26035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4"/>
                </a:lnTo>
                <a:lnTo>
                  <a:pt x="3" y="4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BAFF45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Freeform 2771"/>
          <p:cNvSpPr/>
          <p:nvPr/>
        </p:nvSpPr>
        <p:spPr>
          <a:xfrm>
            <a:off x="2641600" y="24511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0"/>
                </a:moveTo>
                <a:lnTo>
                  <a:pt x="4" y="7"/>
                </a:lnTo>
                <a:lnTo>
                  <a:pt x="3" y="6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FFBA"/>
          </a:solidFill>
          <a:ln w="3175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Freeform 2772"/>
          <p:cNvSpPr/>
          <p:nvPr/>
        </p:nvSpPr>
        <p:spPr>
          <a:xfrm>
            <a:off x="2679700" y="252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DBFF"/>
          </a:solidFill>
          <a:ln w="3175">
            <a:solidFill>
              <a:srgbClr val="00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Freeform 2773"/>
          <p:cNvSpPr/>
          <p:nvPr/>
        </p:nvSpPr>
        <p:spPr>
          <a:xfrm>
            <a:off x="2717800" y="256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Freeform 2774"/>
          <p:cNvSpPr/>
          <p:nvPr/>
        </p:nvSpPr>
        <p:spPr>
          <a:xfrm>
            <a:off x="2743200" y="25908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Freeform 2775"/>
          <p:cNvSpPr/>
          <p:nvPr/>
        </p:nvSpPr>
        <p:spPr>
          <a:xfrm>
            <a:off x="2781300" y="2616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Freeform 2776"/>
          <p:cNvSpPr/>
          <p:nvPr/>
        </p:nvSpPr>
        <p:spPr>
          <a:xfrm>
            <a:off x="2819400" y="2616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Freeform 2777"/>
          <p:cNvSpPr/>
          <p:nvPr/>
        </p:nvSpPr>
        <p:spPr>
          <a:xfrm>
            <a:off x="2844800" y="260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Freeform 2778"/>
          <p:cNvSpPr/>
          <p:nvPr/>
        </p:nvSpPr>
        <p:spPr>
          <a:xfrm>
            <a:off x="2882900" y="257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Freeform 2779"/>
          <p:cNvSpPr/>
          <p:nvPr/>
        </p:nvSpPr>
        <p:spPr>
          <a:xfrm>
            <a:off x="2921000" y="2540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Freeform 2780"/>
          <p:cNvSpPr/>
          <p:nvPr/>
        </p:nvSpPr>
        <p:spPr>
          <a:xfrm>
            <a:off x="2959100" y="24765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EFFF"/>
          </a:solidFill>
          <a:ln w="3175">
            <a:solidFill>
              <a:srgbClr val="00B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Freeform 2781"/>
          <p:cNvSpPr/>
          <p:nvPr/>
        </p:nvSpPr>
        <p:spPr>
          <a:xfrm>
            <a:off x="2984500" y="2273300"/>
            <a:ext cx="50800" cy="215900"/>
          </a:xfrm>
          <a:custGeom>
            <a:avLst/>
            <a:gdLst/>
            <a:ahLst/>
            <a:cxnLst/>
            <a:rect l="l" t="t" r="r" b="b"/>
            <a:pathLst>
              <a:path w="4" h="17">
                <a:moveTo>
                  <a:pt x="1" y="17"/>
                </a:moveTo>
                <a:lnTo>
                  <a:pt x="4" y="1"/>
                </a:lnTo>
                <a:lnTo>
                  <a:pt x="3" y="0"/>
                </a:lnTo>
                <a:lnTo>
                  <a:pt x="0" y="16"/>
                </a:lnTo>
                <a:lnTo>
                  <a:pt x="1" y="17"/>
                </a:lnTo>
                <a:close/>
              </a:path>
            </a:pathLst>
          </a:custGeom>
          <a:solidFill>
            <a:srgbClr val="CCFF33"/>
          </a:solidFill>
          <a:ln w="3175">
            <a:solidFill>
              <a:srgbClr val="A3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Freeform 2782"/>
          <p:cNvSpPr/>
          <p:nvPr/>
        </p:nvSpPr>
        <p:spPr>
          <a:xfrm>
            <a:off x="3022600" y="21971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0"/>
                </a:lnTo>
                <a:lnTo>
                  <a:pt x="3" y="0"/>
                </a:lnTo>
                <a:lnTo>
                  <a:pt x="0" y="6"/>
                </a:lnTo>
                <a:lnTo>
                  <a:pt x="1" y="7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Freeform 2783"/>
          <p:cNvSpPr/>
          <p:nvPr/>
        </p:nvSpPr>
        <p:spPr>
          <a:xfrm>
            <a:off x="3060700" y="2171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EE0000"/>
          </a:solidFill>
          <a:ln w="3175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Freeform 2784"/>
          <p:cNvSpPr/>
          <p:nvPr/>
        </p:nvSpPr>
        <p:spPr>
          <a:xfrm>
            <a:off x="3086100" y="21590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D9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Freeform 2785"/>
          <p:cNvSpPr/>
          <p:nvPr/>
        </p:nvSpPr>
        <p:spPr>
          <a:xfrm>
            <a:off x="3124200" y="2133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B70000"/>
          </a:solidFill>
          <a:ln w="3175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Freeform 2786"/>
          <p:cNvSpPr/>
          <p:nvPr/>
        </p:nvSpPr>
        <p:spPr>
          <a:xfrm>
            <a:off x="31623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900000"/>
          </a:solidFill>
          <a:ln w="3175">
            <a:solidFill>
              <a:srgbClr val="7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Freeform 2787"/>
          <p:cNvSpPr/>
          <p:nvPr/>
        </p:nvSpPr>
        <p:spPr>
          <a:xfrm>
            <a:off x="3200400" y="21082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Freeform 2788"/>
          <p:cNvSpPr/>
          <p:nvPr/>
        </p:nvSpPr>
        <p:spPr>
          <a:xfrm>
            <a:off x="3225800" y="21082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Freeform 2789"/>
          <p:cNvSpPr/>
          <p:nvPr/>
        </p:nvSpPr>
        <p:spPr>
          <a:xfrm>
            <a:off x="3263900" y="21082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Freeform 2790"/>
          <p:cNvSpPr/>
          <p:nvPr/>
        </p:nvSpPr>
        <p:spPr>
          <a:xfrm>
            <a:off x="3302000" y="209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Freeform 2791"/>
          <p:cNvSpPr/>
          <p:nvPr/>
        </p:nvSpPr>
        <p:spPr>
          <a:xfrm>
            <a:off x="2324100" y="24130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Freeform 2792"/>
          <p:cNvSpPr/>
          <p:nvPr/>
        </p:nvSpPr>
        <p:spPr>
          <a:xfrm>
            <a:off x="2349500" y="2413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Freeform 2793"/>
          <p:cNvSpPr/>
          <p:nvPr/>
        </p:nvSpPr>
        <p:spPr>
          <a:xfrm>
            <a:off x="2387600" y="240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Freeform 2794"/>
          <p:cNvSpPr/>
          <p:nvPr/>
        </p:nvSpPr>
        <p:spPr>
          <a:xfrm>
            <a:off x="2425700" y="240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Freeform 2795"/>
          <p:cNvSpPr/>
          <p:nvPr/>
        </p:nvSpPr>
        <p:spPr>
          <a:xfrm>
            <a:off x="2463800" y="2400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Freeform 2796"/>
          <p:cNvSpPr/>
          <p:nvPr/>
        </p:nvSpPr>
        <p:spPr>
          <a:xfrm>
            <a:off x="2489200" y="240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Freeform 2797"/>
          <p:cNvSpPr/>
          <p:nvPr/>
        </p:nvSpPr>
        <p:spPr>
          <a:xfrm>
            <a:off x="2527300" y="2387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Freeform 2798"/>
          <p:cNvSpPr/>
          <p:nvPr/>
        </p:nvSpPr>
        <p:spPr>
          <a:xfrm>
            <a:off x="2565400" y="2387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Freeform 2799"/>
          <p:cNvSpPr/>
          <p:nvPr/>
        </p:nvSpPr>
        <p:spPr>
          <a:xfrm>
            <a:off x="2590800" y="2387600"/>
            <a:ext cx="50800" cy="63500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1" y="1"/>
                </a:moveTo>
                <a:lnTo>
                  <a:pt x="4" y="5"/>
                </a:lnTo>
                <a:lnTo>
                  <a:pt x="3" y="4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BAFF45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Freeform 2800"/>
          <p:cNvSpPr/>
          <p:nvPr/>
        </p:nvSpPr>
        <p:spPr>
          <a:xfrm>
            <a:off x="2628900" y="24384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1"/>
                </a:moveTo>
                <a:lnTo>
                  <a:pt x="4" y="7"/>
                </a:lnTo>
                <a:lnTo>
                  <a:pt x="3" y="6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45FFBA"/>
          </a:solidFill>
          <a:ln w="3175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Freeform 2801"/>
          <p:cNvSpPr/>
          <p:nvPr/>
        </p:nvSpPr>
        <p:spPr>
          <a:xfrm>
            <a:off x="2667000" y="2514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1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DBFF"/>
          </a:solidFill>
          <a:ln w="3175">
            <a:solidFill>
              <a:srgbClr val="00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Freeform 2802"/>
          <p:cNvSpPr/>
          <p:nvPr/>
        </p:nvSpPr>
        <p:spPr>
          <a:xfrm>
            <a:off x="2705100" y="255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Freeform 2803"/>
          <p:cNvSpPr/>
          <p:nvPr/>
        </p:nvSpPr>
        <p:spPr>
          <a:xfrm>
            <a:off x="2730500" y="2578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1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Freeform 2804"/>
          <p:cNvSpPr/>
          <p:nvPr/>
        </p:nvSpPr>
        <p:spPr>
          <a:xfrm>
            <a:off x="2768600" y="260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Freeform 2805"/>
          <p:cNvSpPr/>
          <p:nvPr/>
        </p:nvSpPr>
        <p:spPr>
          <a:xfrm>
            <a:off x="2806700" y="2603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Freeform 2806"/>
          <p:cNvSpPr/>
          <p:nvPr/>
        </p:nvSpPr>
        <p:spPr>
          <a:xfrm>
            <a:off x="2832100" y="2603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Freeform 2807"/>
          <p:cNvSpPr/>
          <p:nvPr/>
        </p:nvSpPr>
        <p:spPr>
          <a:xfrm>
            <a:off x="2870200" y="2565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Freeform 2808"/>
          <p:cNvSpPr/>
          <p:nvPr/>
        </p:nvSpPr>
        <p:spPr>
          <a:xfrm>
            <a:off x="2908300" y="2527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4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4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Freeform 2809"/>
          <p:cNvSpPr/>
          <p:nvPr/>
        </p:nvSpPr>
        <p:spPr>
          <a:xfrm>
            <a:off x="2946400" y="2463800"/>
            <a:ext cx="38100" cy="76200"/>
          </a:xfrm>
          <a:custGeom>
            <a:avLst/>
            <a:gdLst/>
            <a:ahLst/>
            <a:cxnLst/>
            <a:rect l="l" t="t" r="r" b="b"/>
            <a:pathLst>
              <a:path w="3" h="6">
                <a:moveTo>
                  <a:pt x="1" y="6"/>
                </a:moveTo>
                <a:lnTo>
                  <a:pt x="3" y="1"/>
                </a:lnTo>
                <a:lnTo>
                  <a:pt x="2" y="0"/>
                </a:lnTo>
                <a:lnTo>
                  <a:pt x="0" y="5"/>
                </a:lnTo>
                <a:lnTo>
                  <a:pt x="1" y="6"/>
                </a:lnTo>
                <a:close/>
              </a:path>
            </a:pathLst>
          </a:custGeom>
          <a:solidFill>
            <a:srgbClr val="00EFFF"/>
          </a:solidFill>
          <a:ln w="3175">
            <a:solidFill>
              <a:srgbClr val="00B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Freeform 2810"/>
          <p:cNvSpPr/>
          <p:nvPr/>
        </p:nvSpPr>
        <p:spPr>
          <a:xfrm>
            <a:off x="2971800" y="22733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0"/>
                </a:lnTo>
                <a:lnTo>
                  <a:pt x="3" y="0"/>
                </a:lnTo>
                <a:lnTo>
                  <a:pt x="0" y="15"/>
                </a:lnTo>
                <a:lnTo>
                  <a:pt x="1" y="16"/>
                </a:lnTo>
                <a:close/>
              </a:path>
            </a:pathLst>
          </a:custGeom>
          <a:solidFill>
            <a:srgbClr val="CCFF33"/>
          </a:solidFill>
          <a:ln w="3175">
            <a:solidFill>
              <a:srgbClr val="A3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Freeform 2811"/>
          <p:cNvSpPr/>
          <p:nvPr/>
        </p:nvSpPr>
        <p:spPr>
          <a:xfrm>
            <a:off x="3009900" y="21844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7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7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Freeform 2812"/>
          <p:cNvSpPr/>
          <p:nvPr/>
        </p:nvSpPr>
        <p:spPr>
          <a:xfrm>
            <a:off x="3048000" y="2171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0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EE0000"/>
          </a:solidFill>
          <a:ln w="3175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Freeform 2813"/>
          <p:cNvSpPr/>
          <p:nvPr/>
        </p:nvSpPr>
        <p:spPr>
          <a:xfrm>
            <a:off x="3073400" y="21590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D9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Freeform 2814"/>
          <p:cNvSpPr/>
          <p:nvPr/>
        </p:nvSpPr>
        <p:spPr>
          <a:xfrm>
            <a:off x="3111500" y="212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1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B70000"/>
          </a:solidFill>
          <a:ln w="3175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Freeform 2815"/>
          <p:cNvSpPr/>
          <p:nvPr/>
        </p:nvSpPr>
        <p:spPr>
          <a:xfrm>
            <a:off x="3149600" y="21082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0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900000"/>
          </a:solidFill>
          <a:ln w="3175">
            <a:solidFill>
              <a:srgbClr val="7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Freeform 2816"/>
          <p:cNvSpPr/>
          <p:nvPr/>
        </p:nvSpPr>
        <p:spPr>
          <a:xfrm>
            <a:off x="3187700" y="209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Freeform 2817"/>
          <p:cNvSpPr/>
          <p:nvPr/>
        </p:nvSpPr>
        <p:spPr>
          <a:xfrm>
            <a:off x="3213100" y="209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Freeform 2818"/>
          <p:cNvSpPr/>
          <p:nvPr/>
        </p:nvSpPr>
        <p:spPr>
          <a:xfrm>
            <a:off x="3251200" y="20955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Freeform 2819"/>
          <p:cNvSpPr/>
          <p:nvPr/>
        </p:nvSpPr>
        <p:spPr>
          <a:xfrm>
            <a:off x="3289300" y="209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Freeform 2820"/>
          <p:cNvSpPr/>
          <p:nvPr/>
        </p:nvSpPr>
        <p:spPr>
          <a:xfrm>
            <a:off x="2311400" y="24003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Freeform 2821"/>
          <p:cNvSpPr/>
          <p:nvPr/>
        </p:nvSpPr>
        <p:spPr>
          <a:xfrm>
            <a:off x="2336800" y="240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Freeform 2822"/>
          <p:cNvSpPr/>
          <p:nvPr/>
        </p:nvSpPr>
        <p:spPr>
          <a:xfrm>
            <a:off x="2374900" y="24003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Freeform 2823"/>
          <p:cNvSpPr/>
          <p:nvPr/>
        </p:nvSpPr>
        <p:spPr>
          <a:xfrm>
            <a:off x="2413000" y="2387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Freeform 2824"/>
          <p:cNvSpPr/>
          <p:nvPr/>
        </p:nvSpPr>
        <p:spPr>
          <a:xfrm>
            <a:off x="2451100" y="23876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Freeform 2825"/>
          <p:cNvSpPr/>
          <p:nvPr/>
        </p:nvSpPr>
        <p:spPr>
          <a:xfrm>
            <a:off x="2476500" y="2387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Freeform 2826"/>
          <p:cNvSpPr/>
          <p:nvPr/>
        </p:nvSpPr>
        <p:spPr>
          <a:xfrm>
            <a:off x="2514600" y="23876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Freeform 2827"/>
          <p:cNvSpPr/>
          <p:nvPr/>
        </p:nvSpPr>
        <p:spPr>
          <a:xfrm>
            <a:off x="2552700" y="2387600"/>
            <a:ext cx="38100" cy="0"/>
          </a:xfrm>
          <a:custGeom>
            <a:avLst/>
            <a:gdLst/>
            <a:ahLst/>
            <a:cxnLst/>
            <a:rect l="l" t="t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6FF19"/>
          </a:solidFill>
          <a:ln w="3175">
            <a:solidFill>
              <a:srgbClr val="B8C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Freeform 2828"/>
          <p:cNvSpPr/>
          <p:nvPr/>
        </p:nvSpPr>
        <p:spPr>
          <a:xfrm>
            <a:off x="2578100" y="2387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1" y="0"/>
                </a:moveTo>
                <a:lnTo>
                  <a:pt x="4" y="4"/>
                </a:lnTo>
                <a:lnTo>
                  <a:pt x="3" y="3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BAFF45"/>
          </a:solidFill>
          <a:ln w="3175">
            <a:solidFill>
              <a:srgbClr val="95C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Freeform 2829"/>
          <p:cNvSpPr/>
          <p:nvPr/>
        </p:nvSpPr>
        <p:spPr>
          <a:xfrm>
            <a:off x="2616200" y="2425700"/>
            <a:ext cx="50800" cy="88900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1" y="1"/>
                </a:moveTo>
                <a:lnTo>
                  <a:pt x="4" y="7"/>
                </a:lnTo>
                <a:lnTo>
                  <a:pt x="3" y="7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45FFBA"/>
          </a:solidFill>
          <a:ln w="3175">
            <a:solidFill>
              <a:srgbClr val="37C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Freeform 2830"/>
          <p:cNvSpPr/>
          <p:nvPr/>
        </p:nvSpPr>
        <p:spPr>
          <a:xfrm>
            <a:off x="2654300" y="2514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0"/>
                </a:moveTo>
                <a:lnTo>
                  <a:pt x="4" y="3"/>
                </a:lnTo>
                <a:lnTo>
                  <a:pt x="3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DBFF"/>
          </a:solidFill>
          <a:ln w="3175">
            <a:solidFill>
              <a:srgbClr val="00A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Freeform 2831"/>
          <p:cNvSpPr/>
          <p:nvPr/>
        </p:nvSpPr>
        <p:spPr>
          <a:xfrm>
            <a:off x="2692400" y="2540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2" y="3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Freeform 2832"/>
          <p:cNvSpPr/>
          <p:nvPr/>
        </p:nvSpPr>
        <p:spPr>
          <a:xfrm>
            <a:off x="2717800" y="25781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0"/>
                </a:moveTo>
                <a:lnTo>
                  <a:pt x="4" y="2"/>
                </a:lnTo>
                <a:lnTo>
                  <a:pt x="3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Freeform 2833"/>
          <p:cNvSpPr/>
          <p:nvPr/>
        </p:nvSpPr>
        <p:spPr>
          <a:xfrm>
            <a:off x="2755900" y="2603500"/>
            <a:ext cx="50800" cy="0"/>
          </a:xfrm>
          <a:custGeom>
            <a:avLst/>
            <a:gdLst/>
            <a:ahLst/>
            <a:cxnLst/>
            <a:rect l="l" t="t" r="r" b="b"/>
            <a:pathLst>
              <a:path w="4" h="0">
                <a:moveTo>
                  <a:pt x="1" y="0"/>
                </a:moveTo>
                <a:lnTo>
                  <a:pt x="4" y="0"/>
                </a:lnTo>
                <a:lnTo>
                  <a:pt x="3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Freeform 2834"/>
          <p:cNvSpPr/>
          <p:nvPr/>
        </p:nvSpPr>
        <p:spPr>
          <a:xfrm>
            <a:off x="2794000" y="2590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004EFF"/>
          </a:solidFill>
          <a:ln w="3175">
            <a:solidFill>
              <a:srgbClr val="003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Freeform 2835"/>
          <p:cNvSpPr/>
          <p:nvPr/>
        </p:nvSpPr>
        <p:spPr>
          <a:xfrm>
            <a:off x="2819400" y="2590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4FFF"/>
          </a:solidFill>
          <a:ln w="3175">
            <a:solidFill>
              <a:srgbClr val="004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Freeform 2836"/>
          <p:cNvSpPr/>
          <p:nvPr/>
        </p:nvSpPr>
        <p:spPr>
          <a:xfrm>
            <a:off x="2857500" y="2565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0069FF"/>
          </a:solidFill>
          <a:ln w="3175">
            <a:solidFill>
              <a:srgbClr val="005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Freeform 2837"/>
          <p:cNvSpPr/>
          <p:nvPr/>
        </p:nvSpPr>
        <p:spPr>
          <a:xfrm>
            <a:off x="2895600" y="25273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3"/>
                </a:lnTo>
                <a:lnTo>
                  <a:pt x="1" y="3"/>
                </a:lnTo>
                <a:close/>
              </a:path>
            </a:pathLst>
          </a:custGeom>
          <a:solidFill>
            <a:srgbClr val="009EFF"/>
          </a:solidFill>
          <a:ln w="3175">
            <a:solidFill>
              <a:srgbClr val="007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Freeform 2838"/>
          <p:cNvSpPr/>
          <p:nvPr/>
        </p:nvSpPr>
        <p:spPr>
          <a:xfrm>
            <a:off x="2933700" y="2463800"/>
            <a:ext cx="38100" cy="63500"/>
          </a:xfrm>
          <a:custGeom>
            <a:avLst/>
            <a:gdLst/>
            <a:ahLst/>
            <a:cxnLst/>
            <a:rect l="l" t="t" r="r" b="b"/>
            <a:pathLst>
              <a:path w="3" h="5">
                <a:moveTo>
                  <a:pt x="1" y="5"/>
                </a:moveTo>
                <a:lnTo>
                  <a:pt x="3" y="0"/>
                </a:lnTo>
                <a:lnTo>
                  <a:pt x="2" y="0"/>
                </a:lnTo>
                <a:lnTo>
                  <a:pt x="0" y="5"/>
                </a:lnTo>
                <a:lnTo>
                  <a:pt x="1" y="5"/>
                </a:lnTo>
                <a:close/>
              </a:path>
            </a:pathLst>
          </a:custGeom>
          <a:solidFill>
            <a:srgbClr val="00EFFF"/>
          </a:solidFill>
          <a:ln w="3175">
            <a:solidFill>
              <a:srgbClr val="00B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Freeform 2839"/>
          <p:cNvSpPr/>
          <p:nvPr/>
        </p:nvSpPr>
        <p:spPr>
          <a:xfrm>
            <a:off x="2959100" y="2260600"/>
            <a:ext cx="50800" cy="203200"/>
          </a:xfrm>
          <a:custGeom>
            <a:avLst/>
            <a:gdLst/>
            <a:ahLst/>
            <a:cxnLst/>
            <a:rect l="l" t="t" r="r" b="b"/>
            <a:pathLst>
              <a:path w="4" h="16">
                <a:moveTo>
                  <a:pt x="1" y="16"/>
                </a:moveTo>
                <a:lnTo>
                  <a:pt x="4" y="1"/>
                </a:lnTo>
                <a:lnTo>
                  <a:pt x="3" y="0"/>
                </a:lnTo>
                <a:lnTo>
                  <a:pt x="0" y="16"/>
                </a:lnTo>
                <a:lnTo>
                  <a:pt x="1" y="16"/>
                </a:lnTo>
                <a:close/>
              </a:path>
            </a:pathLst>
          </a:custGeom>
          <a:solidFill>
            <a:srgbClr val="CCFF33"/>
          </a:solidFill>
          <a:ln w="3175">
            <a:solidFill>
              <a:srgbClr val="A3C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Freeform 2840"/>
          <p:cNvSpPr/>
          <p:nvPr/>
        </p:nvSpPr>
        <p:spPr>
          <a:xfrm>
            <a:off x="2997200" y="2171700"/>
            <a:ext cx="50800" cy="101600"/>
          </a:xfrm>
          <a:custGeom>
            <a:avLst/>
            <a:gdLst/>
            <a:ahLst/>
            <a:cxnLst/>
            <a:rect l="l" t="t" r="r" b="b"/>
            <a:pathLst>
              <a:path w="4" h="8">
                <a:moveTo>
                  <a:pt x="1" y="8"/>
                </a:moveTo>
                <a:lnTo>
                  <a:pt x="4" y="1"/>
                </a:lnTo>
                <a:lnTo>
                  <a:pt x="3" y="0"/>
                </a:lnTo>
                <a:lnTo>
                  <a:pt x="0" y="7"/>
                </a:lnTo>
                <a:lnTo>
                  <a:pt x="1" y="8"/>
                </a:lnTo>
                <a:close/>
              </a:path>
            </a:pathLst>
          </a:custGeom>
          <a:solidFill>
            <a:srgbClr val="FF4100"/>
          </a:solidFill>
          <a:ln w="3175">
            <a:solidFill>
              <a:srgbClr val="CC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Freeform 2841"/>
          <p:cNvSpPr/>
          <p:nvPr/>
        </p:nvSpPr>
        <p:spPr>
          <a:xfrm>
            <a:off x="3035300" y="21590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2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EE0000"/>
          </a:solidFill>
          <a:ln w="3175">
            <a:solidFill>
              <a:srgbClr val="B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Freeform 2842"/>
          <p:cNvSpPr/>
          <p:nvPr/>
        </p:nvSpPr>
        <p:spPr>
          <a:xfrm>
            <a:off x="3060700" y="21463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2"/>
                </a:lnTo>
                <a:close/>
              </a:path>
            </a:pathLst>
          </a:custGeom>
          <a:solidFill>
            <a:srgbClr val="D90000"/>
          </a:solidFill>
          <a:ln w="3175">
            <a:solidFill>
              <a:srgbClr val="A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Freeform 2843"/>
          <p:cNvSpPr/>
          <p:nvPr/>
        </p:nvSpPr>
        <p:spPr>
          <a:xfrm>
            <a:off x="3098800" y="2120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1" y="3"/>
                </a:moveTo>
                <a:lnTo>
                  <a:pt x="4" y="0"/>
                </a:lnTo>
                <a:lnTo>
                  <a:pt x="3" y="0"/>
                </a:lnTo>
                <a:lnTo>
                  <a:pt x="0" y="2"/>
                </a:lnTo>
                <a:lnTo>
                  <a:pt x="1" y="3"/>
                </a:lnTo>
                <a:close/>
              </a:path>
            </a:pathLst>
          </a:custGeom>
          <a:solidFill>
            <a:srgbClr val="B70000"/>
          </a:solidFill>
          <a:ln w="3175">
            <a:solidFill>
              <a:srgbClr val="92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Freeform 2844"/>
          <p:cNvSpPr/>
          <p:nvPr/>
        </p:nvSpPr>
        <p:spPr>
          <a:xfrm>
            <a:off x="3136900" y="2095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1" y="2"/>
                </a:moveTo>
                <a:lnTo>
                  <a:pt x="4" y="1"/>
                </a:lnTo>
                <a:lnTo>
                  <a:pt x="3" y="0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900000"/>
          </a:solidFill>
          <a:ln w="3175">
            <a:solidFill>
              <a:srgbClr val="73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Freeform 2845"/>
          <p:cNvSpPr/>
          <p:nvPr/>
        </p:nvSpPr>
        <p:spPr>
          <a:xfrm>
            <a:off x="3175000" y="20955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Freeform 2846"/>
          <p:cNvSpPr/>
          <p:nvPr/>
        </p:nvSpPr>
        <p:spPr>
          <a:xfrm>
            <a:off x="3200400" y="208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Freeform 2847"/>
          <p:cNvSpPr/>
          <p:nvPr/>
        </p:nvSpPr>
        <p:spPr>
          <a:xfrm>
            <a:off x="3238500" y="2082800"/>
            <a:ext cx="50800" cy="12700"/>
          </a:xfrm>
          <a:custGeom>
            <a:avLst/>
            <a:gdLst/>
            <a:ahLst/>
            <a:cxnLst/>
            <a:rect l="l" t="t" r="r" b="b"/>
            <a:pathLst>
              <a:path w="4" h="1">
                <a:moveTo>
                  <a:pt x="1" y="1"/>
                </a:moveTo>
                <a:lnTo>
                  <a:pt x="4" y="1"/>
                </a:lnTo>
                <a:lnTo>
                  <a:pt x="3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Freeform 2848"/>
          <p:cNvSpPr/>
          <p:nvPr/>
        </p:nvSpPr>
        <p:spPr>
          <a:xfrm>
            <a:off x="3276600" y="2082800"/>
            <a:ext cx="38100" cy="12700"/>
          </a:xfrm>
          <a:custGeom>
            <a:avLst/>
            <a:gdLst/>
            <a:ahLst/>
            <a:cxnLst/>
            <a:rect l="l" t="t" r="r" b="b"/>
            <a:pathLst>
              <a:path w="3" h="1">
                <a:moveTo>
                  <a:pt x="1" y="1"/>
                </a:move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810000"/>
          </a:solidFill>
          <a:ln w="3175">
            <a:solidFill>
              <a:srgbClr val="6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Rectangle 2849"/>
          <p:cNvSpPr/>
          <p:nvPr/>
        </p:nvSpPr>
        <p:spPr>
          <a:xfrm>
            <a:off x="-3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Rectangle 2850"/>
          <p:cNvSpPr/>
          <p:nvPr/>
        </p:nvSpPr>
        <p:spPr>
          <a:xfrm>
            <a:off x="2880000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52" name="Picture 28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2853" name="Picture 28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2854" name="TextBox 285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Case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study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6</a:t>
            </a:r>
          </a:p>
        </p:txBody>
      </p:sp>
      <p:sp>
        <p:nvSpPr>
          <p:cNvPr id="2855" name="TextBox 2854"/>
          <p:cNvSpPr txBox="1"/>
          <p:nvPr/>
        </p:nvSpPr>
        <p:spPr>
          <a:xfrm>
            <a:off x="359993" y="498335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Josefin Sans"/>
              </a:rPr>
              <a:t>Step</a:t>
            </a:r>
            <a:r>
              <a:rPr sz="996" b="1">
                <a:solidFill>
                  <a:srgbClr val="000000"/>
                </a:solidFill>
                <a:latin typeface="Josefin Sans"/>
              </a:rPr>
              <a:t> </a:t>
            </a:r>
            <a:r>
              <a:rPr sz="996" b="1">
                <a:solidFill>
                  <a:srgbClr val="000000"/>
                </a:solidFill>
                <a:latin typeface="Josefin Sans"/>
              </a:rPr>
              <a:t>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(continued)</a:t>
            </a:r>
          </a:p>
        </p:txBody>
      </p:sp>
      <p:sp>
        <p:nvSpPr>
          <p:cNvPr id="2856" name="TextBox 2855"/>
          <p:cNvSpPr txBox="1"/>
          <p:nvPr/>
        </p:nvSpPr>
        <p:spPr>
          <a:xfrm>
            <a:off x="1754582" y="1777011"/>
            <a:ext cx="4030813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57" name="TextBox 2856"/>
          <p:cNvSpPr txBox="1"/>
          <p:nvPr/>
        </p:nvSpPr>
        <p:spPr>
          <a:xfrm>
            <a:off x="1542190" y="1664992"/>
            <a:ext cx="4243205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858" name="TextBox 2857"/>
          <p:cNvSpPr txBox="1"/>
          <p:nvPr/>
        </p:nvSpPr>
        <p:spPr>
          <a:xfrm>
            <a:off x="1390868" y="1534650"/>
            <a:ext cx="4394527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59" name="TextBox 2858"/>
          <p:cNvSpPr txBox="1"/>
          <p:nvPr/>
        </p:nvSpPr>
        <p:spPr>
          <a:xfrm>
            <a:off x="2809977" y="1690321"/>
            <a:ext cx="2975418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60" name="TextBox 2859"/>
          <p:cNvSpPr txBox="1"/>
          <p:nvPr/>
        </p:nvSpPr>
        <p:spPr>
          <a:xfrm>
            <a:off x="2588978" y="1709832"/>
            <a:ext cx="3196417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61" name="TextBox 2860"/>
          <p:cNvSpPr txBox="1"/>
          <p:nvPr/>
        </p:nvSpPr>
        <p:spPr>
          <a:xfrm>
            <a:off x="2389113" y="1727474"/>
            <a:ext cx="3396282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62" name="TextBox 2861"/>
          <p:cNvSpPr txBox="1"/>
          <p:nvPr/>
        </p:nvSpPr>
        <p:spPr>
          <a:xfrm>
            <a:off x="2189253" y="1745116"/>
            <a:ext cx="3596142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863" name="TextBox 2862"/>
          <p:cNvSpPr txBox="1"/>
          <p:nvPr/>
        </p:nvSpPr>
        <p:spPr>
          <a:xfrm>
            <a:off x="1989394" y="1762758"/>
            <a:ext cx="3796001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864" name="TextBox 2863"/>
          <p:cNvSpPr txBox="1"/>
          <p:nvPr/>
        </p:nvSpPr>
        <p:spPr>
          <a:xfrm>
            <a:off x="1810680" y="1778531"/>
            <a:ext cx="3974715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65" name="TextBox 2864"/>
          <p:cNvSpPr txBox="1"/>
          <p:nvPr/>
        </p:nvSpPr>
        <p:spPr>
          <a:xfrm>
            <a:off x="1347131" y="1224280"/>
            <a:ext cx="4438264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66" name="TextBox 2865"/>
          <p:cNvSpPr txBox="1"/>
          <p:nvPr/>
        </p:nvSpPr>
        <p:spPr>
          <a:xfrm>
            <a:off x="1347131" y="962470"/>
            <a:ext cx="4438264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2867" name="TextBox 2866"/>
          <p:cNvSpPr txBox="1"/>
          <p:nvPr/>
        </p:nvSpPr>
        <p:spPr>
          <a:xfrm>
            <a:off x="1156364" y="1852084"/>
            <a:ext cx="4629031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servers,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2868" name="TextBox 2867"/>
          <p:cNvSpPr txBox="1"/>
          <p:nvPr/>
        </p:nvSpPr>
        <p:spPr>
          <a:xfrm>
            <a:off x="2203061" y="1846774"/>
            <a:ext cx="3582334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delay,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2869" name="TextBox 2868"/>
          <p:cNvSpPr txBox="1"/>
          <p:nvPr/>
        </p:nvSpPr>
        <p:spPr>
          <a:xfrm>
            <a:off x="1246249" y="876885"/>
            <a:ext cx="4539146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spares,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2870" name="TextBox 2869"/>
          <p:cNvSpPr txBox="1"/>
          <p:nvPr/>
        </p:nvSpPr>
        <p:spPr>
          <a:xfrm>
            <a:off x="3519773" y="1778423"/>
            <a:ext cx="2265622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71" name="TextBox 2870"/>
          <p:cNvSpPr txBox="1"/>
          <p:nvPr/>
        </p:nvSpPr>
        <p:spPr>
          <a:xfrm>
            <a:off x="3307381" y="1666403"/>
            <a:ext cx="2478014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872" name="TextBox 2871"/>
          <p:cNvSpPr txBox="1"/>
          <p:nvPr/>
        </p:nvSpPr>
        <p:spPr>
          <a:xfrm>
            <a:off x="3156054" y="1536056"/>
            <a:ext cx="2629341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73" name="TextBox 2872"/>
          <p:cNvSpPr txBox="1"/>
          <p:nvPr/>
        </p:nvSpPr>
        <p:spPr>
          <a:xfrm>
            <a:off x="4575168" y="1691732"/>
            <a:ext cx="1210227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74" name="TextBox 2873"/>
          <p:cNvSpPr txBox="1"/>
          <p:nvPr/>
        </p:nvSpPr>
        <p:spPr>
          <a:xfrm>
            <a:off x="4354164" y="1711237"/>
            <a:ext cx="1431232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75" name="TextBox 2874"/>
          <p:cNvSpPr txBox="1"/>
          <p:nvPr/>
        </p:nvSpPr>
        <p:spPr>
          <a:xfrm>
            <a:off x="4154304" y="1728879"/>
            <a:ext cx="1631091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76" name="TextBox 2875"/>
          <p:cNvSpPr txBox="1"/>
          <p:nvPr/>
        </p:nvSpPr>
        <p:spPr>
          <a:xfrm>
            <a:off x="3954445" y="1746522"/>
            <a:ext cx="1830950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877" name="TextBox 2876"/>
          <p:cNvSpPr txBox="1"/>
          <p:nvPr/>
        </p:nvSpPr>
        <p:spPr>
          <a:xfrm>
            <a:off x="3754586" y="1764164"/>
            <a:ext cx="2030809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878" name="TextBox 2877"/>
          <p:cNvSpPr txBox="1"/>
          <p:nvPr/>
        </p:nvSpPr>
        <p:spPr>
          <a:xfrm>
            <a:off x="3575866" y="1779937"/>
            <a:ext cx="2209529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79" name="TextBox 2878"/>
          <p:cNvSpPr txBox="1"/>
          <p:nvPr/>
        </p:nvSpPr>
        <p:spPr>
          <a:xfrm>
            <a:off x="3112317" y="1283732"/>
            <a:ext cx="2673078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80" name="TextBox 2879"/>
          <p:cNvSpPr txBox="1"/>
          <p:nvPr/>
        </p:nvSpPr>
        <p:spPr>
          <a:xfrm>
            <a:off x="3112317" y="985147"/>
            <a:ext cx="2673078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81" name="TextBox 2880"/>
          <p:cNvSpPr txBox="1"/>
          <p:nvPr/>
        </p:nvSpPr>
        <p:spPr>
          <a:xfrm>
            <a:off x="2950188" y="1843751"/>
            <a:ext cx="2835207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2882" name="TextBox 2881"/>
          <p:cNvSpPr txBox="1"/>
          <p:nvPr/>
        </p:nvSpPr>
        <p:spPr>
          <a:xfrm>
            <a:off x="3968252" y="1848186"/>
            <a:ext cx="1817143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delay,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2883" name="TextBox 2882"/>
          <p:cNvSpPr txBox="1"/>
          <p:nvPr/>
        </p:nvSpPr>
        <p:spPr>
          <a:xfrm>
            <a:off x="3011441" y="879868"/>
            <a:ext cx="2773954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spares,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2884" name="TextBox 2883"/>
          <p:cNvSpPr txBox="1"/>
          <p:nvPr/>
        </p:nvSpPr>
        <p:spPr>
          <a:xfrm>
            <a:off x="2622860" y="3073344"/>
            <a:ext cx="3162535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85" name="TextBox 2884"/>
          <p:cNvSpPr txBox="1"/>
          <p:nvPr/>
        </p:nvSpPr>
        <p:spPr>
          <a:xfrm>
            <a:off x="2410468" y="2961330"/>
            <a:ext cx="3374927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2886" name="TextBox 2885"/>
          <p:cNvSpPr txBox="1"/>
          <p:nvPr/>
        </p:nvSpPr>
        <p:spPr>
          <a:xfrm>
            <a:off x="2259141" y="2830982"/>
            <a:ext cx="3526254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87" name="TextBox 2886"/>
          <p:cNvSpPr txBox="1"/>
          <p:nvPr/>
        </p:nvSpPr>
        <p:spPr>
          <a:xfrm>
            <a:off x="3678255" y="2986659"/>
            <a:ext cx="2107140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888" name="TextBox 2887"/>
          <p:cNvSpPr txBox="1"/>
          <p:nvPr/>
        </p:nvSpPr>
        <p:spPr>
          <a:xfrm>
            <a:off x="3457250" y="3006164"/>
            <a:ext cx="2328145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89" name="TextBox 2888"/>
          <p:cNvSpPr txBox="1"/>
          <p:nvPr/>
        </p:nvSpPr>
        <p:spPr>
          <a:xfrm>
            <a:off x="3257391" y="3023807"/>
            <a:ext cx="2528004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90" name="TextBox 2889"/>
          <p:cNvSpPr txBox="1"/>
          <p:nvPr/>
        </p:nvSpPr>
        <p:spPr>
          <a:xfrm>
            <a:off x="3057532" y="3041449"/>
            <a:ext cx="2727863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891" name="TextBox 2890"/>
          <p:cNvSpPr txBox="1"/>
          <p:nvPr/>
        </p:nvSpPr>
        <p:spPr>
          <a:xfrm>
            <a:off x="2857673" y="3059091"/>
            <a:ext cx="2927723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892" name="TextBox 2891"/>
          <p:cNvSpPr txBox="1"/>
          <p:nvPr/>
        </p:nvSpPr>
        <p:spPr>
          <a:xfrm>
            <a:off x="2678953" y="3074864"/>
            <a:ext cx="3106442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893" name="TextBox 2892"/>
          <p:cNvSpPr txBox="1"/>
          <p:nvPr/>
        </p:nvSpPr>
        <p:spPr>
          <a:xfrm>
            <a:off x="2215404" y="2600439"/>
            <a:ext cx="3569991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894" name="TextBox 2893"/>
          <p:cNvSpPr txBox="1"/>
          <p:nvPr/>
        </p:nvSpPr>
        <p:spPr>
          <a:xfrm>
            <a:off x="2215404" y="2286703"/>
            <a:ext cx="3569991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Cambria Math"/>
              </a:rPr>
              <a:t>0</a:t>
            </a:r>
            <a:r>
              <a:rPr sz="448" b="0">
                <a:solidFill>
                  <a:srgbClr val="000000"/>
                </a:solidFill>
                <a:latin typeface="Cambria Math"/>
              </a:rPr>
              <a:t>.</a:t>
            </a:r>
            <a:r>
              <a:rPr sz="44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895" name="TextBox 2894"/>
          <p:cNvSpPr txBox="1"/>
          <p:nvPr/>
        </p:nvSpPr>
        <p:spPr>
          <a:xfrm>
            <a:off x="2053275" y="3138678"/>
            <a:ext cx="3732120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Utilisation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factor,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ρ</a:t>
            </a:r>
          </a:p>
        </p:txBody>
      </p:sp>
      <p:sp>
        <p:nvSpPr>
          <p:cNvPr id="2896" name="TextBox 2895"/>
          <p:cNvSpPr txBox="1"/>
          <p:nvPr/>
        </p:nvSpPr>
        <p:spPr>
          <a:xfrm>
            <a:off x="3006994" y="3150011"/>
            <a:ext cx="2778401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servers,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s</a:t>
            </a:r>
          </a:p>
        </p:txBody>
      </p:sp>
      <p:sp>
        <p:nvSpPr>
          <p:cNvPr id="2897" name="TextBox 2896"/>
          <p:cNvSpPr txBox="1"/>
          <p:nvPr/>
        </p:nvSpPr>
        <p:spPr>
          <a:xfrm>
            <a:off x="2114528" y="2174275"/>
            <a:ext cx="3670867" cy="88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8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of</a:t>
            </a:r>
            <a:r>
              <a:rPr sz="448" b="0">
                <a:solidFill>
                  <a:srgbClr val="000000"/>
                </a:solidFill>
                <a:latin typeface="Josefin Sans"/>
              </a:rPr>
              <a:t> </a:t>
            </a:r>
            <a:r>
              <a:rPr sz="448" b="0">
                <a:solidFill>
                  <a:srgbClr val="000000"/>
                </a:solidFill>
                <a:latin typeface="Josefin Sans"/>
              </a:rPr>
              <a:t>spares,</a:t>
            </a:r>
            <a:r>
              <a:rPr sz="448" b="0">
                <a:solidFill>
                  <a:srgbClr val="000000"/>
                </a:solidFill>
                <a:latin typeface="Cambria Math"/>
              </a:rPr>
              <a:t> </a:t>
            </a:r>
            <a:r>
              <a:rPr sz="448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2898" name="TextBox 2897"/>
          <p:cNvSpPr txBox="1"/>
          <p:nvPr/>
        </p:nvSpPr>
        <p:spPr>
          <a:xfrm>
            <a:off x="4889661" y="3150917"/>
            <a:ext cx="8957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899" name="TextBox 2898"/>
          <p:cNvSpPr txBox="1"/>
          <p:nvPr/>
        </p:nvSpPr>
        <p:spPr>
          <a:xfrm>
            <a:off x="5624559" y="3150693"/>
            <a:ext cx="160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68996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Sugeno-style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inputs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04" y="1041443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temperature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room,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404" y="1269192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people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room,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04" y="1496928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ambient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temperature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(temperature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outside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room),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404" y="1724677"/>
            <a:ext cx="5315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3373"/>
                </a:solidFill>
                <a:latin typeface="MSAM10"/>
              </a:rPr>
              <a:t>▶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spend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room,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207980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cooling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speed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air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conditioner.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2398044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temperature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30</a:t>
            </a:r>
            <a:r>
              <a:rPr sz="697" b="0">
                <a:solidFill>
                  <a:srgbClr val="000000"/>
                </a:solidFill>
                <a:latin typeface="Cambria Math"/>
              </a:rPr>
              <a:t>◦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2pm,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20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people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room,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ambient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254987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temperature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33</a:t>
            </a:r>
            <a:r>
              <a:rPr sz="697" b="0">
                <a:solidFill>
                  <a:srgbClr val="000000"/>
                </a:solidFill>
                <a:latin typeface="Cambria Math"/>
              </a:rPr>
              <a:t>◦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spend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hour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room.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432" y="3150693"/>
            <a:ext cx="1619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Example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487461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would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you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9664" y="3150917"/>
            <a:ext cx="8957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15457" y="3150693"/>
            <a:ext cx="16993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03 Fuzzy Inference and Fuzzy Systems - handout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 2 uses scikit-fuzzy to build and evaluate Mamdani control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The physical-AI extension applies fuzzy brake/throttle logic to a simulated robot.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The updated solution checks optional dependencies and supports a standalone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Fuzzy Inference and Fuzzy Systems - handout</dc:title>
  <dc:subject>Editable objects converted from 03 Fuzzy Inference and Fuzzy Systems - handout.pdf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