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5759450" cy="32400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D9D23D0-32B7-41D1-84E2-9C5ACFB3CCC6}" v="4" dt="2026-09-29T05:17:40.61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45" d="100"/>
          <a:sy n="145" d="100"/>
        </p:scale>
        <p:origin x="560" y="2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r Tang Tiong Yew" userId="d4cf7b25-fa29-42fb-8c85-116012af6c9b" providerId="ADAL" clId="{DB390E62-7A94-4CCA-AFD3-92E070E42534}"/>
    <pc:docChg chg="undo custSel modSld">
      <pc:chgData name="Dr Tang Tiong Yew" userId="d4cf7b25-fa29-42fb-8c85-116012af6c9b" providerId="ADAL" clId="{DB390E62-7A94-4CCA-AFD3-92E070E42534}" dt="2026-09-29T05:21:25.422" v="214" actId="20577"/>
      <pc:docMkLst>
        <pc:docMk/>
      </pc:docMkLst>
      <pc:sldChg chg="addSp delSp modSp mod">
        <pc:chgData name="Dr Tang Tiong Yew" userId="d4cf7b25-fa29-42fb-8c85-116012af6c9b" providerId="ADAL" clId="{DB390E62-7A94-4CCA-AFD3-92E070E42534}" dt="2026-09-29T03:55:56.436" v="12" actId="1076"/>
        <pc:sldMkLst>
          <pc:docMk/>
          <pc:sldMk cId="0" sldId="256"/>
        </pc:sldMkLst>
        <pc:spChg chg="del mod">
          <ac:chgData name="Dr Tang Tiong Yew" userId="d4cf7b25-fa29-42fb-8c85-116012af6c9b" providerId="ADAL" clId="{DB390E62-7A94-4CCA-AFD3-92E070E42534}" dt="2026-09-29T03:54:58.665" v="1" actId="478"/>
          <ac:spMkLst>
            <pc:docMk/>
            <pc:sldMk cId="0" sldId="256"/>
            <ac:spMk id="29" creationId="{00000000-0000-0000-0000-000000000000}"/>
          </ac:spMkLst>
        </pc:spChg>
        <pc:picChg chg="del">
          <ac:chgData name="Dr Tang Tiong Yew" userId="d4cf7b25-fa29-42fb-8c85-116012af6c9b" providerId="ADAL" clId="{DB390E62-7A94-4CCA-AFD3-92E070E42534}" dt="2026-09-29T03:55:35.168" v="2" actId="478"/>
          <ac:picMkLst>
            <pc:docMk/>
            <pc:sldMk cId="0" sldId="256"/>
            <ac:picMk id="14" creationId="{00000000-0000-0000-0000-000000000000}"/>
          </ac:picMkLst>
        </pc:picChg>
        <pc:picChg chg="add mod">
          <ac:chgData name="Dr Tang Tiong Yew" userId="d4cf7b25-fa29-42fb-8c85-116012af6c9b" providerId="ADAL" clId="{DB390E62-7A94-4CCA-AFD3-92E070E42534}" dt="2026-09-29T03:55:56.436" v="12" actId="1076"/>
          <ac:picMkLst>
            <pc:docMk/>
            <pc:sldMk cId="0" sldId="256"/>
            <ac:picMk id="30" creationId="{1091DE24-83CB-F3E1-7FFC-2986C48F81BB}"/>
          </ac:picMkLst>
        </pc:picChg>
      </pc:sldChg>
      <pc:sldChg chg="addSp delSp modSp mod">
        <pc:chgData name="Dr Tang Tiong Yew" userId="d4cf7b25-fa29-42fb-8c85-116012af6c9b" providerId="ADAL" clId="{DB390E62-7A94-4CCA-AFD3-92E070E42534}" dt="2026-09-29T05:14:03.071" v="67" actId="1076"/>
        <pc:sldMkLst>
          <pc:docMk/>
          <pc:sldMk cId="0" sldId="258"/>
        </pc:sldMkLst>
        <pc:spChg chg="mod">
          <ac:chgData name="Dr Tang Tiong Yew" userId="d4cf7b25-fa29-42fb-8c85-116012af6c9b" providerId="ADAL" clId="{DB390E62-7A94-4CCA-AFD3-92E070E42534}" dt="2026-09-29T05:14:03.071" v="67" actId="1076"/>
          <ac:spMkLst>
            <pc:docMk/>
            <pc:sldMk cId="0" sldId="258"/>
            <ac:spMk id="75" creationId="{00000000-0000-0000-0000-000000000000}"/>
          </ac:spMkLst>
        </pc:spChg>
        <pc:spChg chg="mod">
          <ac:chgData name="Dr Tang Tiong Yew" userId="d4cf7b25-fa29-42fb-8c85-116012af6c9b" providerId="ADAL" clId="{DB390E62-7A94-4CCA-AFD3-92E070E42534}" dt="2026-09-29T05:13:59.906" v="66" actId="1076"/>
          <ac:spMkLst>
            <pc:docMk/>
            <pc:sldMk cId="0" sldId="258"/>
            <ac:spMk id="78" creationId="{00000000-0000-0000-0000-000000000000}"/>
          </ac:spMkLst>
        </pc:spChg>
        <pc:spChg chg="mod">
          <ac:chgData name="Dr Tang Tiong Yew" userId="d4cf7b25-fa29-42fb-8c85-116012af6c9b" providerId="ADAL" clId="{DB390E62-7A94-4CCA-AFD3-92E070E42534}" dt="2026-09-29T05:13:57.579" v="65" actId="1076"/>
          <ac:spMkLst>
            <pc:docMk/>
            <pc:sldMk cId="0" sldId="258"/>
            <ac:spMk id="81" creationId="{00000000-0000-0000-0000-000000000000}"/>
          </ac:spMkLst>
        </pc:spChg>
        <pc:picChg chg="del">
          <ac:chgData name="Dr Tang Tiong Yew" userId="d4cf7b25-fa29-42fb-8c85-116012af6c9b" providerId="ADAL" clId="{DB390E62-7A94-4CCA-AFD3-92E070E42534}" dt="2026-09-29T03:56:05.625" v="13" actId="478"/>
          <ac:picMkLst>
            <pc:docMk/>
            <pc:sldMk cId="0" sldId="258"/>
            <ac:picMk id="63" creationId="{00000000-0000-0000-0000-000000000000}"/>
          </ac:picMkLst>
        </pc:picChg>
        <pc:picChg chg="add">
          <ac:chgData name="Dr Tang Tiong Yew" userId="d4cf7b25-fa29-42fb-8c85-116012af6c9b" providerId="ADAL" clId="{DB390E62-7A94-4CCA-AFD3-92E070E42534}" dt="2026-09-29T03:56:06.005" v="14" actId="22"/>
          <ac:picMkLst>
            <pc:docMk/>
            <pc:sldMk cId="0" sldId="258"/>
            <ac:picMk id="93" creationId="{5D40D56D-CA11-59A8-AE2A-5A336D3F61BF}"/>
          </ac:picMkLst>
        </pc:picChg>
      </pc:sldChg>
      <pc:sldChg chg="addSp delSp modSp mod">
        <pc:chgData name="Dr Tang Tiong Yew" userId="d4cf7b25-fa29-42fb-8c85-116012af6c9b" providerId="ADAL" clId="{DB390E62-7A94-4CCA-AFD3-92E070E42534}" dt="2026-09-29T05:21:25.422" v="214" actId="20577"/>
        <pc:sldMkLst>
          <pc:docMk/>
          <pc:sldMk cId="0" sldId="259"/>
        </pc:sldMkLst>
        <pc:spChg chg="del">
          <ac:chgData name="Dr Tang Tiong Yew" userId="d4cf7b25-fa29-42fb-8c85-116012af6c9b" providerId="ADAL" clId="{DB390E62-7A94-4CCA-AFD3-92E070E42534}" dt="2026-09-29T03:56:09.338" v="15" actId="478"/>
          <ac:spMkLst>
            <pc:docMk/>
            <pc:sldMk cId="0" sldId="259"/>
            <ac:spMk id="132" creationId="{00000000-0000-0000-0000-000000000000}"/>
          </ac:spMkLst>
        </pc:spChg>
        <pc:spChg chg="mod">
          <ac:chgData name="Dr Tang Tiong Yew" userId="d4cf7b25-fa29-42fb-8c85-116012af6c9b" providerId="ADAL" clId="{DB390E62-7A94-4CCA-AFD3-92E070E42534}" dt="2026-09-29T05:21:22.404" v="208" actId="6549"/>
          <ac:spMkLst>
            <pc:docMk/>
            <pc:sldMk cId="0" sldId="259"/>
            <ac:spMk id="135" creationId="{00000000-0000-0000-0000-000000000000}"/>
          </ac:spMkLst>
        </pc:spChg>
        <pc:spChg chg="mod">
          <ac:chgData name="Dr Tang Tiong Yew" userId="d4cf7b25-fa29-42fb-8c85-116012af6c9b" providerId="ADAL" clId="{DB390E62-7A94-4CCA-AFD3-92E070E42534}" dt="2026-09-29T05:19:05.757" v="150" actId="6549"/>
          <ac:spMkLst>
            <pc:docMk/>
            <pc:sldMk cId="0" sldId="259"/>
            <ac:spMk id="139" creationId="{00000000-0000-0000-0000-000000000000}"/>
          </ac:spMkLst>
        </pc:spChg>
        <pc:spChg chg="mod">
          <ac:chgData name="Dr Tang Tiong Yew" userId="d4cf7b25-fa29-42fb-8c85-116012af6c9b" providerId="ADAL" clId="{DB390E62-7A94-4CCA-AFD3-92E070E42534}" dt="2026-09-29T05:20:27.133" v="170" actId="6549"/>
          <ac:spMkLst>
            <pc:docMk/>
            <pc:sldMk cId="0" sldId="259"/>
            <ac:spMk id="141" creationId="{00000000-0000-0000-0000-000000000000}"/>
          </ac:spMkLst>
        </pc:spChg>
        <pc:spChg chg="mod">
          <ac:chgData name="Dr Tang Tiong Yew" userId="d4cf7b25-fa29-42fb-8c85-116012af6c9b" providerId="ADAL" clId="{DB390E62-7A94-4CCA-AFD3-92E070E42534}" dt="2026-09-29T05:19:30.786" v="156" actId="6549"/>
          <ac:spMkLst>
            <pc:docMk/>
            <pc:sldMk cId="0" sldId="259"/>
            <ac:spMk id="143" creationId="{00000000-0000-0000-0000-000000000000}"/>
          </ac:spMkLst>
        </pc:spChg>
        <pc:spChg chg="mod">
          <ac:chgData name="Dr Tang Tiong Yew" userId="d4cf7b25-fa29-42fb-8c85-116012af6c9b" providerId="ADAL" clId="{DB390E62-7A94-4CCA-AFD3-92E070E42534}" dt="2026-09-29T05:19:07.318" v="151" actId="6549"/>
          <ac:spMkLst>
            <pc:docMk/>
            <pc:sldMk cId="0" sldId="259"/>
            <ac:spMk id="145" creationId="{00000000-0000-0000-0000-000000000000}"/>
          </ac:spMkLst>
        </pc:spChg>
        <pc:spChg chg="mod">
          <ac:chgData name="Dr Tang Tiong Yew" userId="d4cf7b25-fa29-42fb-8c85-116012af6c9b" providerId="ADAL" clId="{DB390E62-7A94-4CCA-AFD3-92E070E42534}" dt="2026-09-29T05:20:28.950" v="171" actId="6549"/>
          <ac:spMkLst>
            <pc:docMk/>
            <pc:sldMk cId="0" sldId="259"/>
            <ac:spMk id="147" creationId="{00000000-0000-0000-0000-000000000000}"/>
          </ac:spMkLst>
        </pc:spChg>
        <pc:spChg chg="mod">
          <ac:chgData name="Dr Tang Tiong Yew" userId="d4cf7b25-fa29-42fb-8c85-116012af6c9b" providerId="ADAL" clId="{DB390E62-7A94-4CCA-AFD3-92E070E42534}" dt="2026-09-29T05:19:09.353" v="152" actId="6549"/>
          <ac:spMkLst>
            <pc:docMk/>
            <pc:sldMk cId="0" sldId="259"/>
            <ac:spMk id="150" creationId="{00000000-0000-0000-0000-000000000000}"/>
          </ac:spMkLst>
        </pc:spChg>
        <pc:spChg chg="mod">
          <ac:chgData name="Dr Tang Tiong Yew" userId="d4cf7b25-fa29-42fb-8c85-116012af6c9b" providerId="ADAL" clId="{DB390E62-7A94-4CCA-AFD3-92E070E42534}" dt="2026-09-29T05:20:30.296" v="172" actId="6549"/>
          <ac:spMkLst>
            <pc:docMk/>
            <pc:sldMk cId="0" sldId="259"/>
            <ac:spMk id="152" creationId="{00000000-0000-0000-0000-000000000000}"/>
          </ac:spMkLst>
        </pc:spChg>
        <pc:spChg chg="mod">
          <ac:chgData name="Dr Tang Tiong Yew" userId="d4cf7b25-fa29-42fb-8c85-116012af6c9b" providerId="ADAL" clId="{DB390E62-7A94-4CCA-AFD3-92E070E42534}" dt="2026-09-29T05:19:10.727" v="153" actId="6549"/>
          <ac:spMkLst>
            <pc:docMk/>
            <pc:sldMk cId="0" sldId="259"/>
            <ac:spMk id="155" creationId="{00000000-0000-0000-0000-000000000000}"/>
          </ac:spMkLst>
        </pc:spChg>
        <pc:spChg chg="mod">
          <ac:chgData name="Dr Tang Tiong Yew" userId="d4cf7b25-fa29-42fb-8c85-116012af6c9b" providerId="ADAL" clId="{DB390E62-7A94-4CCA-AFD3-92E070E42534}" dt="2026-09-29T05:20:31.779" v="173" actId="6549"/>
          <ac:spMkLst>
            <pc:docMk/>
            <pc:sldMk cId="0" sldId="259"/>
            <ac:spMk id="157" creationId="{00000000-0000-0000-0000-000000000000}"/>
          </ac:spMkLst>
        </pc:spChg>
        <pc:spChg chg="mod">
          <ac:chgData name="Dr Tang Tiong Yew" userId="d4cf7b25-fa29-42fb-8c85-116012af6c9b" providerId="ADAL" clId="{DB390E62-7A94-4CCA-AFD3-92E070E42534}" dt="2026-09-29T05:19:37.249" v="157" actId="20577"/>
          <ac:spMkLst>
            <pc:docMk/>
            <pc:sldMk cId="0" sldId="259"/>
            <ac:spMk id="159" creationId="{00000000-0000-0000-0000-000000000000}"/>
          </ac:spMkLst>
        </pc:spChg>
        <pc:spChg chg="mod">
          <ac:chgData name="Dr Tang Tiong Yew" userId="d4cf7b25-fa29-42fb-8c85-116012af6c9b" providerId="ADAL" clId="{DB390E62-7A94-4CCA-AFD3-92E070E42534}" dt="2026-09-29T05:19:14.072" v="154" actId="6549"/>
          <ac:spMkLst>
            <pc:docMk/>
            <pc:sldMk cId="0" sldId="259"/>
            <ac:spMk id="161" creationId="{00000000-0000-0000-0000-000000000000}"/>
          </ac:spMkLst>
        </pc:spChg>
        <pc:spChg chg="mod">
          <ac:chgData name="Dr Tang Tiong Yew" userId="d4cf7b25-fa29-42fb-8c85-116012af6c9b" providerId="ADAL" clId="{DB390E62-7A94-4CCA-AFD3-92E070E42534}" dt="2026-09-29T05:20:37.918" v="175" actId="6549"/>
          <ac:spMkLst>
            <pc:docMk/>
            <pc:sldMk cId="0" sldId="259"/>
            <ac:spMk id="163" creationId="{00000000-0000-0000-0000-000000000000}"/>
          </ac:spMkLst>
        </pc:spChg>
        <pc:spChg chg="mod">
          <ac:chgData name="Dr Tang Tiong Yew" userId="d4cf7b25-fa29-42fb-8c85-116012af6c9b" providerId="ADAL" clId="{DB390E62-7A94-4CCA-AFD3-92E070E42534}" dt="2026-09-29T05:19:16.845" v="155" actId="6549"/>
          <ac:spMkLst>
            <pc:docMk/>
            <pc:sldMk cId="0" sldId="259"/>
            <ac:spMk id="166" creationId="{00000000-0000-0000-0000-000000000000}"/>
          </ac:spMkLst>
        </pc:spChg>
        <pc:spChg chg="mod">
          <ac:chgData name="Dr Tang Tiong Yew" userId="d4cf7b25-fa29-42fb-8c85-116012af6c9b" providerId="ADAL" clId="{DB390E62-7A94-4CCA-AFD3-92E070E42534}" dt="2026-09-29T05:20:39.696" v="176" actId="6549"/>
          <ac:spMkLst>
            <pc:docMk/>
            <pc:sldMk cId="0" sldId="259"/>
            <ac:spMk id="168" creationId="{00000000-0000-0000-0000-000000000000}"/>
          </ac:spMkLst>
        </pc:spChg>
        <pc:spChg chg="mod">
          <ac:chgData name="Dr Tang Tiong Yew" userId="d4cf7b25-fa29-42fb-8c85-116012af6c9b" providerId="ADAL" clId="{DB390E62-7A94-4CCA-AFD3-92E070E42534}" dt="2026-09-29T05:20:35.632" v="174" actId="6549"/>
          <ac:spMkLst>
            <pc:docMk/>
            <pc:sldMk cId="0" sldId="259"/>
            <ac:spMk id="170" creationId="{00000000-0000-0000-0000-000000000000}"/>
          </ac:spMkLst>
        </pc:spChg>
        <pc:spChg chg="mod">
          <ac:chgData name="Dr Tang Tiong Yew" userId="d4cf7b25-fa29-42fb-8c85-116012af6c9b" providerId="ADAL" clId="{DB390E62-7A94-4CCA-AFD3-92E070E42534}" dt="2026-09-29T05:19:45.515" v="159" actId="20577"/>
          <ac:spMkLst>
            <pc:docMk/>
            <pc:sldMk cId="0" sldId="259"/>
            <ac:spMk id="171" creationId="{00000000-0000-0000-0000-000000000000}"/>
          </ac:spMkLst>
        </pc:spChg>
        <pc:spChg chg="mod">
          <ac:chgData name="Dr Tang Tiong Yew" userId="d4cf7b25-fa29-42fb-8c85-116012af6c9b" providerId="ADAL" clId="{DB390E62-7A94-4CCA-AFD3-92E070E42534}" dt="2026-09-29T05:19:53.446" v="162" actId="20577"/>
          <ac:spMkLst>
            <pc:docMk/>
            <pc:sldMk cId="0" sldId="259"/>
            <ac:spMk id="173" creationId="{00000000-0000-0000-0000-000000000000}"/>
          </ac:spMkLst>
        </pc:spChg>
        <pc:spChg chg="mod">
          <ac:chgData name="Dr Tang Tiong Yew" userId="d4cf7b25-fa29-42fb-8c85-116012af6c9b" providerId="ADAL" clId="{DB390E62-7A94-4CCA-AFD3-92E070E42534}" dt="2026-09-29T05:20:44.754" v="184" actId="20577"/>
          <ac:spMkLst>
            <pc:docMk/>
            <pc:sldMk cId="0" sldId="259"/>
            <ac:spMk id="175" creationId="{00000000-0000-0000-0000-000000000000}"/>
          </ac:spMkLst>
        </pc:spChg>
        <pc:spChg chg="mod">
          <ac:chgData name="Dr Tang Tiong Yew" userId="d4cf7b25-fa29-42fb-8c85-116012af6c9b" providerId="ADAL" clId="{DB390E62-7A94-4CCA-AFD3-92E070E42534}" dt="2026-09-29T05:19:48.021" v="160" actId="20577"/>
          <ac:spMkLst>
            <pc:docMk/>
            <pc:sldMk cId="0" sldId="259"/>
            <ac:spMk id="177" creationId="{00000000-0000-0000-0000-000000000000}"/>
          </ac:spMkLst>
        </pc:spChg>
        <pc:spChg chg="mod">
          <ac:chgData name="Dr Tang Tiong Yew" userId="d4cf7b25-fa29-42fb-8c85-116012af6c9b" providerId="ADAL" clId="{DB390E62-7A94-4CCA-AFD3-92E070E42534}" dt="2026-09-29T05:19:54.810" v="163" actId="20577"/>
          <ac:spMkLst>
            <pc:docMk/>
            <pc:sldMk cId="0" sldId="259"/>
            <ac:spMk id="179" creationId="{00000000-0000-0000-0000-000000000000}"/>
          </ac:spMkLst>
        </pc:spChg>
        <pc:spChg chg="mod">
          <ac:chgData name="Dr Tang Tiong Yew" userId="d4cf7b25-fa29-42fb-8c85-116012af6c9b" providerId="ADAL" clId="{DB390E62-7A94-4CCA-AFD3-92E070E42534}" dt="2026-09-29T05:20:47" v="192" actId="20577"/>
          <ac:spMkLst>
            <pc:docMk/>
            <pc:sldMk cId="0" sldId="259"/>
            <ac:spMk id="181" creationId="{00000000-0000-0000-0000-000000000000}"/>
          </ac:spMkLst>
        </pc:spChg>
        <pc:spChg chg="mod">
          <ac:chgData name="Dr Tang Tiong Yew" userId="d4cf7b25-fa29-42fb-8c85-116012af6c9b" providerId="ADAL" clId="{DB390E62-7A94-4CCA-AFD3-92E070E42534}" dt="2026-09-29T05:20:00.833" v="164" actId="6549"/>
          <ac:spMkLst>
            <pc:docMk/>
            <pc:sldMk cId="0" sldId="259"/>
            <ac:spMk id="184" creationId="{00000000-0000-0000-0000-000000000000}"/>
          </ac:spMkLst>
        </pc:spChg>
        <pc:spChg chg="mod">
          <ac:chgData name="Dr Tang Tiong Yew" userId="d4cf7b25-fa29-42fb-8c85-116012af6c9b" providerId="ADAL" clId="{DB390E62-7A94-4CCA-AFD3-92E070E42534}" dt="2026-09-29T05:20:49.226" v="200" actId="20577"/>
          <ac:spMkLst>
            <pc:docMk/>
            <pc:sldMk cId="0" sldId="259"/>
            <ac:spMk id="186" creationId="{00000000-0000-0000-0000-000000000000}"/>
          </ac:spMkLst>
        </pc:spChg>
        <pc:spChg chg="mod">
          <ac:chgData name="Dr Tang Tiong Yew" userId="d4cf7b25-fa29-42fb-8c85-116012af6c9b" providerId="ADAL" clId="{DB390E62-7A94-4CCA-AFD3-92E070E42534}" dt="2026-09-29T05:19:50.230" v="161" actId="20577"/>
          <ac:spMkLst>
            <pc:docMk/>
            <pc:sldMk cId="0" sldId="259"/>
            <ac:spMk id="188" creationId="{00000000-0000-0000-0000-000000000000}"/>
          </ac:spMkLst>
        </pc:spChg>
        <pc:spChg chg="mod">
          <ac:chgData name="Dr Tang Tiong Yew" userId="d4cf7b25-fa29-42fb-8c85-116012af6c9b" providerId="ADAL" clId="{DB390E62-7A94-4CCA-AFD3-92E070E42534}" dt="2026-09-29T05:20:03.770" v="165" actId="6549"/>
          <ac:spMkLst>
            <pc:docMk/>
            <pc:sldMk cId="0" sldId="259"/>
            <ac:spMk id="190" creationId="{00000000-0000-0000-0000-000000000000}"/>
          </ac:spMkLst>
        </pc:spChg>
        <pc:spChg chg="mod">
          <ac:chgData name="Dr Tang Tiong Yew" userId="d4cf7b25-fa29-42fb-8c85-116012af6c9b" providerId="ADAL" clId="{DB390E62-7A94-4CCA-AFD3-92E070E42534}" dt="2026-09-29T05:20:51.409" v="201" actId="20577"/>
          <ac:spMkLst>
            <pc:docMk/>
            <pc:sldMk cId="0" sldId="259"/>
            <ac:spMk id="192" creationId="{00000000-0000-0000-0000-000000000000}"/>
          </ac:spMkLst>
        </pc:spChg>
        <pc:spChg chg="mod">
          <ac:chgData name="Dr Tang Tiong Yew" userId="d4cf7b25-fa29-42fb-8c85-116012af6c9b" providerId="ADAL" clId="{DB390E62-7A94-4CCA-AFD3-92E070E42534}" dt="2026-09-29T05:20:06.357" v="166" actId="6549"/>
          <ac:spMkLst>
            <pc:docMk/>
            <pc:sldMk cId="0" sldId="259"/>
            <ac:spMk id="195" creationId="{00000000-0000-0000-0000-000000000000}"/>
          </ac:spMkLst>
        </pc:spChg>
        <pc:spChg chg="mod">
          <ac:chgData name="Dr Tang Tiong Yew" userId="d4cf7b25-fa29-42fb-8c85-116012af6c9b" providerId="ADAL" clId="{DB390E62-7A94-4CCA-AFD3-92E070E42534}" dt="2026-09-29T05:20:52.988" v="202" actId="20577"/>
          <ac:spMkLst>
            <pc:docMk/>
            <pc:sldMk cId="0" sldId="259"/>
            <ac:spMk id="197" creationId="{00000000-0000-0000-0000-000000000000}"/>
          </ac:spMkLst>
        </pc:spChg>
        <pc:spChg chg="mod">
          <ac:chgData name="Dr Tang Tiong Yew" userId="d4cf7b25-fa29-42fb-8c85-116012af6c9b" providerId="ADAL" clId="{DB390E62-7A94-4CCA-AFD3-92E070E42534}" dt="2026-09-29T05:21:25.422" v="214" actId="20577"/>
          <ac:spMkLst>
            <pc:docMk/>
            <pc:sldMk cId="0" sldId="259"/>
            <ac:spMk id="199" creationId="{00000000-0000-0000-0000-000000000000}"/>
          </ac:spMkLst>
        </pc:spChg>
        <pc:spChg chg="mod">
          <ac:chgData name="Dr Tang Tiong Yew" userId="d4cf7b25-fa29-42fb-8c85-116012af6c9b" providerId="ADAL" clId="{DB390E62-7A94-4CCA-AFD3-92E070E42534}" dt="2026-09-29T05:20:09.156" v="167" actId="6549"/>
          <ac:spMkLst>
            <pc:docMk/>
            <pc:sldMk cId="0" sldId="259"/>
            <ac:spMk id="201" creationId="{00000000-0000-0000-0000-000000000000}"/>
          </ac:spMkLst>
        </pc:spChg>
        <pc:spChg chg="mod">
          <ac:chgData name="Dr Tang Tiong Yew" userId="d4cf7b25-fa29-42fb-8c85-116012af6c9b" providerId="ADAL" clId="{DB390E62-7A94-4CCA-AFD3-92E070E42534}" dt="2026-09-29T05:20:54.261" v="203" actId="20577"/>
          <ac:spMkLst>
            <pc:docMk/>
            <pc:sldMk cId="0" sldId="259"/>
            <ac:spMk id="203" creationId="{00000000-0000-0000-0000-000000000000}"/>
          </ac:spMkLst>
        </pc:spChg>
        <pc:spChg chg="mod">
          <ac:chgData name="Dr Tang Tiong Yew" userId="d4cf7b25-fa29-42fb-8c85-116012af6c9b" providerId="ADAL" clId="{DB390E62-7A94-4CCA-AFD3-92E070E42534}" dt="2026-09-29T05:21:04.735" v="206" actId="6549"/>
          <ac:spMkLst>
            <pc:docMk/>
            <pc:sldMk cId="0" sldId="259"/>
            <ac:spMk id="205" creationId="{00000000-0000-0000-0000-000000000000}"/>
          </ac:spMkLst>
        </pc:spChg>
        <pc:spChg chg="mod">
          <ac:chgData name="Dr Tang Tiong Yew" userId="d4cf7b25-fa29-42fb-8c85-116012af6c9b" providerId="ADAL" clId="{DB390E62-7A94-4CCA-AFD3-92E070E42534}" dt="2026-09-29T05:20:10.950" v="168" actId="6549"/>
          <ac:spMkLst>
            <pc:docMk/>
            <pc:sldMk cId="0" sldId="259"/>
            <ac:spMk id="207" creationId="{00000000-0000-0000-0000-000000000000}"/>
          </ac:spMkLst>
        </pc:spChg>
        <pc:spChg chg="mod">
          <ac:chgData name="Dr Tang Tiong Yew" userId="d4cf7b25-fa29-42fb-8c85-116012af6c9b" providerId="ADAL" clId="{DB390E62-7A94-4CCA-AFD3-92E070E42534}" dt="2026-09-29T05:20:55.394" v="204" actId="20577"/>
          <ac:spMkLst>
            <pc:docMk/>
            <pc:sldMk cId="0" sldId="259"/>
            <ac:spMk id="209" creationId="{00000000-0000-0000-0000-000000000000}"/>
          </ac:spMkLst>
        </pc:spChg>
        <pc:spChg chg="mod">
          <ac:chgData name="Dr Tang Tiong Yew" userId="d4cf7b25-fa29-42fb-8c85-116012af6c9b" providerId="ADAL" clId="{DB390E62-7A94-4CCA-AFD3-92E070E42534}" dt="2026-09-29T05:20:12.394" v="169" actId="6549"/>
          <ac:spMkLst>
            <pc:docMk/>
            <pc:sldMk cId="0" sldId="259"/>
            <ac:spMk id="212" creationId="{00000000-0000-0000-0000-000000000000}"/>
          </ac:spMkLst>
        </pc:spChg>
        <pc:spChg chg="mod">
          <ac:chgData name="Dr Tang Tiong Yew" userId="d4cf7b25-fa29-42fb-8c85-116012af6c9b" providerId="ADAL" clId="{DB390E62-7A94-4CCA-AFD3-92E070E42534}" dt="2026-09-29T05:20:59.059" v="205" actId="20577"/>
          <ac:spMkLst>
            <pc:docMk/>
            <pc:sldMk cId="0" sldId="259"/>
            <ac:spMk id="214" creationId="{00000000-0000-0000-0000-000000000000}"/>
          </ac:spMkLst>
        </pc:spChg>
        <pc:spChg chg="mod">
          <ac:chgData name="Dr Tang Tiong Yew" userId="d4cf7b25-fa29-42fb-8c85-116012af6c9b" providerId="ADAL" clId="{DB390E62-7A94-4CCA-AFD3-92E070E42534}" dt="2026-09-29T05:21:08.751" v="207" actId="6549"/>
          <ac:spMkLst>
            <pc:docMk/>
            <pc:sldMk cId="0" sldId="259"/>
            <ac:spMk id="216" creationId="{00000000-0000-0000-0000-000000000000}"/>
          </ac:spMkLst>
        </pc:spChg>
        <pc:picChg chg="del">
          <ac:chgData name="Dr Tang Tiong Yew" userId="d4cf7b25-fa29-42fb-8c85-116012af6c9b" providerId="ADAL" clId="{DB390E62-7A94-4CCA-AFD3-92E070E42534}" dt="2026-09-29T03:56:57.257" v="30" actId="478"/>
          <ac:picMkLst>
            <pc:docMk/>
            <pc:sldMk cId="0" sldId="259"/>
            <ac:picMk id="130" creationId="{00000000-0000-0000-0000-000000000000}"/>
          </ac:picMkLst>
        </pc:picChg>
        <pc:picChg chg="add del">
          <ac:chgData name="Dr Tang Tiong Yew" userId="d4cf7b25-fa29-42fb-8c85-116012af6c9b" providerId="ADAL" clId="{DB390E62-7A94-4CCA-AFD3-92E070E42534}" dt="2026-09-29T03:56:54.943" v="29" actId="478"/>
          <ac:picMkLst>
            <pc:docMk/>
            <pc:sldMk cId="0" sldId="259"/>
            <ac:picMk id="226" creationId="{65635BA4-1B8A-E4BB-9CF1-D42DC3215AF3}"/>
          </ac:picMkLst>
        </pc:picChg>
        <pc:picChg chg="add">
          <ac:chgData name="Dr Tang Tiong Yew" userId="d4cf7b25-fa29-42fb-8c85-116012af6c9b" providerId="ADAL" clId="{DB390E62-7A94-4CCA-AFD3-92E070E42534}" dt="2026-09-29T03:56:57.728" v="31" actId="22"/>
          <ac:picMkLst>
            <pc:docMk/>
            <pc:sldMk cId="0" sldId="259"/>
            <ac:picMk id="228" creationId="{79BA76FE-B8B5-705C-5F5B-18BB82D55FDE}"/>
          </ac:picMkLst>
        </pc:picChg>
      </pc:sldChg>
      <pc:sldChg chg="addSp delSp modSp mod">
        <pc:chgData name="Dr Tang Tiong Yew" userId="d4cf7b25-fa29-42fb-8c85-116012af6c9b" providerId="ADAL" clId="{DB390E62-7A94-4CCA-AFD3-92E070E42534}" dt="2026-09-29T03:56:32.896" v="27" actId="20577"/>
        <pc:sldMkLst>
          <pc:docMk/>
          <pc:sldMk cId="0" sldId="260"/>
        </pc:sldMkLst>
        <pc:spChg chg="mod">
          <ac:chgData name="Dr Tang Tiong Yew" userId="d4cf7b25-fa29-42fb-8c85-116012af6c9b" providerId="ADAL" clId="{DB390E62-7A94-4CCA-AFD3-92E070E42534}" dt="2026-09-29T03:56:25.222" v="20" actId="14100"/>
          <ac:spMkLst>
            <pc:docMk/>
            <pc:sldMk cId="0" sldId="260"/>
            <ac:spMk id="39" creationId="{00000000-0000-0000-0000-000000000000}"/>
          </ac:spMkLst>
        </pc:spChg>
        <pc:spChg chg="mod">
          <ac:chgData name="Dr Tang Tiong Yew" userId="d4cf7b25-fa29-42fb-8c85-116012af6c9b" providerId="ADAL" clId="{DB390E62-7A94-4CCA-AFD3-92E070E42534}" dt="2026-09-29T03:56:32.896" v="27" actId="20577"/>
          <ac:spMkLst>
            <pc:docMk/>
            <pc:sldMk cId="0" sldId="260"/>
            <ac:spMk id="52" creationId="{00000000-0000-0000-0000-000000000000}"/>
          </ac:spMkLst>
        </pc:spChg>
        <pc:picChg chg="del">
          <ac:chgData name="Dr Tang Tiong Yew" userId="d4cf7b25-fa29-42fb-8c85-116012af6c9b" providerId="ADAL" clId="{DB390E62-7A94-4CCA-AFD3-92E070E42534}" dt="2026-09-29T03:56:16.679" v="17" actId="478"/>
          <ac:picMkLst>
            <pc:docMk/>
            <pc:sldMk cId="0" sldId="260"/>
            <ac:picMk id="41" creationId="{00000000-0000-0000-0000-000000000000}"/>
          </ac:picMkLst>
        </pc:picChg>
        <pc:picChg chg="add">
          <ac:chgData name="Dr Tang Tiong Yew" userId="d4cf7b25-fa29-42fb-8c85-116012af6c9b" providerId="ADAL" clId="{DB390E62-7A94-4CCA-AFD3-92E070E42534}" dt="2026-09-29T03:56:17.041" v="18" actId="22"/>
          <ac:picMkLst>
            <pc:docMk/>
            <pc:sldMk cId="0" sldId="260"/>
            <ac:picMk id="54" creationId="{576BECCE-2597-1573-AA48-07B96825F9FD}"/>
          </ac:picMkLst>
        </pc:picChg>
      </pc:sldChg>
      <pc:sldChg chg="addSp delSp modSp mod">
        <pc:chgData name="Dr Tang Tiong Yew" userId="d4cf7b25-fa29-42fb-8c85-116012af6c9b" providerId="ADAL" clId="{DB390E62-7A94-4CCA-AFD3-92E070E42534}" dt="2026-09-29T05:17:40.701" v="143"/>
        <pc:sldMkLst>
          <pc:docMk/>
          <pc:sldMk cId="0" sldId="261"/>
        </pc:sldMkLst>
        <pc:spChg chg="mod">
          <ac:chgData name="Dr Tang Tiong Yew" userId="d4cf7b25-fa29-42fb-8c85-116012af6c9b" providerId="ADAL" clId="{DB390E62-7A94-4CCA-AFD3-92E070E42534}" dt="2026-09-29T03:56:45.494" v="28" actId="14100"/>
          <ac:spMkLst>
            <pc:docMk/>
            <pc:sldMk cId="0" sldId="261"/>
            <ac:spMk id="40" creationId="{00000000-0000-0000-0000-000000000000}"/>
          </ac:spMkLst>
        </pc:spChg>
        <pc:spChg chg="mod">
          <ac:chgData name="Dr Tang Tiong Yew" userId="d4cf7b25-fa29-42fb-8c85-116012af6c9b" providerId="ADAL" clId="{DB390E62-7A94-4CCA-AFD3-92E070E42534}" dt="2026-09-29T05:16:40.776" v="112" actId="20577"/>
          <ac:spMkLst>
            <pc:docMk/>
            <pc:sldMk cId="0" sldId="261"/>
            <ac:spMk id="48" creationId="{00000000-0000-0000-0000-000000000000}"/>
          </ac:spMkLst>
        </pc:spChg>
        <pc:spChg chg="mod">
          <ac:chgData name="Dr Tang Tiong Yew" userId="d4cf7b25-fa29-42fb-8c85-116012af6c9b" providerId="ADAL" clId="{DB390E62-7A94-4CCA-AFD3-92E070E42534}" dt="2026-09-29T05:15:31.415" v="95"/>
          <ac:spMkLst>
            <pc:docMk/>
            <pc:sldMk cId="0" sldId="261"/>
            <ac:spMk id="49" creationId="{00000000-0000-0000-0000-000000000000}"/>
          </ac:spMkLst>
        </pc:spChg>
        <pc:spChg chg="mod">
          <ac:chgData name="Dr Tang Tiong Yew" userId="d4cf7b25-fa29-42fb-8c85-116012af6c9b" providerId="ADAL" clId="{DB390E62-7A94-4CCA-AFD3-92E070E42534}" dt="2026-09-29T05:16:45.336" v="121" actId="20577"/>
          <ac:spMkLst>
            <pc:docMk/>
            <pc:sldMk cId="0" sldId="261"/>
            <ac:spMk id="50" creationId="{00000000-0000-0000-0000-000000000000}"/>
          </ac:spMkLst>
        </pc:spChg>
        <pc:spChg chg="add mod">
          <ac:chgData name="Dr Tang Tiong Yew" userId="d4cf7b25-fa29-42fb-8c85-116012af6c9b" providerId="ADAL" clId="{DB390E62-7A94-4CCA-AFD3-92E070E42534}" dt="2026-09-29T05:16:49.310" v="130" actId="20577"/>
          <ac:spMkLst>
            <pc:docMk/>
            <pc:sldMk cId="0" sldId="261"/>
            <ac:spMk id="57" creationId="{7D863728-07DB-DBD0-CCF5-A21F8F4E5CFB}"/>
          </ac:spMkLst>
        </pc:spChg>
        <pc:spChg chg="add mod">
          <ac:chgData name="Dr Tang Tiong Yew" userId="d4cf7b25-fa29-42fb-8c85-116012af6c9b" providerId="ADAL" clId="{DB390E62-7A94-4CCA-AFD3-92E070E42534}" dt="2026-09-29T05:17:40.701" v="143"/>
          <ac:spMkLst>
            <pc:docMk/>
            <pc:sldMk cId="0" sldId="261"/>
            <ac:spMk id="59" creationId="{D4E2DE78-299F-1B84-4169-6CC1F2EADAE5}"/>
          </ac:spMkLst>
        </pc:spChg>
        <pc:picChg chg="del">
          <ac:chgData name="Dr Tang Tiong Yew" userId="d4cf7b25-fa29-42fb-8c85-116012af6c9b" providerId="ADAL" clId="{DB390E62-7A94-4CCA-AFD3-92E070E42534}" dt="2026-09-29T03:57:04.148" v="32" actId="478"/>
          <ac:picMkLst>
            <pc:docMk/>
            <pc:sldMk cId="0" sldId="261"/>
            <ac:picMk id="42" creationId="{00000000-0000-0000-0000-000000000000}"/>
          </ac:picMkLst>
        </pc:picChg>
        <pc:picChg chg="add">
          <ac:chgData name="Dr Tang Tiong Yew" userId="d4cf7b25-fa29-42fb-8c85-116012af6c9b" providerId="ADAL" clId="{DB390E62-7A94-4CCA-AFD3-92E070E42534}" dt="2026-09-29T03:57:04.619" v="33" actId="22"/>
          <ac:picMkLst>
            <pc:docMk/>
            <pc:sldMk cId="0" sldId="261"/>
            <ac:picMk id="55" creationId="{DE68FEAE-7C0A-828C-6A24-1F9A863CA932}"/>
          </ac:picMkLst>
        </pc:picChg>
      </pc:sldChg>
      <pc:sldChg chg="addSp delSp mod">
        <pc:chgData name="Dr Tang Tiong Yew" userId="d4cf7b25-fa29-42fb-8c85-116012af6c9b" providerId="ADAL" clId="{DB390E62-7A94-4CCA-AFD3-92E070E42534}" dt="2026-09-29T03:57:10.212" v="35" actId="22"/>
        <pc:sldMkLst>
          <pc:docMk/>
          <pc:sldMk cId="0" sldId="262"/>
        </pc:sldMkLst>
        <pc:picChg chg="del">
          <ac:chgData name="Dr Tang Tiong Yew" userId="d4cf7b25-fa29-42fb-8c85-116012af6c9b" providerId="ADAL" clId="{DB390E62-7A94-4CCA-AFD3-92E070E42534}" dt="2026-09-29T03:57:09.858" v="34" actId="478"/>
          <ac:picMkLst>
            <pc:docMk/>
            <pc:sldMk cId="0" sldId="262"/>
            <ac:picMk id="38" creationId="{00000000-0000-0000-0000-000000000000}"/>
          </ac:picMkLst>
        </pc:picChg>
        <pc:picChg chg="add">
          <ac:chgData name="Dr Tang Tiong Yew" userId="d4cf7b25-fa29-42fb-8c85-116012af6c9b" providerId="ADAL" clId="{DB390E62-7A94-4CCA-AFD3-92E070E42534}" dt="2026-09-29T03:57:10.212" v="35" actId="22"/>
          <ac:picMkLst>
            <pc:docMk/>
            <pc:sldMk cId="0" sldId="262"/>
            <ac:picMk id="53" creationId="{FCC7F5FC-98FD-C6F5-5A64-27DC482F7E5F}"/>
          </ac:picMkLst>
        </pc:picChg>
      </pc:sldChg>
      <pc:sldChg chg="modSp mod">
        <pc:chgData name="Dr Tang Tiong Yew" userId="d4cf7b25-fa29-42fb-8c85-116012af6c9b" providerId="ADAL" clId="{DB390E62-7A94-4CCA-AFD3-92E070E42534}" dt="2026-09-29T03:57:24.982" v="58" actId="20577"/>
        <pc:sldMkLst>
          <pc:docMk/>
          <pc:sldMk cId="0" sldId="263"/>
        </pc:sldMkLst>
        <pc:spChg chg="mod">
          <ac:chgData name="Dr Tang Tiong Yew" userId="d4cf7b25-fa29-42fb-8c85-116012af6c9b" providerId="ADAL" clId="{DB390E62-7A94-4CCA-AFD3-92E070E42534}" dt="2026-09-29T03:57:24.982" v="58" actId="20577"/>
          <ac:spMkLst>
            <pc:docMk/>
            <pc:sldMk cId="0" sldId="263"/>
            <ac:spMk id="4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760073" cy="324004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35862" y="1709649"/>
            <a:ext cx="1587500" cy="193292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35862" y="1709646"/>
            <a:ext cx="1587500" cy="206885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35862" y="1709646"/>
            <a:ext cx="1587500" cy="220474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35862" y="1709647"/>
            <a:ext cx="1587500" cy="234062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35862" y="1709648"/>
            <a:ext cx="1587500" cy="247650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5862" y="1709648"/>
            <a:ext cx="1587500" cy="261242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5862" y="1709648"/>
            <a:ext cx="1587500" cy="261242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5862" y="1709648"/>
            <a:ext cx="1587500" cy="261242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59988" cy="3239998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5158" y="88661"/>
            <a:ext cx="575974" cy="20611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61225" y="918848"/>
            <a:ext cx="5324170" cy="40674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66" b="1">
                <a:solidFill>
                  <a:srgbClr val="003373"/>
                </a:solidFill>
                <a:latin typeface="Josefin Sans"/>
              </a:rPr>
              <a:t>Briefing for Semester 2026 September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225" y="1255046"/>
            <a:ext cx="5324170" cy="21474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5A7D"/>
                </a:solidFill>
                <a:latin typeface="Josefin Sans"/>
              </a:rPr>
              <a:t>CSC3034 Computational Intelligence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225" y="1740729"/>
            <a:ext cx="5324170" cy="21474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Josefin Sans"/>
              </a:rPr>
              <a:t>Dr Richard Wong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40680" y="3150917"/>
            <a:ext cx="844715" cy="11766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 with 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78690" y="3150693"/>
            <a:ext cx="106705" cy="11766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262" y="1728317"/>
            <a:ext cx="5324133" cy="1968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D3361"/>
                </a:solidFill>
                <a:latin typeface="Arial"/>
              </a:rPr>
              <a:t>Dr Tang Tiong Yew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262" y="1741906"/>
            <a:ext cx="5324133" cy="1968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D3361"/>
                </a:solidFill>
                <a:latin typeface="Arial"/>
              </a:rPr>
              <a:t>Dr Tang Tiong Yew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262" y="1755495"/>
            <a:ext cx="5324133" cy="1968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D3361"/>
                </a:solidFill>
                <a:latin typeface="Arial"/>
              </a:rPr>
              <a:t>Dr Tang Tiong Yew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262" y="1769084"/>
            <a:ext cx="5324133" cy="1968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D3361"/>
                </a:solidFill>
                <a:latin typeface="Arial"/>
              </a:rPr>
              <a:t>Dr Tang Tiong Yew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262" y="1782673"/>
            <a:ext cx="5324133" cy="1968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D3361"/>
                </a:solidFill>
                <a:latin typeface="Arial"/>
              </a:rPr>
              <a:t>Dr Tang Tiong Yew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1262" y="1796262"/>
            <a:ext cx="5324133" cy="1968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D3361"/>
                </a:solidFill>
                <a:latin typeface="Arial"/>
              </a:rPr>
              <a:t>Dr Tang Tiong Yew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262" y="1796262"/>
            <a:ext cx="5324133" cy="1968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D3361"/>
                </a:solidFill>
                <a:latin typeface="Arial"/>
              </a:rPr>
              <a:t>Dr Tang Tiong Yew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262" y="1796262"/>
            <a:ext cx="5324133" cy="1968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D3361"/>
                </a:solidFill>
                <a:latin typeface="Arial"/>
              </a:rPr>
              <a:t>Dr Tang Tiong Yew</a:t>
            </a:r>
          </a:p>
        </p:txBody>
      </p:sp>
      <p:pic>
        <p:nvPicPr>
          <p:cNvPr id="30" name="Picture 29" descr="Sunway University: Ranking, Fees &amp; Courses">
            <a:extLst>
              <a:ext uri="{FF2B5EF4-FFF2-40B4-BE49-F238E27FC236}">
                <a16:creationId xmlns:a16="http://schemas.microsoft.com/office/drawing/2014/main" id="{1091DE24-83CB-F3E1-7FFC-2986C48F81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0328" y="0"/>
            <a:ext cx="575974" cy="34558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1" y="3151099"/>
            <a:ext cx="2870177" cy="88899"/>
          </a:xfrm>
          <a:prstGeom prst="rect">
            <a:avLst/>
          </a:prstGeom>
          <a:solidFill>
            <a:srgbClr val="0D33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870219" y="3151099"/>
            <a:ext cx="2889227" cy="88899"/>
          </a:xfrm>
          <a:prstGeom prst="rect">
            <a:avLst/>
          </a:prstGeom>
          <a:solidFill>
            <a:srgbClr val="1AA6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77840" y="176020"/>
            <a:ext cx="5607514" cy="354327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99" b="1">
                <a:solidFill>
                  <a:srgbClr val="914300"/>
                </a:solidFill>
                <a:latin typeface="Arial"/>
              </a:rPr>
              <a:t>My info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32025" y="1093969"/>
            <a:ext cx="3753328" cy="275587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99" b="1">
                <a:solidFill>
                  <a:srgbClr val="0D3361"/>
                </a:solidFill>
                <a:latin typeface="Arial"/>
              </a:rPr>
              <a:t>Dr Tang Tiong Yew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09730" y="1515034"/>
            <a:ext cx="4375623" cy="21653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9" b="0">
                <a:solidFill>
                  <a:srgbClr val="1F1F1F"/>
                </a:solidFill>
                <a:latin typeface="Arial"/>
              </a:rPr>
              <a:t>Current contact details are available on the CSC3034 course site.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59024" y="1872536"/>
            <a:ext cx="3626329" cy="17716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9" b="0" dirty="0">
                <a:solidFill>
                  <a:srgbClr val="1F1F1F"/>
                </a:solidFill>
                <a:latin typeface="Arial"/>
              </a:rPr>
              <a:t>Department of Computing and Information Systems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59993" y="1875231"/>
            <a:ext cx="2269972" cy="1897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2629979" y="1875231"/>
            <a:ext cx="677811" cy="18978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3307790" y="1875231"/>
            <a:ext cx="697407" cy="18978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4005185" y="1875231"/>
            <a:ext cx="697407" cy="18978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4702593" y="1875231"/>
            <a:ext cx="697407" cy="189788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359993" y="2065020"/>
            <a:ext cx="2269972" cy="189788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2629979" y="2065020"/>
            <a:ext cx="677811" cy="1897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3307790" y="2065020"/>
            <a:ext cx="697407" cy="1897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4005185" y="2065020"/>
            <a:ext cx="697407" cy="1897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4702593" y="2065020"/>
            <a:ext cx="697407" cy="1897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359993" y="2254808"/>
            <a:ext cx="2269972" cy="189788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2629979" y="2254808"/>
            <a:ext cx="677811" cy="1897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3307790" y="2254808"/>
            <a:ext cx="697407" cy="1897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4005185" y="2254808"/>
            <a:ext cx="697407" cy="1897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4702593" y="2254808"/>
            <a:ext cx="697407" cy="1897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359993" y="2444597"/>
            <a:ext cx="2269972" cy="189788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2629979" y="2444597"/>
            <a:ext cx="677811" cy="1897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3307790" y="2444597"/>
            <a:ext cx="697407" cy="1897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4005185" y="2444597"/>
            <a:ext cx="697407" cy="1897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4702593" y="2444597"/>
            <a:ext cx="697407" cy="1897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359993" y="2634386"/>
            <a:ext cx="2269972" cy="189788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2629979" y="2634386"/>
            <a:ext cx="677811" cy="1897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3307790" y="2634386"/>
            <a:ext cx="697407" cy="1897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4005185" y="2634386"/>
            <a:ext cx="697407" cy="1897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4702593" y="2634386"/>
            <a:ext cx="697407" cy="1897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4" name="Picture 6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Learning Outcomes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59993" y="693284"/>
            <a:ext cx="5425402" cy="21474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By the end of the subject, the students would be able to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0057" y="907629"/>
            <a:ext cx="5325338" cy="21474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CLO1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implement appropriate CI-based solution on typical CI problems,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60057" y="1165744"/>
            <a:ext cx="5325339" cy="21474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CLO2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implement appropriate hybrid CI system to solve a computational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7094" y="1381586"/>
            <a:ext cx="5148301" cy="21474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0000"/>
                </a:solidFill>
                <a:latin typeface="Josefin Sans"/>
              </a:rPr>
              <a:t>problem, and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60056" y="1595931"/>
            <a:ext cx="5325339" cy="21474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0">
                <a:solidFill>
                  <a:srgbClr val="003373"/>
                </a:solidFill>
                <a:latin typeface="MSAM10"/>
              </a:rPr>
              <a:t>▶</a:t>
            </a:r>
            <a:r>
              <a:rPr sz="1090" b="1">
                <a:solidFill>
                  <a:srgbClr val="000000"/>
                </a:solidFill>
                <a:latin typeface="Josefin Sans"/>
              </a:rPr>
              <a:t>CLO3</a:t>
            </a:r>
            <a:r>
              <a:rPr sz="1090" b="0">
                <a:solidFill>
                  <a:srgbClr val="000000"/>
                </a:solidFill>
                <a:latin typeface="Josefin Sans"/>
              </a:rPr>
              <a:t> evaluate quality of CI solutions using appropriate performance metrics.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705886" y="1907059"/>
            <a:ext cx="3079509" cy="17650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FFFFFF"/>
                </a:solidFill>
                <a:latin typeface="Josefin Sans"/>
              </a:rPr>
              <a:t>Weightage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516147" y="1907059"/>
            <a:ext cx="2269249" cy="17650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FFFFFF"/>
                </a:solidFill>
                <a:latin typeface="Josefin Sans"/>
              </a:rPr>
              <a:t>CLO1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02607" y="1907059"/>
            <a:ext cx="1582788" cy="17650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FFFFFF"/>
                </a:solidFill>
                <a:latin typeface="Josefin Sans"/>
              </a:rPr>
              <a:t>CLO2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99278" y="1907059"/>
            <a:ext cx="886117" cy="17650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FFFFFF"/>
                </a:solidFill>
                <a:latin typeface="Josefin Sans"/>
              </a:rPr>
              <a:t>CLO3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58216" y="2119954"/>
            <a:ext cx="4979619" cy="17650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 dirty="0">
                <a:solidFill>
                  <a:srgbClr val="FFFFFF"/>
                </a:solidFill>
                <a:latin typeface="Josefin Sans"/>
              </a:rPr>
              <a:t>Group Assignment 1 (Fuzzy systems)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904769" y="2096848"/>
            <a:ext cx="2880627" cy="17650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20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609047" y="2073879"/>
            <a:ext cx="2176348" cy="17650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MSAM10"/>
              </a:rPr>
              <a:t>✓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58216" y="2318684"/>
            <a:ext cx="5064684" cy="17650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 dirty="0">
                <a:solidFill>
                  <a:srgbClr val="FFFFFF"/>
                </a:solidFill>
                <a:latin typeface="Josefin Sans"/>
              </a:rPr>
              <a:t>Group Assignment 2 (Hybrid systems)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915703" y="2286637"/>
            <a:ext cx="2869692" cy="17650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306442" y="2263668"/>
            <a:ext cx="1478953" cy="17650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MSAM10"/>
              </a:rPr>
              <a:t>✓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59993" y="2498192"/>
            <a:ext cx="5349481" cy="17650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 dirty="0">
                <a:solidFill>
                  <a:srgbClr val="FFFFFF"/>
                </a:solidFill>
                <a:latin typeface="Josefin Sans"/>
              </a:rPr>
              <a:t>Quiz (Hybrid systems, Performance metrics)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904769" y="2476426"/>
            <a:ext cx="2880627" cy="17650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20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306442" y="2453457"/>
            <a:ext cx="1478953" cy="17650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MSAM10"/>
              </a:rPr>
              <a:t>✓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003850" y="2453457"/>
            <a:ext cx="781545" cy="17650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MSAM10"/>
              </a:rPr>
              <a:t>✓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684298" y="2666214"/>
            <a:ext cx="4101097" cy="17650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FFFFFF"/>
                </a:solidFill>
                <a:latin typeface="Josefin Sans"/>
              </a:rPr>
              <a:t>Final Examination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903638" y="2666214"/>
            <a:ext cx="2881757" cy="17650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50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09047" y="2643245"/>
            <a:ext cx="2176348" cy="17650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MSAM10"/>
              </a:rPr>
              <a:t>✓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306442" y="2643245"/>
            <a:ext cx="1478953" cy="17650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MSAM10"/>
              </a:rPr>
              <a:t>✓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003850" y="2643245"/>
            <a:ext cx="781545" cy="17650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MSAM10"/>
              </a:rPr>
              <a:t>✓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940680" y="3150917"/>
            <a:ext cx="844715" cy="11766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 with 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663133" y="3150693"/>
            <a:ext cx="122263" cy="11766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3</a:t>
            </a:r>
          </a:p>
        </p:txBody>
      </p:sp>
      <p:pic>
        <p:nvPicPr>
          <p:cNvPr id="93" name="Picture 92" descr="Sunway University: Ranking, Fees &amp; Courses">
            <a:extLst>
              <a:ext uri="{FF2B5EF4-FFF2-40B4-BE49-F238E27FC236}">
                <a16:creationId xmlns:a16="http://schemas.microsoft.com/office/drawing/2014/main" id="{5D40D56D-CA11-59A8-AE2A-5A336D3F61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0328" y="0"/>
            <a:ext cx="575974" cy="34558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59993" y="744986"/>
            <a:ext cx="473644" cy="121919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833638" y="744986"/>
            <a:ext cx="1920948" cy="121919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2754595" y="744986"/>
            <a:ext cx="443450" cy="121919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3198037" y="744986"/>
            <a:ext cx="1047634" cy="121919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4245681" y="744986"/>
            <a:ext cx="1154561" cy="121919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359993" y="866905"/>
            <a:ext cx="175844" cy="1219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535847" y="866905"/>
            <a:ext cx="297800" cy="1219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833638" y="866905"/>
            <a:ext cx="1920948" cy="1219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2754595" y="866905"/>
            <a:ext cx="443450" cy="1219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3198037" y="866905"/>
            <a:ext cx="1047634" cy="1219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4245681" y="866905"/>
            <a:ext cx="1154561" cy="1219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359993" y="988815"/>
            <a:ext cx="175844" cy="12191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535847" y="988815"/>
            <a:ext cx="297800" cy="12191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833638" y="988815"/>
            <a:ext cx="1920948" cy="12191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2754595" y="988815"/>
            <a:ext cx="443450" cy="12191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3198037" y="988815"/>
            <a:ext cx="1047634" cy="12191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4245681" y="988815"/>
            <a:ext cx="1154561" cy="12191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359993" y="1110735"/>
            <a:ext cx="175844" cy="1219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535847" y="1110735"/>
            <a:ext cx="297800" cy="1219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833638" y="1110735"/>
            <a:ext cx="1920948" cy="1219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2754595" y="1110735"/>
            <a:ext cx="443450" cy="1219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3198037" y="1110735"/>
            <a:ext cx="1047634" cy="1219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4245681" y="1110735"/>
            <a:ext cx="1154561" cy="1219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359993" y="1232654"/>
            <a:ext cx="175844" cy="12191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535847" y="1232654"/>
            <a:ext cx="297800" cy="12191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833638" y="1232654"/>
            <a:ext cx="1920948" cy="12191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2754595" y="1232654"/>
            <a:ext cx="443450" cy="12191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3198037" y="1232654"/>
            <a:ext cx="1047634" cy="12191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ectangle 63"/>
          <p:cNvSpPr/>
          <p:nvPr/>
        </p:nvSpPr>
        <p:spPr>
          <a:xfrm>
            <a:off x="4245681" y="1232654"/>
            <a:ext cx="1154561" cy="12191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359993" y="1354564"/>
            <a:ext cx="175844" cy="1219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ectangle 65"/>
          <p:cNvSpPr/>
          <p:nvPr/>
        </p:nvSpPr>
        <p:spPr>
          <a:xfrm>
            <a:off x="535847" y="1354564"/>
            <a:ext cx="297800" cy="1219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angle 66"/>
          <p:cNvSpPr/>
          <p:nvPr/>
        </p:nvSpPr>
        <p:spPr>
          <a:xfrm>
            <a:off x="833638" y="1354564"/>
            <a:ext cx="1920948" cy="1219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ectangle 67"/>
          <p:cNvSpPr/>
          <p:nvPr/>
        </p:nvSpPr>
        <p:spPr>
          <a:xfrm>
            <a:off x="2754595" y="1354564"/>
            <a:ext cx="443450" cy="1219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/>
          <p:cNvSpPr/>
          <p:nvPr/>
        </p:nvSpPr>
        <p:spPr>
          <a:xfrm>
            <a:off x="3198037" y="1354564"/>
            <a:ext cx="1047634" cy="1219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Rectangle 69"/>
          <p:cNvSpPr/>
          <p:nvPr/>
        </p:nvSpPr>
        <p:spPr>
          <a:xfrm>
            <a:off x="4245681" y="1354564"/>
            <a:ext cx="1154561" cy="1219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ectangle 70"/>
          <p:cNvSpPr/>
          <p:nvPr/>
        </p:nvSpPr>
        <p:spPr>
          <a:xfrm>
            <a:off x="359993" y="1476483"/>
            <a:ext cx="175844" cy="12191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Rectangle 71"/>
          <p:cNvSpPr/>
          <p:nvPr/>
        </p:nvSpPr>
        <p:spPr>
          <a:xfrm>
            <a:off x="535847" y="1476483"/>
            <a:ext cx="297800" cy="12191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Rectangle 72"/>
          <p:cNvSpPr/>
          <p:nvPr/>
        </p:nvSpPr>
        <p:spPr>
          <a:xfrm>
            <a:off x="833638" y="1476483"/>
            <a:ext cx="1920948" cy="12191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Rectangle 73"/>
          <p:cNvSpPr/>
          <p:nvPr/>
        </p:nvSpPr>
        <p:spPr>
          <a:xfrm>
            <a:off x="2754595" y="1476483"/>
            <a:ext cx="443450" cy="12191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/>
          <p:cNvSpPr/>
          <p:nvPr/>
        </p:nvSpPr>
        <p:spPr>
          <a:xfrm>
            <a:off x="3198037" y="1476483"/>
            <a:ext cx="1047634" cy="12191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ectangle 75"/>
          <p:cNvSpPr/>
          <p:nvPr/>
        </p:nvSpPr>
        <p:spPr>
          <a:xfrm>
            <a:off x="4245681" y="1476483"/>
            <a:ext cx="1154561" cy="12191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ectangle 76"/>
          <p:cNvSpPr/>
          <p:nvPr/>
        </p:nvSpPr>
        <p:spPr>
          <a:xfrm>
            <a:off x="359993" y="1598394"/>
            <a:ext cx="3885678" cy="121919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Rectangle 77"/>
          <p:cNvSpPr/>
          <p:nvPr/>
        </p:nvSpPr>
        <p:spPr>
          <a:xfrm>
            <a:off x="4245681" y="1598394"/>
            <a:ext cx="1154561" cy="121919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ectangle 78"/>
          <p:cNvSpPr/>
          <p:nvPr/>
        </p:nvSpPr>
        <p:spPr>
          <a:xfrm>
            <a:off x="359993" y="1720313"/>
            <a:ext cx="175844" cy="12191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Rectangle 79"/>
          <p:cNvSpPr/>
          <p:nvPr/>
        </p:nvSpPr>
        <p:spPr>
          <a:xfrm>
            <a:off x="535847" y="1720313"/>
            <a:ext cx="297800" cy="12191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ectangle 80"/>
          <p:cNvSpPr/>
          <p:nvPr/>
        </p:nvSpPr>
        <p:spPr>
          <a:xfrm>
            <a:off x="833638" y="1720313"/>
            <a:ext cx="1920948" cy="12191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Rectangle 81"/>
          <p:cNvSpPr/>
          <p:nvPr/>
        </p:nvSpPr>
        <p:spPr>
          <a:xfrm>
            <a:off x="2754595" y="1720313"/>
            <a:ext cx="443450" cy="12191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Rectangle 82"/>
          <p:cNvSpPr/>
          <p:nvPr/>
        </p:nvSpPr>
        <p:spPr>
          <a:xfrm>
            <a:off x="3198037" y="1720313"/>
            <a:ext cx="1047634" cy="12191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Rectangle 83"/>
          <p:cNvSpPr/>
          <p:nvPr/>
        </p:nvSpPr>
        <p:spPr>
          <a:xfrm>
            <a:off x="4245681" y="1720313"/>
            <a:ext cx="1154561" cy="12191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Rectangle 84"/>
          <p:cNvSpPr/>
          <p:nvPr/>
        </p:nvSpPr>
        <p:spPr>
          <a:xfrm>
            <a:off x="359993" y="1842223"/>
            <a:ext cx="175844" cy="1219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Rectangle 85"/>
          <p:cNvSpPr/>
          <p:nvPr/>
        </p:nvSpPr>
        <p:spPr>
          <a:xfrm>
            <a:off x="535847" y="1842223"/>
            <a:ext cx="297800" cy="1219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ectangle 86"/>
          <p:cNvSpPr/>
          <p:nvPr/>
        </p:nvSpPr>
        <p:spPr>
          <a:xfrm>
            <a:off x="833638" y="1842223"/>
            <a:ext cx="1920948" cy="1219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Rectangle 87"/>
          <p:cNvSpPr/>
          <p:nvPr/>
        </p:nvSpPr>
        <p:spPr>
          <a:xfrm>
            <a:off x="2754595" y="1842223"/>
            <a:ext cx="443450" cy="1219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Rectangle 88"/>
          <p:cNvSpPr/>
          <p:nvPr/>
        </p:nvSpPr>
        <p:spPr>
          <a:xfrm>
            <a:off x="3198037" y="1842223"/>
            <a:ext cx="1047634" cy="1219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Rectangle 89"/>
          <p:cNvSpPr/>
          <p:nvPr/>
        </p:nvSpPr>
        <p:spPr>
          <a:xfrm>
            <a:off x="4245681" y="1842223"/>
            <a:ext cx="1154561" cy="1219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Rectangle 90"/>
          <p:cNvSpPr/>
          <p:nvPr/>
        </p:nvSpPr>
        <p:spPr>
          <a:xfrm>
            <a:off x="359993" y="1964142"/>
            <a:ext cx="175844" cy="12191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Rectangle 91"/>
          <p:cNvSpPr/>
          <p:nvPr/>
        </p:nvSpPr>
        <p:spPr>
          <a:xfrm>
            <a:off x="535847" y="1964142"/>
            <a:ext cx="297800" cy="12191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Rectangle 92"/>
          <p:cNvSpPr/>
          <p:nvPr/>
        </p:nvSpPr>
        <p:spPr>
          <a:xfrm>
            <a:off x="833638" y="1964142"/>
            <a:ext cx="1920948" cy="12191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Rectangle 93"/>
          <p:cNvSpPr/>
          <p:nvPr/>
        </p:nvSpPr>
        <p:spPr>
          <a:xfrm>
            <a:off x="2754595" y="1964142"/>
            <a:ext cx="443450" cy="12191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ectangle 94"/>
          <p:cNvSpPr/>
          <p:nvPr/>
        </p:nvSpPr>
        <p:spPr>
          <a:xfrm>
            <a:off x="3198037" y="1964142"/>
            <a:ext cx="1047634" cy="12191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Rectangle 95"/>
          <p:cNvSpPr/>
          <p:nvPr/>
        </p:nvSpPr>
        <p:spPr>
          <a:xfrm>
            <a:off x="4245681" y="1964142"/>
            <a:ext cx="1154561" cy="12191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Rectangle 96"/>
          <p:cNvSpPr/>
          <p:nvPr/>
        </p:nvSpPr>
        <p:spPr>
          <a:xfrm>
            <a:off x="359993" y="2086052"/>
            <a:ext cx="175844" cy="1219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Rectangle 97"/>
          <p:cNvSpPr/>
          <p:nvPr/>
        </p:nvSpPr>
        <p:spPr>
          <a:xfrm>
            <a:off x="535847" y="2086052"/>
            <a:ext cx="297800" cy="1219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Rectangle 98"/>
          <p:cNvSpPr/>
          <p:nvPr/>
        </p:nvSpPr>
        <p:spPr>
          <a:xfrm>
            <a:off x="833638" y="2086052"/>
            <a:ext cx="1920948" cy="1219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Rectangle 99"/>
          <p:cNvSpPr/>
          <p:nvPr/>
        </p:nvSpPr>
        <p:spPr>
          <a:xfrm>
            <a:off x="2754595" y="2086052"/>
            <a:ext cx="443450" cy="1219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Rectangle 100"/>
          <p:cNvSpPr/>
          <p:nvPr/>
        </p:nvSpPr>
        <p:spPr>
          <a:xfrm>
            <a:off x="3198037" y="2086052"/>
            <a:ext cx="1047634" cy="1219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Rectangle 101"/>
          <p:cNvSpPr/>
          <p:nvPr/>
        </p:nvSpPr>
        <p:spPr>
          <a:xfrm>
            <a:off x="4245681" y="2086052"/>
            <a:ext cx="1154561" cy="1219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Rectangle 102"/>
          <p:cNvSpPr/>
          <p:nvPr/>
        </p:nvSpPr>
        <p:spPr>
          <a:xfrm>
            <a:off x="359993" y="2207971"/>
            <a:ext cx="175844" cy="12191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Rectangle 103"/>
          <p:cNvSpPr/>
          <p:nvPr/>
        </p:nvSpPr>
        <p:spPr>
          <a:xfrm>
            <a:off x="535847" y="2207971"/>
            <a:ext cx="297800" cy="12191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Rectangle 104"/>
          <p:cNvSpPr/>
          <p:nvPr/>
        </p:nvSpPr>
        <p:spPr>
          <a:xfrm>
            <a:off x="833638" y="2207971"/>
            <a:ext cx="1920948" cy="12191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Rectangle 105"/>
          <p:cNvSpPr/>
          <p:nvPr/>
        </p:nvSpPr>
        <p:spPr>
          <a:xfrm>
            <a:off x="2754595" y="2207971"/>
            <a:ext cx="443450" cy="12191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Rectangle 106"/>
          <p:cNvSpPr/>
          <p:nvPr/>
        </p:nvSpPr>
        <p:spPr>
          <a:xfrm>
            <a:off x="3198037" y="2207971"/>
            <a:ext cx="1047634" cy="12191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Rectangle 107"/>
          <p:cNvSpPr/>
          <p:nvPr/>
        </p:nvSpPr>
        <p:spPr>
          <a:xfrm>
            <a:off x="4245681" y="2207971"/>
            <a:ext cx="1154561" cy="12191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Rectangle 108"/>
          <p:cNvSpPr/>
          <p:nvPr/>
        </p:nvSpPr>
        <p:spPr>
          <a:xfrm>
            <a:off x="359993" y="2329881"/>
            <a:ext cx="175844" cy="1219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Rectangle 109"/>
          <p:cNvSpPr/>
          <p:nvPr/>
        </p:nvSpPr>
        <p:spPr>
          <a:xfrm>
            <a:off x="535847" y="2329881"/>
            <a:ext cx="297800" cy="1219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Rectangle 110"/>
          <p:cNvSpPr/>
          <p:nvPr/>
        </p:nvSpPr>
        <p:spPr>
          <a:xfrm>
            <a:off x="833638" y="2329881"/>
            <a:ext cx="1920948" cy="1219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Rectangle 111"/>
          <p:cNvSpPr/>
          <p:nvPr/>
        </p:nvSpPr>
        <p:spPr>
          <a:xfrm>
            <a:off x="2754595" y="2329881"/>
            <a:ext cx="443450" cy="1219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Rectangle 112"/>
          <p:cNvSpPr/>
          <p:nvPr/>
        </p:nvSpPr>
        <p:spPr>
          <a:xfrm>
            <a:off x="3198037" y="2329881"/>
            <a:ext cx="1047634" cy="1219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Rectangle 113"/>
          <p:cNvSpPr/>
          <p:nvPr/>
        </p:nvSpPr>
        <p:spPr>
          <a:xfrm>
            <a:off x="4245681" y="2329881"/>
            <a:ext cx="1154561" cy="1219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Rectangle 114"/>
          <p:cNvSpPr/>
          <p:nvPr/>
        </p:nvSpPr>
        <p:spPr>
          <a:xfrm>
            <a:off x="359993" y="2451801"/>
            <a:ext cx="175844" cy="12191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Rectangle 115"/>
          <p:cNvSpPr/>
          <p:nvPr/>
        </p:nvSpPr>
        <p:spPr>
          <a:xfrm>
            <a:off x="535847" y="2451801"/>
            <a:ext cx="297800" cy="12191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Rectangle 116"/>
          <p:cNvSpPr/>
          <p:nvPr/>
        </p:nvSpPr>
        <p:spPr>
          <a:xfrm>
            <a:off x="833638" y="2451801"/>
            <a:ext cx="1920948" cy="12191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Rectangle 117"/>
          <p:cNvSpPr/>
          <p:nvPr/>
        </p:nvSpPr>
        <p:spPr>
          <a:xfrm>
            <a:off x="2754595" y="2451801"/>
            <a:ext cx="443450" cy="12191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Rectangle 118"/>
          <p:cNvSpPr/>
          <p:nvPr/>
        </p:nvSpPr>
        <p:spPr>
          <a:xfrm>
            <a:off x="3198037" y="2451801"/>
            <a:ext cx="1047634" cy="12191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Rectangle 119"/>
          <p:cNvSpPr/>
          <p:nvPr/>
        </p:nvSpPr>
        <p:spPr>
          <a:xfrm>
            <a:off x="4245681" y="2451801"/>
            <a:ext cx="1154561" cy="12191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Rectangle 120"/>
          <p:cNvSpPr/>
          <p:nvPr/>
        </p:nvSpPr>
        <p:spPr>
          <a:xfrm>
            <a:off x="359993" y="2573720"/>
            <a:ext cx="175844" cy="1219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Rectangle 121"/>
          <p:cNvSpPr/>
          <p:nvPr/>
        </p:nvSpPr>
        <p:spPr>
          <a:xfrm>
            <a:off x="535847" y="2573720"/>
            <a:ext cx="297800" cy="1219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Rectangle 122"/>
          <p:cNvSpPr/>
          <p:nvPr/>
        </p:nvSpPr>
        <p:spPr>
          <a:xfrm>
            <a:off x="833638" y="2573720"/>
            <a:ext cx="1920948" cy="1219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Rectangle 123"/>
          <p:cNvSpPr/>
          <p:nvPr/>
        </p:nvSpPr>
        <p:spPr>
          <a:xfrm>
            <a:off x="2754595" y="2573720"/>
            <a:ext cx="443450" cy="1219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Rectangle 124"/>
          <p:cNvSpPr/>
          <p:nvPr/>
        </p:nvSpPr>
        <p:spPr>
          <a:xfrm>
            <a:off x="3198037" y="2573720"/>
            <a:ext cx="1047634" cy="1219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Rectangle 125"/>
          <p:cNvSpPr/>
          <p:nvPr/>
        </p:nvSpPr>
        <p:spPr>
          <a:xfrm>
            <a:off x="4245681" y="2573720"/>
            <a:ext cx="1154561" cy="1219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Rectangle 126"/>
          <p:cNvSpPr/>
          <p:nvPr/>
        </p:nvSpPr>
        <p:spPr>
          <a:xfrm>
            <a:off x="359993" y="2695630"/>
            <a:ext cx="5040239" cy="15804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Rectangle 127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Rectangle 128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1" name="Picture 13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133" name="TextBox 132"/>
          <p:cNvSpPr txBox="1"/>
          <p:nvPr/>
        </p:nvSpPr>
        <p:spPr>
          <a:xfrm>
            <a:off x="507239" y="765645"/>
            <a:ext cx="5278156" cy="11198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8" b="1">
                <a:solidFill>
                  <a:srgbClr val="FFFFFF"/>
                </a:solidFill>
                <a:latin typeface="Josefin Sans"/>
              </a:rPr>
              <a:t>Week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585649" y="765645"/>
            <a:ext cx="4199747" cy="11198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8" b="1">
                <a:solidFill>
                  <a:srgbClr val="FFFFFF"/>
                </a:solidFill>
                <a:latin typeface="Josefin Sans"/>
              </a:rPr>
              <a:t>Lecture (Fri)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895324" y="765645"/>
            <a:ext cx="2890072" cy="11198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sz="568" b="1" dirty="0">
              <a:solidFill>
                <a:srgbClr val="FFFFFF"/>
              </a:solidFill>
              <a:latin typeface="Josefin Sans"/>
            </a:endParaRPr>
          </a:p>
        </p:txBody>
      </p:sp>
      <p:sp>
        <p:nvSpPr>
          <p:cNvPr id="136" name="TextBox 135"/>
          <p:cNvSpPr txBox="1"/>
          <p:nvPr/>
        </p:nvSpPr>
        <p:spPr>
          <a:xfrm>
            <a:off x="3388584" y="765645"/>
            <a:ext cx="2396811" cy="11198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8" b="1">
                <a:solidFill>
                  <a:srgbClr val="FFFFFF"/>
                </a:solidFill>
                <a:latin typeface="Josefin Sans"/>
              </a:rPr>
              <a:t>Practical (Mon/Thu)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4696746" y="765645"/>
            <a:ext cx="1088649" cy="11198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8" b="1">
                <a:solidFill>
                  <a:srgbClr val="FFFFFF"/>
                </a:solidFill>
                <a:latin typeface="Josefin Sans"/>
              </a:rPr>
              <a:t>Remark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36544" y="887351"/>
            <a:ext cx="5348851" cy="11198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8" b="0">
                <a:solidFill>
                  <a:srgbClr val="000000"/>
                </a:solidFill>
                <a:latin typeface="Josefin Sans"/>
              </a:rP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90026" y="887351"/>
            <a:ext cx="5195369" cy="11198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sz="568" b="0" dirty="0">
              <a:solidFill>
                <a:srgbClr val="000000"/>
              </a:solidFill>
              <a:latin typeface="Josefin Sans"/>
            </a:endParaRPr>
          </a:p>
        </p:txBody>
      </p:sp>
      <p:sp>
        <p:nvSpPr>
          <p:cNvPr id="140" name="TextBox 139"/>
          <p:cNvSpPr txBox="1"/>
          <p:nvPr/>
        </p:nvSpPr>
        <p:spPr>
          <a:xfrm>
            <a:off x="1611981" y="887351"/>
            <a:ext cx="4173414" cy="11198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8" b="0">
                <a:solidFill>
                  <a:srgbClr val="000000"/>
                </a:solidFill>
                <a:latin typeface="Josefin Sans"/>
              </a:rPr>
              <a:t>Introduction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2854034" y="887351"/>
            <a:ext cx="2931361" cy="11198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sz="568" b="0" dirty="0">
              <a:solidFill>
                <a:srgbClr val="000000"/>
              </a:solidFill>
              <a:latin typeface="Josefin Sans"/>
            </a:endParaRPr>
          </a:p>
        </p:txBody>
      </p:sp>
      <p:sp>
        <p:nvSpPr>
          <p:cNvPr id="142" name="TextBox 141"/>
          <p:cNvSpPr txBox="1"/>
          <p:nvPr/>
        </p:nvSpPr>
        <p:spPr>
          <a:xfrm>
            <a:off x="3703363" y="887351"/>
            <a:ext cx="2082032" cy="11198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8" b="0">
                <a:solidFill>
                  <a:srgbClr val="000000"/>
                </a:solidFill>
                <a:latin typeface="Josefin Sans"/>
              </a:rPr>
              <a:t>–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474336" y="887351"/>
            <a:ext cx="1311059" cy="11198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sz="568" b="0" dirty="0">
              <a:solidFill>
                <a:srgbClr val="000000"/>
              </a:solidFill>
              <a:latin typeface="Josefin Sans"/>
            </a:endParaRPr>
          </a:p>
        </p:txBody>
      </p:sp>
      <p:sp>
        <p:nvSpPr>
          <p:cNvPr id="144" name="TextBox 143"/>
          <p:cNvSpPr txBox="1"/>
          <p:nvPr/>
        </p:nvSpPr>
        <p:spPr>
          <a:xfrm>
            <a:off x="429610" y="1009270"/>
            <a:ext cx="5355785" cy="11198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8" b="0">
                <a:solidFill>
                  <a:srgbClr val="000000"/>
                </a:solidFill>
                <a:latin typeface="Josefin Sans"/>
              </a:rPr>
              <a:t>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595193" y="1009270"/>
            <a:ext cx="5190202" cy="11198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sz="568" b="0" dirty="0">
              <a:solidFill>
                <a:srgbClr val="000000"/>
              </a:solidFill>
              <a:latin typeface="Josefin Sans"/>
            </a:endParaRPr>
          </a:p>
        </p:txBody>
      </p:sp>
      <p:sp>
        <p:nvSpPr>
          <p:cNvPr id="146" name="TextBox 145"/>
          <p:cNvSpPr txBox="1"/>
          <p:nvPr/>
        </p:nvSpPr>
        <p:spPr>
          <a:xfrm>
            <a:off x="1775625" y="1009270"/>
            <a:ext cx="4009770" cy="11198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8" b="0">
                <a:solidFill>
                  <a:srgbClr val="000000"/>
                </a:solidFill>
                <a:latin typeface="Josefin Sans"/>
              </a:rPr>
              <a:t>–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2840492" y="1009270"/>
            <a:ext cx="2944903" cy="11198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sz="568" b="0" dirty="0">
              <a:solidFill>
                <a:srgbClr val="000000"/>
              </a:solidFill>
              <a:latin typeface="Josefin Sans"/>
            </a:endParaRPr>
          </a:p>
        </p:txBody>
      </p:sp>
      <p:sp>
        <p:nvSpPr>
          <p:cNvPr id="148" name="TextBox 147"/>
          <p:cNvSpPr txBox="1"/>
          <p:nvPr/>
        </p:nvSpPr>
        <p:spPr>
          <a:xfrm>
            <a:off x="3504648" y="1009270"/>
            <a:ext cx="2280747" cy="11198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8" b="0">
                <a:solidFill>
                  <a:srgbClr val="000000"/>
                </a:solidFill>
                <a:latin typeface="Josefin Sans"/>
              </a:rPr>
              <a:t>Python refresh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429138" y="1131180"/>
            <a:ext cx="5356257" cy="11198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8" b="0">
                <a:solidFill>
                  <a:srgbClr val="000000"/>
                </a:solidFill>
                <a:latin typeface="Josefin Sans"/>
              </a:rPr>
              <a:t>3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97360" y="1131180"/>
            <a:ext cx="5188036" cy="11198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sz="568" b="0" dirty="0">
              <a:solidFill>
                <a:srgbClr val="000000"/>
              </a:solidFill>
              <a:latin typeface="Josefin Sans"/>
            </a:endParaRPr>
          </a:p>
        </p:txBody>
      </p:sp>
      <p:sp>
        <p:nvSpPr>
          <p:cNvPr id="151" name="TextBox 150"/>
          <p:cNvSpPr txBox="1"/>
          <p:nvPr/>
        </p:nvSpPr>
        <p:spPr>
          <a:xfrm>
            <a:off x="1351174" y="1131180"/>
            <a:ext cx="4434221" cy="11198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8" b="0" dirty="0">
                <a:solidFill>
                  <a:srgbClr val="000000"/>
                </a:solidFill>
                <a:latin typeface="Josefin Sans"/>
              </a:rPr>
              <a:t>[FZ] Fuzzy logic + Fuzzy sets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08775" y="1131180"/>
            <a:ext cx="2976620" cy="11198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sz="568" b="0" dirty="0">
              <a:solidFill>
                <a:srgbClr val="000000"/>
              </a:solidFill>
              <a:latin typeface="Josefin Sans"/>
            </a:endParaRPr>
          </a:p>
        </p:txBody>
      </p:sp>
      <p:sp>
        <p:nvSpPr>
          <p:cNvPr id="153" name="TextBox 152"/>
          <p:cNvSpPr txBox="1"/>
          <p:nvPr/>
        </p:nvSpPr>
        <p:spPr>
          <a:xfrm>
            <a:off x="3703363" y="1131180"/>
            <a:ext cx="2082032" cy="11198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8" b="0">
                <a:solidFill>
                  <a:srgbClr val="000000"/>
                </a:solidFill>
                <a:latin typeface="Josefin Sans"/>
              </a:rPr>
              <a:t>–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9211" y="1253099"/>
            <a:ext cx="5356184" cy="11198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8" b="0">
                <a:solidFill>
                  <a:srgbClr val="000000"/>
                </a:solidFill>
                <a:latin typeface="Josefin Sans"/>
              </a:rPr>
              <a:t>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15679" y="1253099"/>
            <a:ext cx="5169716" cy="11198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sz="568" b="0" dirty="0">
              <a:solidFill>
                <a:srgbClr val="000000"/>
              </a:solidFill>
              <a:latin typeface="Josefin Sans"/>
            </a:endParaRPr>
          </a:p>
        </p:txBody>
      </p:sp>
      <p:sp>
        <p:nvSpPr>
          <p:cNvPr id="156" name="TextBox 155"/>
          <p:cNvSpPr txBox="1"/>
          <p:nvPr/>
        </p:nvSpPr>
        <p:spPr>
          <a:xfrm>
            <a:off x="1354102" y="1253099"/>
            <a:ext cx="4431293" cy="11198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8" b="0">
                <a:solidFill>
                  <a:srgbClr val="000000"/>
                </a:solidFill>
                <a:latin typeface="Josefin Sans"/>
              </a:rPr>
              <a:t>[FZ] Fuzzy inference systems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2849448" y="1253099"/>
            <a:ext cx="2935947" cy="11198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sz="568" b="0" dirty="0">
              <a:solidFill>
                <a:srgbClr val="000000"/>
              </a:solidFill>
              <a:latin typeface="Josefin Sans"/>
            </a:endParaRPr>
          </a:p>
        </p:txBody>
      </p:sp>
      <p:sp>
        <p:nvSpPr>
          <p:cNvPr id="158" name="TextBox 157"/>
          <p:cNvSpPr txBox="1"/>
          <p:nvPr/>
        </p:nvSpPr>
        <p:spPr>
          <a:xfrm>
            <a:off x="3512126" y="1253099"/>
            <a:ext cx="2273269" cy="11198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8" b="0">
                <a:solidFill>
                  <a:srgbClr val="000000"/>
                </a:solidFill>
                <a:latin typeface="Josefin Sans"/>
              </a:rPr>
              <a:t>Fuzzy systems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505400" y="1253099"/>
            <a:ext cx="1279995" cy="11198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8" b="0" dirty="0" err="1">
                <a:solidFill>
                  <a:srgbClr val="000000"/>
                </a:solidFill>
                <a:latin typeface="Josefin Sans"/>
              </a:rPr>
              <a:t>Asgm</a:t>
            </a:r>
            <a:r>
              <a:rPr sz="568" b="0" dirty="0">
                <a:solidFill>
                  <a:srgbClr val="000000"/>
                </a:solidFill>
                <a:latin typeface="Josefin Sans"/>
              </a:rPr>
              <a:t> 1 briefing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428884" y="1375010"/>
            <a:ext cx="5356511" cy="11198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8" b="0">
                <a:solidFill>
                  <a:srgbClr val="000000"/>
                </a:solidFill>
                <a:latin typeface="Josefin Sans"/>
              </a:rPr>
              <a:t>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608491" y="1375010"/>
            <a:ext cx="5176904" cy="11198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sz="568" b="0" dirty="0">
              <a:solidFill>
                <a:srgbClr val="000000"/>
              </a:solidFill>
              <a:latin typeface="Josefin Sans"/>
            </a:endParaRPr>
          </a:p>
        </p:txBody>
      </p:sp>
      <p:sp>
        <p:nvSpPr>
          <p:cNvPr id="162" name="TextBox 161"/>
          <p:cNvSpPr txBox="1"/>
          <p:nvPr/>
        </p:nvSpPr>
        <p:spPr>
          <a:xfrm>
            <a:off x="1422703" y="1375010"/>
            <a:ext cx="4362692" cy="11198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8" b="0">
                <a:solidFill>
                  <a:srgbClr val="000000"/>
                </a:solidFill>
                <a:latin typeface="Josefin Sans"/>
              </a:rPr>
              <a:t>[EC] Genetic algorithms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2864078" y="1375010"/>
            <a:ext cx="2921317" cy="11198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sz="568" b="0" dirty="0">
              <a:solidFill>
                <a:srgbClr val="000000"/>
              </a:solidFill>
              <a:latin typeface="Josefin Sans"/>
            </a:endParaRPr>
          </a:p>
        </p:txBody>
      </p:sp>
      <p:sp>
        <p:nvSpPr>
          <p:cNvPr id="164" name="TextBox 163"/>
          <p:cNvSpPr txBox="1"/>
          <p:nvPr/>
        </p:nvSpPr>
        <p:spPr>
          <a:xfrm>
            <a:off x="3703363" y="1375010"/>
            <a:ext cx="2082032" cy="11198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8" b="0">
                <a:solidFill>
                  <a:srgbClr val="000000"/>
                </a:solidFill>
                <a:latin typeface="Josefin Sans"/>
              </a:rPr>
              <a:t>–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428812" y="1496929"/>
            <a:ext cx="5356583" cy="11198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8" b="0">
                <a:solidFill>
                  <a:srgbClr val="000000"/>
                </a:solidFill>
                <a:latin typeface="Josefin Sans"/>
              </a:rPr>
              <a:t>6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01085" y="1496929"/>
            <a:ext cx="5184310" cy="11198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sz="568" b="0" dirty="0">
              <a:solidFill>
                <a:srgbClr val="000000"/>
              </a:solidFill>
              <a:latin typeface="Josefin Sans"/>
            </a:endParaRPr>
          </a:p>
        </p:txBody>
      </p:sp>
      <p:sp>
        <p:nvSpPr>
          <p:cNvPr id="167" name="TextBox 166"/>
          <p:cNvSpPr txBox="1"/>
          <p:nvPr/>
        </p:nvSpPr>
        <p:spPr>
          <a:xfrm>
            <a:off x="887826" y="1496929"/>
            <a:ext cx="4897569" cy="11198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8" b="0">
                <a:solidFill>
                  <a:srgbClr val="000000"/>
                </a:solidFill>
                <a:latin typeface="Josefin Sans"/>
              </a:rPr>
              <a:t>[EC] Particle swarm optimisation + Ant colony optimisation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2856564" y="1496929"/>
            <a:ext cx="2928832" cy="11198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sz="568" b="0" dirty="0">
              <a:solidFill>
                <a:srgbClr val="000000"/>
              </a:solidFill>
              <a:latin typeface="Josefin Sans"/>
            </a:endParaRPr>
          </a:p>
        </p:txBody>
      </p:sp>
      <p:sp>
        <p:nvSpPr>
          <p:cNvPr id="169" name="TextBox 168"/>
          <p:cNvSpPr txBox="1"/>
          <p:nvPr/>
        </p:nvSpPr>
        <p:spPr>
          <a:xfrm>
            <a:off x="3434932" y="1496929"/>
            <a:ext cx="2350463" cy="11198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8" b="0" dirty="0">
                <a:solidFill>
                  <a:srgbClr val="000000"/>
                </a:solidFill>
                <a:latin typeface="Josefin Sans"/>
              </a:rPr>
              <a:t>Genetic algorithms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870196" y="1618839"/>
            <a:ext cx="3915199" cy="11198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8" b="0" dirty="0">
                <a:solidFill>
                  <a:srgbClr val="000000"/>
                </a:solidFill>
                <a:latin typeface="Josefin Sans"/>
              </a:rPr>
              <a:t>Mid-</a:t>
            </a:r>
            <a:r>
              <a:rPr sz="568" b="0" dirty="0" err="1">
                <a:solidFill>
                  <a:srgbClr val="000000"/>
                </a:solidFill>
                <a:latin typeface="Josefin Sans"/>
              </a:rPr>
              <a:t>sem</a:t>
            </a:r>
            <a:r>
              <a:rPr sz="568" b="0" dirty="0">
                <a:solidFill>
                  <a:srgbClr val="000000"/>
                </a:solidFill>
                <a:latin typeface="Josefin Sans"/>
              </a:rPr>
              <a:t> break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80755" y="1618839"/>
            <a:ext cx="1204640" cy="11198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sz="568" b="0" dirty="0">
              <a:solidFill>
                <a:srgbClr val="000000"/>
              </a:solidFill>
              <a:latin typeface="Josefin Sans"/>
            </a:endParaRPr>
          </a:p>
        </p:txBody>
      </p:sp>
      <p:sp>
        <p:nvSpPr>
          <p:cNvPr id="172" name="TextBox 171"/>
          <p:cNvSpPr txBox="1"/>
          <p:nvPr/>
        </p:nvSpPr>
        <p:spPr>
          <a:xfrm>
            <a:off x="430725" y="1740758"/>
            <a:ext cx="5354671" cy="11198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8" b="0">
                <a:solidFill>
                  <a:srgbClr val="000000"/>
                </a:solidFill>
                <a:latin typeface="Josefin Sans"/>
              </a:rPr>
              <a:t>7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08491" y="1740758"/>
            <a:ext cx="5176904" cy="11198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sz="568" b="0" dirty="0">
              <a:solidFill>
                <a:srgbClr val="000000"/>
              </a:solidFill>
              <a:latin typeface="Josefin Sans"/>
            </a:endParaRPr>
          </a:p>
        </p:txBody>
      </p:sp>
      <p:sp>
        <p:nvSpPr>
          <p:cNvPr id="174" name="TextBox 173"/>
          <p:cNvSpPr txBox="1"/>
          <p:nvPr/>
        </p:nvSpPr>
        <p:spPr>
          <a:xfrm>
            <a:off x="1294466" y="1740758"/>
            <a:ext cx="4490930" cy="11198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8" b="0">
                <a:solidFill>
                  <a:srgbClr val="000000"/>
                </a:solidFill>
                <a:latin typeface="Josefin Sans"/>
              </a:rPr>
              <a:t>[ANN] Artificial neural networks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2853101" y="1740758"/>
            <a:ext cx="2932295" cy="11198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sz="568" b="0" dirty="0">
              <a:solidFill>
                <a:srgbClr val="000000"/>
              </a:solidFill>
              <a:latin typeface="Josefin Sans"/>
            </a:endParaRPr>
          </a:p>
        </p:txBody>
      </p:sp>
      <p:sp>
        <p:nvSpPr>
          <p:cNvPr id="176" name="TextBox 175"/>
          <p:cNvSpPr txBox="1"/>
          <p:nvPr/>
        </p:nvSpPr>
        <p:spPr>
          <a:xfrm>
            <a:off x="3301781" y="1740758"/>
            <a:ext cx="2483614" cy="11198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8" b="0">
                <a:solidFill>
                  <a:srgbClr val="000000"/>
                </a:solidFill>
                <a:latin typeface="Josefin Sans"/>
              </a:rPr>
              <a:t>Particle swarm optimisation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4483727" y="1740758"/>
            <a:ext cx="1301668" cy="11198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8" b="0" dirty="0" err="1">
                <a:solidFill>
                  <a:srgbClr val="000000"/>
                </a:solidFill>
                <a:latin typeface="Josefin Sans"/>
              </a:rPr>
              <a:t>Asgm</a:t>
            </a:r>
            <a:r>
              <a:rPr sz="568" b="0" dirty="0">
                <a:solidFill>
                  <a:srgbClr val="000000"/>
                </a:solidFill>
                <a:latin typeface="Josefin Sans"/>
              </a:rPr>
              <a:t> 1 deadline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429356" y="1862668"/>
            <a:ext cx="5356039" cy="11198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8" b="0">
                <a:solidFill>
                  <a:srgbClr val="000000"/>
                </a:solidFill>
                <a:latin typeface="Josefin Sans"/>
              </a:rPr>
              <a:t>8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618997" y="1862668"/>
            <a:ext cx="5166398" cy="11198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sz="568" b="0" dirty="0">
              <a:solidFill>
                <a:srgbClr val="000000"/>
              </a:solidFill>
              <a:latin typeface="Josefin Sans"/>
            </a:endParaRPr>
          </a:p>
        </p:txBody>
      </p:sp>
      <p:sp>
        <p:nvSpPr>
          <p:cNvPr id="180" name="TextBox 179"/>
          <p:cNvSpPr txBox="1"/>
          <p:nvPr/>
        </p:nvSpPr>
        <p:spPr>
          <a:xfrm>
            <a:off x="1166808" y="1862668"/>
            <a:ext cx="4618587" cy="11198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8" b="0">
                <a:solidFill>
                  <a:srgbClr val="000000"/>
                </a:solidFill>
                <a:latin typeface="Josefin Sans"/>
              </a:rPr>
              <a:t>[ANN] Unsupervised learning with ANN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2880875" y="1862668"/>
            <a:ext cx="2904520" cy="11198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sz="568" b="0" dirty="0">
              <a:solidFill>
                <a:srgbClr val="000000"/>
              </a:solidFill>
              <a:latin typeface="Josefin Sans"/>
            </a:endParaRPr>
          </a:p>
        </p:txBody>
      </p:sp>
      <p:sp>
        <p:nvSpPr>
          <p:cNvPr id="182" name="TextBox 181"/>
          <p:cNvSpPr txBox="1"/>
          <p:nvPr/>
        </p:nvSpPr>
        <p:spPr>
          <a:xfrm>
            <a:off x="3362034" y="1862668"/>
            <a:ext cx="2423361" cy="11198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8" b="0">
                <a:solidFill>
                  <a:srgbClr val="000000"/>
                </a:solidFill>
                <a:latin typeface="Josefin Sans"/>
              </a:rPr>
              <a:t>Ant colony optimisation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28812" y="1984587"/>
            <a:ext cx="5356583" cy="11198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8" b="0">
                <a:solidFill>
                  <a:srgbClr val="000000"/>
                </a:solidFill>
                <a:latin typeface="Josefin Sans"/>
              </a:rPr>
              <a:t>9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12788" y="1984587"/>
            <a:ext cx="5172608" cy="11198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sz="568" b="0" dirty="0">
              <a:solidFill>
                <a:srgbClr val="000000"/>
              </a:solidFill>
              <a:latin typeface="Josefin Sans"/>
            </a:endParaRPr>
          </a:p>
        </p:txBody>
      </p:sp>
      <p:sp>
        <p:nvSpPr>
          <p:cNvPr id="185" name="TextBox 184"/>
          <p:cNvSpPr txBox="1"/>
          <p:nvPr/>
        </p:nvSpPr>
        <p:spPr>
          <a:xfrm>
            <a:off x="1277052" y="1984587"/>
            <a:ext cx="4508343" cy="11198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8" b="0">
                <a:solidFill>
                  <a:srgbClr val="000000"/>
                </a:solidFill>
                <a:latin typeface="Josefin Sans"/>
              </a:rPr>
              <a:t>[ANN] Recurrent neural networks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2874085" y="1984587"/>
            <a:ext cx="2911310" cy="11198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sz="568" b="0" dirty="0">
              <a:solidFill>
                <a:srgbClr val="000000"/>
              </a:solidFill>
              <a:latin typeface="Josefin Sans"/>
            </a:endParaRPr>
          </a:p>
        </p:txBody>
      </p:sp>
      <p:sp>
        <p:nvSpPr>
          <p:cNvPr id="187" name="TextBox 186"/>
          <p:cNvSpPr txBox="1"/>
          <p:nvPr/>
        </p:nvSpPr>
        <p:spPr>
          <a:xfrm>
            <a:off x="3252225" y="1984587"/>
            <a:ext cx="2533170" cy="11198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8" b="0">
                <a:solidFill>
                  <a:srgbClr val="000000"/>
                </a:solidFill>
                <a:latin typeface="Josefin Sans"/>
              </a:rPr>
              <a:t>Supervised learning with ANN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4495574" y="1984587"/>
            <a:ext cx="1289821" cy="11198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8" b="0" dirty="0" err="1">
                <a:solidFill>
                  <a:srgbClr val="000000"/>
                </a:solidFill>
                <a:latin typeface="Josefin Sans"/>
              </a:rPr>
              <a:t>Asgm</a:t>
            </a:r>
            <a:r>
              <a:rPr sz="568" b="0" dirty="0">
                <a:solidFill>
                  <a:srgbClr val="000000"/>
                </a:solidFill>
                <a:latin typeface="Josefin Sans"/>
              </a:rPr>
              <a:t> 2 briefing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14182" y="2106497"/>
            <a:ext cx="5371213" cy="11198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8" b="0">
                <a:solidFill>
                  <a:srgbClr val="000000"/>
                </a:solidFill>
                <a:latin typeface="Josefin Sans"/>
              </a:rPr>
              <a:t>10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611990" y="2106497"/>
            <a:ext cx="5173405" cy="11198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sz="568" b="0" dirty="0">
              <a:solidFill>
                <a:srgbClr val="000000"/>
              </a:solidFill>
              <a:latin typeface="Josefin Sans"/>
            </a:endParaRPr>
          </a:p>
        </p:txBody>
      </p:sp>
      <p:sp>
        <p:nvSpPr>
          <p:cNvPr id="191" name="TextBox 190"/>
          <p:cNvSpPr txBox="1"/>
          <p:nvPr/>
        </p:nvSpPr>
        <p:spPr>
          <a:xfrm>
            <a:off x="1564337" y="2106497"/>
            <a:ext cx="4221058" cy="11198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8" b="0">
                <a:solidFill>
                  <a:srgbClr val="000000"/>
                </a:solidFill>
                <a:latin typeface="Josefin Sans"/>
              </a:rPr>
              <a:t>Hybrid systems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2859491" y="2106497"/>
            <a:ext cx="2925904" cy="11198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sz="568" b="0" dirty="0">
              <a:solidFill>
                <a:srgbClr val="000000"/>
              </a:solidFill>
              <a:latin typeface="Josefin Sans"/>
            </a:endParaRPr>
          </a:p>
        </p:txBody>
      </p:sp>
      <p:sp>
        <p:nvSpPr>
          <p:cNvPr id="193" name="TextBox 192"/>
          <p:cNvSpPr txBox="1"/>
          <p:nvPr/>
        </p:nvSpPr>
        <p:spPr>
          <a:xfrm>
            <a:off x="3409641" y="2106497"/>
            <a:ext cx="2375754" cy="11198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8" b="0" dirty="0">
                <a:solidFill>
                  <a:srgbClr val="000000"/>
                </a:solidFill>
                <a:latin typeface="Josefin Sans"/>
              </a:rPr>
              <a:t>Hyperplane in ANN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425159" y="2228417"/>
            <a:ext cx="5360236" cy="11198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8" b="0">
                <a:solidFill>
                  <a:srgbClr val="000000"/>
                </a:solidFill>
                <a:latin typeface="Josefin Sans"/>
              </a:rPr>
              <a:t>11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601013" y="2228417"/>
            <a:ext cx="5184382" cy="11198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sz="568" b="0" dirty="0">
              <a:solidFill>
                <a:srgbClr val="000000"/>
              </a:solidFill>
              <a:latin typeface="Josefin Sans"/>
            </a:endParaRPr>
          </a:p>
        </p:txBody>
      </p:sp>
      <p:sp>
        <p:nvSpPr>
          <p:cNvPr id="196" name="TextBox 195"/>
          <p:cNvSpPr txBox="1"/>
          <p:nvPr/>
        </p:nvSpPr>
        <p:spPr>
          <a:xfrm>
            <a:off x="1483282" y="2228417"/>
            <a:ext cx="4302113" cy="11198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8" b="0">
                <a:solidFill>
                  <a:srgbClr val="000000"/>
                </a:solidFill>
                <a:latin typeface="Josefin Sans"/>
              </a:rPr>
              <a:t>Performance metrics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2844716" y="2228417"/>
            <a:ext cx="2940679" cy="11198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sz="568" b="0" dirty="0">
              <a:solidFill>
                <a:srgbClr val="000000"/>
              </a:solidFill>
              <a:latin typeface="Josefin Sans"/>
            </a:endParaRPr>
          </a:p>
        </p:txBody>
      </p:sp>
      <p:sp>
        <p:nvSpPr>
          <p:cNvPr id="198" name="TextBox 197"/>
          <p:cNvSpPr txBox="1"/>
          <p:nvPr/>
        </p:nvSpPr>
        <p:spPr>
          <a:xfrm>
            <a:off x="3465670" y="2228417"/>
            <a:ext cx="2319725" cy="11198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8" b="0">
                <a:solidFill>
                  <a:srgbClr val="000000"/>
                </a:solidFill>
                <a:latin typeface="Josefin Sans"/>
              </a:rPr>
              <a:t>ANN with Keras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4469314" y="2228417"/>
            <a:ext cx="1316081" cy="11198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8" b="0" dirty="0" err="1">
                <a:solidFill>
                  <a:srgbClr val="000000"/>
                </a:solidFill>
                <a:latin typeface="Josefin Sans"/>
              </a:rPr>
              <a:t>Asgm</a:t>
            </a:r>
            <a:r>
              <a:rPr sz="568" b="0" dirty="0">
                <a:solidFill>
                  <a:srgbClr val="000000"/>
                </a:solidFill>
                <a:latin typeface="Josefin Sans"/>
              </a:rPr>
              <a:t> 2 deadline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418224" y="2350336"/>
            <a:ext cx="5367171" cy="11198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8" b="0">
                <a:solidFill>
                  <a:srgbClr val="000000"/>
                </a:solidFill>
                <a:latin typeface="Josefin Sans"/>
              </a:rPr>
              <a:t>12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612316" y="2350336"/>
            <a:ext cx="5173079" cy="11198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sz="568" b="0" dirty="0">
              <a:solidFill>
                <a:srgbClr val="000000"/>
              </a:solidFill>
              <a:latin typeface="Josefin Sans"/>
            </a:endParaRPr>
          </a:p>
        </p:txBody>
      </p:sp>
      <p:sp>
        <p:nvSpPr>
          <p:cNvPr id="202" name="TextBox 201"/>
          <p:cNvSpPr txBox="1"/>
          <p:nvPr/>
        </p:nvSpPr>
        <p:spPr>
          <a:xfrm>
            <a:off x="1483925" y="2350336"/>
            <a:ext cx="4301470" cy="11198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8" b="0">
                <a:solidFill>
                  <a:srgbClr val="000000"/>
                </a:solidFill>
                <a:latin typeface="Josefin Sans"/>
              </a:rPr>
              <a:t>Summary + Revision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2855629" y="2350336"/>
            <a:ext cx="2929766" cy="11198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sz="568" b="0" dirty="0">
              <a:solidFill>
                <a:srgbClr val="000000"/>
              </a:solidFill>
              <a:latin typeface="Josefin Sans"/>
            </a:endParaRPr>
          </a:p>
        </p:txBody>
      </p:sp>
      <p:sp>
        <p:nvSpPr>
          <p:cNvPr id="204" name="TextBox 203"/>
          <p:cNvSpPr txBox="1"/>
          <p:nvPr/>
        </p:nvSpPr>
        <p:spPr>
          <a:xfrm>
            <a:off x="3411019" y="2350336"/>
            <a:ext cx="2374376" cy="11198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8" b="0">
                <a:solidFill>
                  <a:srgbClr val="000000"/>
                </a:solidFill>
                <a:latin typeface="Josefin Sans"/>
              </a:rPr>
              <a:t>Performance metrics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4299860" y="2350336"/>
            <a:ext cx="1485535" cy="11198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sz="568" b="0" dirty="0">
              <a:solidFill>
                <a:srgbClr val="000000"/>
              </a:solidFill>
              <a:latin typeface="Josefin Sans"/>
            </a:endParaRPr>
          </a:p>
        </p:txBody>
      </p:sp>
      <p:sp>
        <p:nvSpPr>
          <p:cNvPr id="206" name="TextBox 205"/>
          <p:cNvSpPr txBox="1"/>
          <p:nvPr/>
        </p:nvSpPr>
        <p:spPr>
          <a:xfrm>
            <a:off x="417762" y="2472246"/>
            <a:ext cx="5367633" cy="11198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8" b="0">
                <a:solidFill>
                  <a:srgbClr val="000000"/>
                </a:solidFill>
                <a:latin typeface="Josefin Sans"/>
              </a:rPr>
              <a:t>13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601801" y="2472246"/>
            <a:ext cx="5183594" cy="11198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sz="568" b="0" dirty="0">
              <a:solidFill>
                <a:srgbClr val="000000"/>
              </a:solidFill>
              <a:latin typeface="Josefin Sans"/>
            </a:endParaRPr>
          </a:p>
        </p:txBody>
      </p:sp>
      <p:sp>
        <p:nvSpPr>
          <p:cNvPr id="208" name="TextBox 207"/>
          <p:cNvSpPr txBox="1"/>
          <p:nvPr/>
        </p:nvSpPr>
        <p:spPr>
          <a:xfrm>
            <a:off x="1721147" y="2472246"/>
            <a:ext cx="4064249" cy="11198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8" b="0">
                <a:solidFill>
                  <a:srgbClr val="000000"/>
                </a:solidFill>
                <a:latin typeface="Josefin Sans"/>
              </a:rPr>
              <a:t>Quiz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2865818" y="2472246"/>
            <a:ext cx="2919577" cy="11198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sz="568" b="0" dirty="0">
              <a:solidFill>
                <a:srgbClr val="000000"/>
              </a:solidFill>
              <a:latin typeface="Josefin Sans"/>
            </a:endParaRPr>
          </a:p>
        </p:txBody>
      </p:sp>
      <p:sp>
        <p:nvSpPr>
          <p:cNvPr id="210" name="TextBox 209"/>
          <p:cNvSpPr txBox="1"/>
          <p:nvPr/>
        </p:nvSpPr>
        <p:spPr>
          <a:xfrm>
            <a:off x="3703363" y="2472246"/>
            <a:ext cx="2082032" cy="11198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8" b="0">
                <a:solidFill>
                  <a:srgbClr val="000000"/>
                </a:solidFill>
                <a:latin typeface="Josefin Sans"/>
              </a:rPr>
              <a:t>–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417835" y="2594165"/>
            <a:ext cx="5367560" cy="11198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8" b="0">
                <a:solidFill>
                  <a:srgbClr val="000000"/>
                </a:solidFill>
                <a:latin typeface="Josefin Sans"/>
              </a:rPr>
              <a:t>14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606968" y="2594165"/>
            <a:ext cx="5178427" cy="11198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sz="568" b="0" dirty="0">
              <a:solidFill>
                <a:srgbClr val="000000"/>
              </a:solidFill>
              <a:latin typeface="Josefin Sans"/>
            </a:endParaRPr>
          </a:p>
        </p:txBody>
      </p:sp>
      <p:sp>
        <p:nvSpPr>
          <p:cNvPr id="213" name="TextBox 212"/>
          <p:cNvSpPr txBox="1"/>
          <p:nvPr/>
        </p:nvSpPr>
        <p:spPr>
          <a:xfrm>
            <a:off x="1775625" y="2594165"/>
            <a:ext cx="4009770" cy="11198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8" b="0">
                <a:solidFill>
                  <a:srgbClr val="000000"/>
                </a:solidFill>
                <a:latin typeface="Josefin Sans"/>
              </a:rPr>
              <a:t>–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2852266" y="2594165"/>
            <a:ext cx="2933129" cy="11198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sz="568" b="0" dirty="0">
              <a:solidFill>
                <a:srgbClr val="000000"/>
              </a:solidFill>
              <a:latin typeface="Josefin Sans"/>
            </a:endParaRPr>
          </a:p>
        </p:txBody>
      </p:sp>
      <p:sp>
        <p:nvSpPr>
          <p:cNvPr id="215" name="TextBox 214"/>
          <p:cNvSpPr txBox="1"/>
          <p:nvPr/>
        </p:nvSpPr>
        <p:spPr>
          <a:xfrm>
            <a:off x="3703363" y="2594165"/>
            <a:ext cx="2082032" cy="11198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8" b="0">
                <a:solidFill>
                  <a:srgbClr val="000000"/>
                </a:solidFill>
                <a:latin typeface="Josefin Sans"/>
              </a:rPr>
              <a:t>–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4507096" y="2594165"/>
            <a:ext cx="1278299" cy="11198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sz="568" b="0" dirty="0">
              <a:solidFill>
                <a:srgbClr val="000000"/>
              </a:solidFill>
              <a:latin typeface="Josefin Sans"/>
            </a:endParaRPr>
          </a:p>
        </p:txBody>
      </p:sp>
      <p:sp>
        <p:nvSpPr>
          <p:cNvPr id="217" name="TextBox 216"/>
          <p:cNvSpPr txBox="1"/>
          <p:nvPr/>
        </p:nvSpPr>
        <p:spPr>
          <a:xfrm>
            <a:off x="1135653" y="2734141"/>
            <a:ext cx="4649742" cy="11198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8" b="0">
                <a:solidFill>
                  <a:srgbClr val="000000"/>
                </a:solidFill>
                <a:latin typeface="Josefin Sans"/>
              </a:rPr>
              <a:t>FZ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1336569" y="2734141"/>
            <a:ext cx="4448826" cy="11198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8" b="0">
                <a:solidFill>
                  <a:srgbClr val="000000"/>
                </a:solidFill>
                <a:latin typeface="Josefin Sans"/>
              </a:rPr>
              <a:t>Fuzzy systems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2307844" y="2734141"/>
            <a:ext cx="3477551" cy="11198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8" b="0">
                <a:solidFill>
                  <a:srgbClr val="000000"/>
                </a:solidFill>
                <a:latin typeface="Josefin Sans"/>
              </a:rPr>
              <a:t>EC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2512300" y="2734141"/>
            <a:ext cx="3273095" cy="11198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8" b="0">
                <a:solidFill>
                  <a:srgbClr val="000000"/>
                </a:solidFill>
                <a:latin typeface="Josefin Sans"/>
              </a:rPr>
              <a:t>Evolutionary computations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3483575" y="2734141"/>
            <a:ext cx="2301820" cy="11198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8" b="0">
                <a:solidFill>
                  <a:srgbClr val="000000"/>
                </a:solidFill>
                <a:latin typeface="Josefin Sans"/>
              </a:rPr>
              <a:t>ANN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3761721" y="2734141"/>
            <a:ext cx="2023674" cy="11198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68" b="0">
                <a:solidFill>
                  <a:srgbClr val="000000"/>
                </a:solidFill>
                <a:latin typeface="Josefin Sans"/>
              </a:rPr>
              <a:t>Artificial neural networks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4940680" y="3150917"/>
            <a:ext cx="844715" cy="11766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 with 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5663285" y="3150693"/>
            <a:ext cx="122110" cy="11766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4</a:t>
            </a:r>
          </a:p>
        </p:txBody>
      </p:sp>
      <p:pic>
        <p:nvPicPr>
          <p:cNvPr id="228" name="Picture 227" descr="Sunway University: Ranking, Fees &amp; Courses">
            <a:extLst>
              <a:ext uri="{FF2B5EF4-FFF2-40B4-BE49-F238E27FC236}">
                <a16:creationId xmlns:a16="http://schemas.microsoft.com/office/drawing/2014/main" id="{79BA76FE-B8B5-705C-5F5B-18BB82D55F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0328" y="0"/>
            <a:ext cx="575974" cy="34558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1993900" y="1117600"/>
            <a:ext cx="1790700" cy="165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1981200" y="1104900"/>
            <a:ext cx="2298700" cy="2159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1968500" y="1104900"/>
            <a:ext cx="2298700" cy="2159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Delivery and Attendance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13926" y="902697"/>
            <a:ext cx="3171469" cy="21474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Lectures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725381" y="1524565"/>
            <a:ext cx="3060014" cy="21474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Labs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041092" y="1769074"/>
            <a:ext cx="3744303" cy="17650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Face-to-face sessions: Dr Tang Tiong Yew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629244" y="1994283"/>
            <a:ext cx="4156151" cy="17650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Lab sheets: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092095" y="2371655"/>
            <a:ext cx="3693300" cy="21474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Materials through elearn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940680" y="3150917"/>
            <a:ext cx="844715" cy="11766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 with 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2599" y="3150693"/>
            <a:ext cx="122796" cy="11766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209800" y="2002307"/>
            <a:ext cx="3575596" cy="1574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dirty="0">
                <a:solidFill>
                  <a:srgbClr val="1F1F1F"/>
                </a:solidFill>
                <a:latin typeface="Courier"/>
              </a:rPr>
              <a:t>https://robotictang.github.io/CSC3034/docs/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019300" y="1129919"/>
            <a:ext cx="2260600" cy="19088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9" b="0" dirty="0">
                <a:solidFill>
                  <a:srgbClr val="000000"/>
                </a:solidFill>
                <a:latin typeface="Arial"/>
              </a:rPr>
              <a:t>Tuesday 14:00 - 16:00 Uni Lecture </a:t>
            </a:r>
            <a:r>
              <a:rPr lang="en-US" sz="839" b="0" dirty="0">
                <a:solidFill>
                  <a:srgbClr val="000000"/>
                </a:solidFill>
                <a:latin typeface="Arial"/>
              </a:rPr>
              <a:t>Theatre</a:t>
            </a:r>
            <a:r>
              <a:rPr sz="839" b="0" dirty="0">
                <a:solidFill>
                  <a:srgbClr val="000000"/>
                </a:solidFill>
                <a:latin typeface="Arial"/>
              </a:rPr>
              <a:t> 4</a:t>
            </a:r>
          </a:p>
        </p:txBody>
      </p:sp>
      <p:pic>
        <p:nvPicPr>
          <p:cNvPr id="54" name="Picture 53" descr="Sunway University: Ranking, Fees &amp; Courses">
            <a:extLst>
              <a:ext uri="{FF2B5EF4-FFF2-40B4-BE49-F238E27FC236}">
                <a16:creationId xmlns:a16="http://schemas.microsoft.com/office/drawing/2014/main" id="{576BECCE-2597-1573-AA48-07B96825F9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0328" y="0"/>
            <a:ext cx="575974" cy="34558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1993900" y="1117600"/>
            <a:ext cx="1790700" cy="165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1993900" y="1117600"/>
            <a:ext cx="1790700" cy="165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1981200" y="1104900"/>
            <a:ext cx="2286000" cy="2129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1981200" y="1041400"/>
            <a:ext cx="2286000" cy="279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What if I have questions?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63914" y="815512"/>
            <a:ext cx="3421482" cy="21474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Microsoft Teams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13926" y="1437380"/>
            <a:ext cx="3171469" cy="21474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Lectures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787016" y="1834039"/>
            <a:ext cx="3998379" cy="21474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90" b="1">
                <a:solidFill>
                  <a:srgbClr val="000000"/>
                </a:solidFill>
                <a:latin typeface="Josefin Sans"/>
              </a:rPr>
              <a:t>Face-to-face sessions for practicals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746894" y="2082969"/>
            <a:ext cx="3995204" cy="17650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 dirty="0">
                <a:solidFill>
                  <a:srgbClr val="000000"/>
                </a:solidFill>
                <a:latin typeface="Josefin Sans"/>
              </a:rPr>
              <a:t>Session 1: </a:t>
            </a:r>
            <a:r>
              <a:rPr lang="en-US" sz="896" b="0" dirty="0">
                <a:solidFill>
                  <a:srgbClr val="000000"/>
                </a:solidFill>
                <a:latin typeface="Josefin Sans"/>
              </a:rPr>
              <a:t>Monday</a:t>
            </a:r>
            <a:r>
              <a:rPr sz="896" b="0" dirty="0">
                <a:solidFill>
                  <a:srgbClr val="000000"/>
                </a:solidFill>
                <a:latin typeface="Cambria Math"/>
              </a:rPr>
              <a:t> ·</a:t>
            </a:r>
            <a:r>
              <a:rPr sz="896" b="0" dirty="0">
                <a:solidFill>
                  <a:srgbClr val="000000"/>
                </a:solidFill>
                <a:latin typeface="Josefin Sans"/>
              </a:rPr>
              <a:t> 10:00 – 12:00 (</a:t>
            </a:r>
            <a:r>
              <a:rPr lang="en-US" sz="896" b="0" dirty="0">
                <a:solidFill>
                  <a:srgbClr val="000000"/>
                </a:solidFill>
                <a:latin typeface="Josefin Sans"/>
              </a:rPr>
              <a:t>Advanced Computer Lab 2</a:t>
            </a:r>
            <a:r>
              <a:rPr sz="896" b="0" dirty="0">
                <a:solidFill>
                  <a:srgbClr val="000000"/>
                </a:solidFill>
                <a:latin typeface="Josefin Sans"/>
              </a:rPr>
              <a:t>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743963" y="2303757"/>
            <a:ext cx="4041432" cy="17650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 dirty="0">
                <a:solidFill>
                  <a:srgbClr val="000000"/>
                </a:solidFill>
                <a:latin typeface="Josefin Sans"/>
              </a:rPr>
              <a:t>Session 2: Monday</a:t>
            </a:r>
            <a:r>
              <a:rPr sz="896" b="0" dirty="0">
                <a:solidFill>
                  <a:srgbClr val="000000"/>
                </a:solidFill>
                <a:latin typeface="Cambria Math"/>
              </a:rPr>
              <a:t> ·</a:t>
            </a:r>
            <a:r>
              <a:rPr sz="896" b="0" dirty="0">
                <a:solidFill>
                  <a:srgbClr val="000000"/>
                </a:solidFill>
                <a:latin typeface="Josefin Sans"/>
              </a:rPr>
              <a:t> 1</a:t>
            </a:r>
            <a:r>
              <a:rPr lang="en-US" sz="896" b="0" dirty="0">
                <a:solidFill>
                  <a:srgbClr val="000000"/>
                </a:solidFill>
                <a:latin typeface="Josefin Sans"/>
              </a:rPr>
              <a:t>4</a:t>
            </a:r>
            <a:r>
              <a:rPr sz="896" b="0" dirty="0">
                <a:solidFill>
                  <a:srgbClr val="000000"/>
                </a:solidFill>
                <a:latin typeface="Josefin Sans"/>
              </a:rPr>
              <a:t>:00 – 1</a:t>
            </a:r>
            <a:r>
              <a:rPr lang="en-US" sz="896" b="0" dirty="0">
                <a:solidFill>
                  <a:srgbClr val="000000"/>
                </a:solidFill>
                <a:latin typeface="Josefin Sans"/>
              </a:rPr>
              <a:t>6</a:t>
            </a:r>
            <a:r>
              <a:rPr sz="896" b="0" dirty="0">
                <a:solidFill>
                  <a:srgbClr val="000000"/>
                </a:solidFill>
                <a:latin typeface="Josefin Sans"/>
              </a:rPr>
              <a:t>:00 (</a:t>
            </a:r>
            <a:r>
              <a:rPr lang="en-US" sz="896" dirty="0">
                <a:solidFill>
                  <a:srgbClr val="000000"/>
                </a:solidFill>
                <a:latin typeface="Josefin Sans"/>
              </a:rPr>
              <a:t>Advanced Computer Lab 2</a:t>
            </a:r>
            <a:r>
              <a:rPr sz="896" b="0" dirty="0">
                <a:solidFill>
                  <a:srgbClr val="000000"/>
                </a:solidFill>
                <a:latin typeface="Josefin Sans"/>
              </a:rPr>
              <a:t>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734871" y="2528966"/>
            <a:ext cx="4024579" cy="17650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 dirty="0">
                <a:solidFill>
                  <a:srgbClr val="000000"/>
                </a:solidFill>
                <a:latin typeface="Josefin Sans"/>
              </a:rPr>
              <a:t>Session 3: </a:t>
            </a:r>
            <a:r>
              <a:rPr lang="en-US" sz="896" b="0" dirty="0">
                <a:solidFill>
                  <a:srgbClr val="000000"/>
                </a:solidFill>
                <a:latin typeface="Josefin Sans"/>
              </a:rPr>
              <a:t>Wednesday</a:t>
            </a:r>
            <a:r>
              <a:rPr sz="896" b="0" dirty="0">
                <a:solidFill>
                  <a:srgbClr val="000000"/>
                </a:solidFill>
                <a:latin typeface="Cambria Math"/>
              </a:rPr>
              <a:t> ·</a:t>
            </a:r>
            <a:r>
              <a:rPr sz="896" b="0" dirty="0">
                <a:solidFill>
                  <a:srgbClr val="000000"/>
                </a:solidFill>
                <a:latin typeface="Josefin Sans"/>
              </a:rPr>
              <a:t> </a:t>
            </a:r>
            <a:r>
              <a:rPr lang="en-US" sz="896" b="0" dirty="0">
                <a:solidFill>
                  <a:srgbClr val="000000"/>
                </a:solidFill>
                <a:latin typeface="Josefin Sans"/>
              </a:rPr>
              <a:t>12</a:t>
            </a:r>
            <a:r>
              <a:rPr sz="896" b="0" dirty="0">
                <a:solidFill>
                  <a:srgbClr val="000000"/>
                </a:solidFill>
                <a:latin typeface="Josefin Sans"/>
              </a:rPr>
              <a:t>:00 – 1</a:t>
            </a:r>
            <a:r>
              <a:rPr lang="en-US" sz="896" b="0" dirty="0">
                <a:solidFill>
                  <a:srgbClr val="000000"/>
                </a:solidFill>
                <a:latin typeface="Josefin Sans"/>
              </a:rPr>
              <a:t>4</a:t>
            </a:r>
            <a:r>
              <a:rPr sz="896" b="0" dirty="0">
                <a:solidFill>
                  <a:srgbClr val="000000"/>
                </a:solidFill>
                <a:latin typeface="Josefin Sans"/>
              </a:rPr>
              <a:t>:00 (</a:t>
            </a:r>
            <a:r>
              <a:rPr lang="en-US" sz="896" dirty="0">
                <a:solidFill>
                  <a:srgbClr val="000000"/>
                </a:solidFill>
                <a:latin typeface="Josefin Sans"/>
              </a:rPr>
              <a:t>Advanced Computer Lab 1</a:t>
            </a:r>
            <a:r>
              <a:rPr sz="896" b="0" dirty="0">
                <a:solidFill>
                  <a:srgbClr val="000000"/>
                </a:solidFill>
                <a:latin typeface="Josefin Sans"/>
              </a:rPr>
              <a:t>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940680" y="3150917"/>
            <a:ext cx="844715" cy="11766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 with 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2447" y="3150693"/>
            <a:ext cx="122949" cy="11766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264410" y="1035939"/>
            <a:ext cx="3520986" cy="16535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9" b="0">
                <a:solidFill>
                  <a:srgbClr val="000000"/>
                </a:solidFill>
                <a:latin typeface="Arial"/>
              </a:rPr>
              <a:t>Post in respective channel</a:t>
            </a:r>
          </a:p>
        </p:txBody>
      </p:sp>
      <p:pic>
        <p:nvPicPr>
          <p:cNvPr id="55" name="Picture 54" descr="Sunway University: Ranking, Fees &amp; Courses">
            <a:extLst>
              <a:ext uri="{FF2B5EF4-FFF2-40B4-BE49-F238E27FC236}">
                <a16:creationId xmlns:a16="http://schemas.microsoft.com/office/drawing/2014/main" id="{DE68FEAE-7C0A-828C-6A24-1F9A863CA9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0328" y="0"/>
            <a:ext cx="575974" cy="345584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7D863728-07DB-DBD0-CCF5-A21F8F4E5CFB}"/>
              </a:ext>
            </a:extLst>
          </p:cNvPr>
          <p:cNvSpPr txBox="1"/>
          <p:nvPr/>
        </p:nvSpPr>
        <p:spPr>
          <a:xfrm>
            <a:off x="1735429" y="2764760"/>
            <a:ext cx="4024579" cy="17650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 dirty="0">
                <a:solidFill>
                  <a:srgbClr val="000000"/>
                </a:solidFill>
                <a:latin typeface="Josefin Sans"/>
              </a:rPr>
              <a:t>Session </a:t>
            </a:r>
            <a:r>
              <a:rPr lang="en-US" sz="896" b="0" dirty="0">
                <a:solidFill>
                  <a:srgbClr val="000000"/>
                </a:solidFill>
                <a:latin typeface="Josefin Sans"/>
              </a:rPr>
              <a:t>4</a:t>
            </a:r>
            <a:r>
              <a:rPr sz="896" b="0" dirty="0">
                <a:solidFill>
                  <a:srgbClr val="000000"/>
                </a:solidFill>
                <a:latin typeface="Josefin Sans"/>
              </a:rPr>
              <a:t>: </a:t>
            </a:r>
            <a:r>
              <a:rPr lang="en-US" sz="896" b="0" dirty="0">
                <a:solidFill>
                  <a:srgbClr val="000000"/>
                </a:solidFill>
                <a:latin typeface="Josefin Sans"/>
              </a:rPr>
              <a:t>Wednesday</a:t>
            </a:r>
            <a:r>
              <a:rPr sz="896" b="0" dirty="0">
                <a:solidFill>
                  <a:srgbClr val="000000"/>
                </a:solidFill>
                <a:latin typeface="Cambria Math"/>
              </a:rPr>
              <a:t> ·</a:t>
            </a:r>
            <a:r>
              <a:rPr sz="896" b="0" dirty="0">
                <a:solidFill>
                  <a:srgbClr val="000000"/>
                </a:solidFill>
                <a:latin typeface="Josefin Sans"/>
              </a:rPr>
              <a:t> </a:t>
            </a:r>
            <a:r>
              <a:rPr lang="en-US" sz="896" b="0" dirty="0">
                <a:solidFill>
                  <a:srgbClr val="000000"/>
                </a:solidFill>
                <a:latin typeface="Josefin Sans"/>
              </a:rPr>
              <a:t>14</a:t>
            </a:r>
            <a:r>
              <a:rPr sz="896" b="0" dirty="0">
                <a:solidFill>
                  <a:srgbClr val="000000"/>
                </a:solidFill>
                <a:latin typeface="Josefin Sans"/>
              </a:rPr>
              <a:t>:00 – 1</a:t>
            </a:r>
            <a:r>
              <a:rPr lang="en-US" sz="896" b="0" dirty="0">
                <a:solidFill>
                  <a:srgbClr val="000000"/>
                </a:solidFill>
                <a:latin typeface="Josefin Sans"/>
              </a:rPr>
              <a:t>6</a:t>
            </a:r>
            <a:r>
              <a:rPr sz="896" b="0" dirty="0">
                <a:solidFill>
                  <a:srgbClr val="000000"/>
                </a:solidFill>
                <a:latin typeface="Josefin Sans"/>
              </a:rPr>
              <a:t>:00 (</a:t>
            </a:r>
            <a:r>
              <a:rPr lang="en-US" sz="896" dirty="0">
                <a:solidFill>
                  <a:srgbClr val="000000"/>
                </a:solidFill>
                <a:latin typeface="Josefin Sans"/>
              </a:rPr>
              <a:t>Advanced Computer Lab 1</a:t>
            </a:r>
            <a:r>
              <a:rPr sz="896" b="0" dirty="0">
                <a:solidFill>
                  <a:srgbClr val="000000"/>
                </a:solidFill>
                <a:latin typeface="Josefin Sans"/>
              </a:rPr>
              <a:t>)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4E2DE78-299F-1B84-4169-6CC1F2EADAE5}"/>
              </a:ext>
            </a:extLst>
          </p:cNvPr>
          <p:cNvSpPr txBox="1"/>
          <p:nvPr/>
        </p:nvSpPr>
        <p:spPr>
          <a:xfrm>
            <a:off x="1746894" y="1605605"/>
            <a:ext cx="3995204" cy="17650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 dirty="0">
                <a:solidFill>
                  <a:srgbClr val="000000"/>
                </a:solidFill>
                <a:latin typeface="Josefin Sans"/>
              </a:rPr>
              <a:t>Session 1: </a:t>
            </a:r>
            <a:r>
              <a:rPr lang="en-US" sz="896" b="0" dirty="0">
                <a:solidFill>
                  <a:srgbClr val="000000"/>
                </a:solidFill>
                <a:latin typeface="Josefin Sans"/>
              </a:rPr>
              <a:t>Tuesday</a:t>
            </a:r>
            <a:r>
              <a:rPr sz="896" b="0" dirty="0">
                <a:solidFill>
                  <a:srgbClr val="000000"/>
                </a:solidFill>
                <a:latin typeface="Cambria Math"/>
              </a:rPr>
              <a:t> ·</a:t>
            </a:r>
            <a:r>
              <a:rPr sz="896" b="0" dirty="0">
                <a:solidFill>
                  <a:srgbClr val="000000"/>
                </a:solidFill>
                <a:latin typeface="Josefin Sans"/>
              </a:rPr>
              <a:t> 1</a:t>
            </a:r>
            <a:r>
              <a:rPr lang="en-US" sz="896" b="0" dirty="0">
                <a:solidFill>
                  <a:srgbClr val="000000"/>
                </a:solidFill>
                <a:latin typeface="Josefin Sans"/>
              </a:rPr>
              <a:t>4</a:t>
            </a:r>
            <a:r>
              <a:rPr sz="896" b="0" dirty="0">
                <a:solidFill>
                  <a:srgbClr val="000000"/>
                </a:solidFill>
                <a:latin typeface="Josefin Sans"/>
              </a:rPr>
              <a:t>:00 – 1</a:t>
            </a:r>
            <a:r>
              <a:rPr lang="en-US" sz="896" b="0" dirty="0">
                <a:solidFill>
                  <a:srgbClr val="000000"/>
                </a:solidFill>
                <a:latin typeface="Josefin Sans"/>
              </a:rPr>
              <a:t>6</a:t>
            </a:r>
            <a:r>
              <a:rPr sz="896" b="0" dirty="0">
                <a:solidFill>
                  <a:srgbClr val="000000"/>
                </a:solidFill>
                <a:latin typeface="Josefin Sans"/>
              </a:rPr>
              <a:t>:00 (</a:t>
            </a:r>
            <a:r>
              <a:rPr lang="en-US" sz="896" b="0" dirty="0">
                <a:solidFill>
                  <a:srgbClr val="000000"/>
                </a:solidFill>
                <a:latin typeface="Josefin Sans"/>
              </a:rPr>
              <a:t>Uni Lecture </a:t>
            </a:r>
            <a:r>
              <a:rPr lang="en-US" sz="896" b="0" dirty="0" err="1">
                <a:solidFill>
                  <a:srgbClr val="000000"/>
                </a:solidFill>
                <a:latin typeface="Josefin Sans"/>
              </a:rPr>
              <a:t>Threater</a:t>
            </a:r>
            <a:r>
              <a:rPr lang="en-US" sz="896" b="0" dirty="0">
                <a:solidFill>
                  <a:srgbClr val="000000"/>
                </a:solidFill>
                <a:latin typeface="Josefin Sans"/>
              </a:rPr>
              <a:t> 4</a:t>
            </a:r>
            <a:r>
              <a:rPr sz="896" b="0" dirty="0">
                <a:solidFill>
                  <a:srgbClr val="000000"/>
                </a:solidFill>
                <a:latin typeface="Josefin Sans"/>
              </a:rPr>
              <a:t>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5759996" cy="323999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01605" y="3061969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Freeform 3"/>
          <p:cNvSpPr/>
          <p:nvPr/>
        </p:nvSpPr>
        <p:spPr>
          <a:xfrm>
            <a:off x="44196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Freeform 4"/>
          <p:cNvSpPr/>
          <p:nvPr/>
        </p:nvSpPr>
        <p:spPr>
          <a:xfrm>
            <a:off x="4597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753748" y="3072091"/>
            <a:ext cx="43019" cy="30366"/>
          </a:xfrm>
          <a:prstGeom prst="rect">
            <a:avLst/>
          </a:prstGeom>
          <a:noFill/>
          <a:ln w="5060">
            <a:solidFill>
              <a:srgbClr val="99A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 flipV="1">
            <a:off x="4764240" y="3061817"/>
            <a:ext cx="0" cy="1016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64240" y="3061817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07421" y="3061817"/>
            <a:ext cx="0" cy="3048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797260" y="3092297"/>
            <a:ext cx="1016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774400" y="3051656"/>
            <a:ext cx="0" cy="1016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4400" y="3051656"/>
            <a:ext cx="43181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17581" y="3051656"/>
            <a:ext cx="0" cy="30481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807421" y="3082137"/>
            <a:ext cx="10160" cy="0"/>
          </a:xfrm>
          <a:prstGeom prst="line">
            <a:avLst/>
          </a:prstGeom>
          <a:ln w="5060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46863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Freeform 15"/>
          <p:cNvSpPr/>
          <p:nvPr/>
        </p:nvSpPr>
        <p:spPr>
          <a:xfrm>
            <a:off x="48641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7" name="Connector 16"/>
          <p:cNvCxnSpPr/>
          <p:nvPr/>
        </p:nvCxnSpPr>
        <p:spPr>
          <a:xfrm>
            <a:off x="5048072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49530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Freeform 18"/>
          <p:cNvSpPr/>
          <p:nvPr/>
        </p:nvSpPr>
        <p:spPr>
          <a:xfrm>
            <a:off x="51308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0" name="Connector 19"/>
          <p:cNvCxnSpPr/>
          <p:nvPr/>
        </p:nvCxnSpPr>
        <p:spPr>
          <a:xfrm>
            <a:off x="5035372" y="3051656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48072" y="30770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035372" y="30897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48072" y="3102457"/>
            <a:ext cx="38101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303965" y="3051656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316665" y="30643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16665" y="3077057"/>
            <a:ext cx="38100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Freeform 26"/>
          <p:cNvSpPr/>
          <p:nvPr/>
        </p:nvSpPr>
        <p:spPr>
          <a:xfrm>
            <a:off x="52324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2" y="3"/>
                </a:moveTo>
                <a:lnTo>
                  <a:pt x="0" y="1"/>
                </a:lnTo>
                <a:lnTo>
                  <a:pt x="2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Freeform 27"/>
          <p:cNvSpPr/>
          <p:nvPr/>
        </p:nvSpPr>
        <p:spPr>
          <a:xfrm>
            <a:off x="5410200" y="3060700"/>
            <a:ext cx="25400" cy="38100"/>
          </a:xfrm>
          <a:custGeom>
            <a:avLst/>
            <a:gdLst/>
            <a:ahLst/>
            <a:cxnLst/>
            <a:rect l="l" t="t" r="r" b="b"/>
            <a:pathLst>
              <a:path w="2" h="3">
                <a:moveTo>
                  <a:pt x="0" y="3"/>
                </a:moveTo>
                <a:lnTo>
                  <a:pt x="2" y="1"/>
                </a:lnTo>
                <a:lnTo>
                  <a:pt x="0" y="0"/>
                </a:lnTo>
                <a:close/>
              </a:path>
            </a:pathLst>
          </a:custGeom>
          <a:solidFill>
            <a:srgbClr val="CC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9" name="Connector 28"/>
          <p:cNvCxnSpPr/>
          <p:nvPr/>
        </p:nvCxnSpPr>
        <p:spPr>
          <a:xfrm>
            <a:off x="5303965" y="30897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6665" y="3102457"/>
            <a:ext cx="38100" cy="0"/>
          </a:xfrm>
          <a:prstGeom prst="line">
            <a:avLst/>
          </a:prstGeom>
          <a:ln w="7591">
            <a:solidFill>
              <a:srgbClr val="CCD6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572544" y="3051656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585244" y="30643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585244" y="30770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572544" y="30897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585244" y="3102457"/>
            <a:ext cx="38101" cy="0"/>
          </a:xfrm>
          <a:prstGeom prst="line">
            <a:avLst/>
          </a:prstGeom>
          <a:ln w="7591">
            <a:solidFill>
              <a:srgbClr val="99AD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0" y="3146742"/>
            <a:ext cx="2880004" cy="93256"/>
          </a:xfrm>
          <a:prstGeom prst="rect">
            <a:avLst/>
          </a:prstGeom>
          <a:solidFill>
            <a:srgbClr val="26A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2880004" y="3146742"/>
            <a:ext cx="2880004" cy="93256"/>
          </a:xfrm>
          <a:prstGeom prst="rect">
            <a:avLst/>
          </a:prstGeom>
          <a:solidFill>
            <a:srgbClr val="003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703" y="88661"/>
            <a:ext cx="575974" cy="20611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8000" y="127151"/>
            <a:ext cx="5677395" cy="282404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4" b="1">
                <a:solidFill>
                  <a:srgbClr val="914300"/>
                </a:solidFill>
                <a:latin typeface="Josefin Sans"/>
              </a:rPr>
              <a:t>References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3155" y="959373"/>
            <a:ext cx="5272240" cy="17650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Josefin Sans"/>
              </a:rPr>
              <a:t>1.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Lucci, S, &amp; Kopec, D. (2016). Artificial Intelligence in the 21st Century – 2nd ed. Mercury Learning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7095" y="1098552"/>
            <a:ext cx="5148301" cy="17650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and Information.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91299" y="1288341"/>
            <a:ext cx="5294097" cy="17650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Josefin Sans"/>
              </a:rPr>
              <a:t>2.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Negnevitsky, M. (2005). Artificial Intelligence: A Guide to Intelligent Systems – 2nd ed. Addison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7095" y="1427520"/>
            <a:ext cx="5148301" cy="17650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Wesley.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9813" y="1617309"/>
            <a:ext cx="5295582" cy="17650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Josefin Sans"/>
              </a:rPr>
              <a:t>3.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Engelbrecht, A. P. (2007). Computational Intelligence: An Introduction – 2nd ed. Wiley.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0041" y="1807098"/>
            <a:ext cx="5295354" cy="17650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Josefin Sans"/>
              </a:rPr>
              <a:t>4.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Konar, A. (2005). Computational Intelligence: Principles, Techniques and Applications. Springer.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9013" y="1996886"/>
            <a:ext cx="5296383" cy="17650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Josefin Sans"/>
              </a:rPr>
              <a:t>5.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Rutkowski, L. (2010). Computational Intelligence: Methods and Techniques. Springer.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8784" y="2186675"/>
            <a:ext cx="5296611" cy="17650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3373"/>
                </a:solidFill>
                <a:latin typeface="Josefin Sans"/>
              </a:rPr>
              <a:t>6.</a:t>
            </a:r>
            <a:r>
              <a:rPr sz="896" b="0">
                <a:solidFill>
                  <a:srgbClr val="000000"/>
                </a:solidFill>
                <a:latin typeface="Josefin Sans"/>
              </a:rPr>
              <a:t> Eberhart, R. &amp; Shi, Y. (2007). Computational Intelligence: Concepts to Implementations. Morgan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7095" y="2325854"/>
            <a:ext cx="5148301" cy="17650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96" b="0">
                <a:solidFill>
                  <a:srgbClr val="000000"/>
                </a:solidFill>
                <a:latin typeface="Josefin Sans"/>
              </a:rPr>
              <a:t>Kaufmann, Elsevier.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940680" y="3150917"/>
            <a:ext cx="844715" cy="11766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1">
                <a:solidFill>
                  <a:srgbClr val="FFFFFF"/>
                </a:solidFill>
                <a:latin typeface="Josefin Sans"/>
              </a:rPr>
              <a:t>Created with L</a:t>
            </a:r>
            <a:r>
              <a:rPr sz="498" b="1">
                <a:solidFill>
                  <a:srgbClr val="FFFFFF"/>
                </a:solidFill>
                <a:latin typeface="Josefin Sans"/>
              </a:rPr>
              <a:t>A</a:t>
            </a:r>
            <a:r>
              <a:rPr sz="597" b="1">
                <a:solidFill>
                  <a:srgbClr val="FFFFFF"/>
                </a:solidFill>
                <a:latin typeface="Josefin Sans"/>
              </a:rPr>
              <a:t>TEX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6473" y="3150693"/>
            <a:ext cx="118922" cy="11766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97" b="0">
                <a:solidFill>
                  <a:srgbClr val="FFFFFF"/>
                </a:solidFill>
                <a:latin typeface="Josefin Sans"/>
              </a:rPr>
              <a:t>7</a:t>
            </a:r>
          </a:p>
        </p:txBody>
      </p:sp>
      <p:pic>
        <p:nvPicPr>
          <p:cNvPr id="53" name="Picture 52" descr="Sunway University: Ranking, Fees &amp; Courses">
            <a:extLst>
              <a:ext uri="{FF2B5EF4-FFF2-40B4-BE49-F238E27FC236}">
                <a16:creationId xmlns:a16="http://schemas.microsoft.com/office/drawing/2014/main" id="{FCC7F5FC-98FD-C6F5-5A64-27DC482F7E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0328" y="0"/>
            <a:ext cx="575974" cy="34558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9284" y="479056"/>
            <a:ext cx="4181140" cy="14348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8" b="0">
                <a:solidFill>
                  <a:srgbClr val="0D3361"/>
                </a:solidFill>
                <a:latin typeface="Arial"/>
              </a:rPr>
              <a:t>CSC3034 Current Course Update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9284" y="722056"/>
            <a:ext cx="4181140" cy="23914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14" b="1">
                <a:solidFill>
                  <a:srgbClr val="0D3361"/>
                </a:solidFill>
                <a:latin typeface="Arial"/>
              </a:rPr>
              <a:t>00 Briefing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9284" y="1027928"/>
            <a:ext cx="4181140" cy="11957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607" b="0" dirty="0" err="1">
                <a:solidFill>
                  <a:srgbClr val="1A1A1A"/>
                </a:solidFill>
                <a:latin typeface="Arial"/>
              </a:rPr>
              <a:t>Synchronised</a:t>
            </a:r>
            <a:r>
              <a:rPr sz="607" b="0" dirty="0">
                <a:solidFill>
                  <a:srgbClr val="1A1A1A"/>
                </a:solidFill>
                <a:latin typeface="Arial"/>
              </a:rPr>
              <a:t> from the current CSC3034 course site on </a:t>
            </a:r>
            <a:r>
              <a:rPr lang="en-US" sz="607" b="0" dirty="0">
                <a:solidFill>
                  <a:srgbClr val="1A1A1A"/>
                </a:solidFill>
                <a:latin typeface="Arial"/>
              </a:rPr>
              <a:t>29</a:t>
            </a:r>
            <a:r>
              <a:rPr sz="607" b="0" dirty="0">
                <a:solidFill>
                  <a:srgbClr val="1A1A1A"/>
                </a:solidFill>
                <a:latin typeface="Arial"/>
              </a:rPr>
              <a:t> </a:t>
            </a:r>
            <a:r>
              <a:rPr lang="en-US" sz="607" b="0" dirty="0">
                <a:solidFill>
                  <a:srgbClr val="1A1A1A"/>
                </a:solidFill>
                <a:latin typeface="Arial"/>
              </a:rPr>
              <a:t>September</a:t>
            </a:r>
            <a:r>
              <a:rPr sz="607" b="0" dirty="0">
                <a:solidFill>
                  <a:srgbClr val="1A1A1A"/>
                </a:solidFill>
                <a:latin typeface="Arial"/>
              </a:rPr>
              <a:t> 2026.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998" y="1367356"/>
            <a:ext cx="4065426" cy="11957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1A1A1A"/>
                </a:solidFill>
                <a:latin typeface="Arial"/>
              </a:rPr>
              <a:t>•  Current delivery: eight practicals scheduled from Week 2 to Week 12.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998" y="1629642"/>
            <a:ext cx="4065426" cy="11957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>
                <a:solidFill>
                  <a:srgbClr val="1A1A1A"/>
                </a:solidFill>
                <a:latin typeface="Arial"/>
              </a:rPr>
              <a:t>•  Isaac Sim 6.0 uses workstation archives; Omniverse Launcher is retired.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998" y="1891927"/>
            <a:ext cx="4065426" cy="11957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7" b="0" dirty="0">
                <a:solidFill>
                  <a:srgbClr val="1A1A1A"/>
                </a:solidFill>
                <a:latin typeface="Arial"/>
              </a:rPr>
              <a:t>•  CPU/Matplotlib fallbacks remain available when an RTX workstation is unavailable.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9284" y="2670916"/>
            <a:ext cx="4181140" cy="13152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8" b="1">
                <a:solidFill>
                  <a:srgbClr val="0D3361"/>
                </a:solidFill>
                <a:latin typeface="Arial"/>
              </a:rPr>
              <a:t>Current materials author: Dr Tang Tiong Yew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9284" y="2856791"/>
            <a:ext cx="4181140" cy="107614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6" b="0">
                <a:solidFill>
                  <a:srgbClr val="0D3361"/>
                </a:solidFill>
                <a:latin typeface="Arial"/>
              </a:rPr>
              <a:t>See the synchronized lab notes and runnable examples for full instructions.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87</TotalTime>
  <Words>677</Words>
  <Application>Microsoft Office PowerPoint</Application>
  <PresentationFormat>Custom</PresentationFormat>
  <Paragraphs>145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Arial</vt:lpstr>
      <vt:lpstr>Calibri</vt:lpstr>
      <vt:lpstr>Cambria Math</vt:lpstr>
      <vt:lpstr>Courier</vt:lpstr>
      <vt:lpstr>Josefin Sans</vt:lpstr>
      <vt:lpstr>MSAM10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00 Briefing</dc:title>
  <dc:subject>Editable objects converted from 00 Briefing.pdf</dc:subject>
  <dc:creator/>
  <cp:keywords/>
  <dc:description>generated using python-pptx</dc:description>
  <cp:lastModifiedBy>Dr Tang Tiong Yew</cp:lastModifiedBy>
  <cp:revision>1</cp:revision>
  <dcterms:created xsi:type="dcterms:W3CDTF">2013-01-27T09:14:16Z</dcterms:created>
  <dcterms:modified xsi:type="dcterms:W3CDTF">2026-09-29T05:21:27Z</dcterms:modified>
  <cp:category/>
</cp:coreProperties>
</file>