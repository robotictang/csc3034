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0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Briefing</dc:title>
  <dc:subject>Converted from 00 Briefing.pdf; 8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