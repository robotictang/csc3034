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Unsupervised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Learning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ANN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0338" y="3150917"/>
            <a:ext cx="8950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490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Recap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61060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Unsupervised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Learning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7816" y="1868721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Hebbian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7816" y="2126835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0337" y="3150918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4123" y="3150694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417138" y="1781371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465842" y="1974087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37842" y="1830088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37842" y="1830088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457224" y="2167799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83006" y="1452622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9558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583006" y="2210072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955800" y="2197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87071" y="1708892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6162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287071" y="1969427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616200" y="1955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989443" y="1902078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782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537846" y="2050621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517900" y="2019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661084" y="1902078"/>
            <a:ext cx="4671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1148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Recap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8826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(Rosenblatt’s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perceptron)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4863" y="1806088"/>
            <a:ext cx="3040532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03396" y="2201915"/>
            <a:ext cx="2281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02226" y="1841146"/>
            <a:ext cx="15831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1616" y="1566978"/>
            <a:ext cx="37237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61616" y="2059497"/>
            <a:ext cx="37237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95031" y="1320726"/>
            <a:ext cx="43903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5031" y="2305763"/>
            <a:ext cx="43903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7970" y="1155755"/>
            <a:ext cx="44974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628861" y="1394705"/>
            <a:ext cx="31565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49968" y="1566778"/>
            <a:ext cx="32354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5514" y="1396610"/>
            <a:ext cx="23998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56622" y="1568682"/>
            <a:ext cx="24287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43654" y="1648273"/>
            <a:ext cx="17417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54654" y="2382638"/>
            <a:ext cx="25307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90337" y="3150917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74250" y="1289602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74250" y="1649607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4250" y="2009611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921165" y="1403476"/>
            <a:ext cx="12525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0320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921165" y="1763481"/>
            <a:ext cx="12525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0320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921165" y="2123485"/>
            <a:ext cx="12525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0320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53919" y="1426243"/>
            <a:ext cx="483268" cy="120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7178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53919" y="1471769"/>
            <a:ext cx="508110" cy="381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432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253919" y="1619885"/>
            <a:ext cx="483268" cy="120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178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2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53919" y="1786247"/>
            <a:ext cx="482414" cy="1206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7178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253919" y="1673552"/>
            <a:ext cx="508814" cy="3816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743200" y="1663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253919" y="1980103"/>
            <a:ext cx="482414" cy="1206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7178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003920" y="1440254"/>
            <a:ext cx="451793" cy="1129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4417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03920" y="1613748"/>
            <a:ext cx="455110" cy="1137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441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982680" y="1658369"/>
            <a:ext cx="499357" cy="3745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4544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2983384" y="1494466"/>
            <a:ext cx="498134" cy="37359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4544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004774" y="1799429"/>
            <a:ext cx="454256" cy="11357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441700" y="1778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1"/>
                </a:moveTo>
                <a:lnTo>
                  <a:pt x="0" y="0"/>
                </a:lnTo>
                <a:lnTo>
                  <a:pt x="1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004774" y="1973966"/>
            <a:ext cx="451568" cy="1128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441700" y="2057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3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729186" y="1403476"/>
            <a:ext cx="956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8100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725766" y="1763481"/>
            <a:ext cx="9904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38100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728537" y="2123485"/>
            <a:ext cx="9627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8100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162819" y="1223474"/>
            <a:ext cx="1399529" cy="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3543300" y="119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0" y="0"/>
                </a:lnTo>
                <a:lnTo>
                  <a:pt x="1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2203308" y="2483490"/>
            <a:ext cx="1399529" cy="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2159000" y="2451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0" y="3"/>
                </a:moveTo>
                <a:lnTo>
                  <a:pt x="5" y="5"/>
                </a:lnTo>
                <a:lnTo>
                  <a:pt x="3" y="3"/>
                </a:lnTo>
                <a:lnTo>
                  <a:pt x="5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Recap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3" y="79093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33168" y="1314630"/>
            <a:ext cx="4052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33168" y="1674624"/>
            <a:ext cx="4052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33168" y="2034631"/>
            <a:ext cx="4052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40991" y="1337936"/>
            <a:ext cx="36444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27693" y="1697930"/>
            <a:ext cx="36577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26792" y="2057277"/>
            <a:ext cx="36586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46933" y="1517933"/>
            <a:ext cx="29384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46310" y="1877280"/>
            <a:ext cx="29390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72" y="1337276"/>
            <a:ext cx="22192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569842" y="1697930"/>
            <a:ext cx="22155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67213" y="2057277"/>
            <a:ext cx="22181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898797" y="1311556"/>
            <a:ext cx="18865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98797" y="1671551"/>
            <a:ext cx="18865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98797" y="2031545"/>
            <a:ext cx="18865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991931" y="2336064"/>
            <a:ext cx="3793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84334" y="2336064"/>
            <a:ext cx="3101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08552" y="2336064"/>
            <a:ext cx="23768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16555" y="1069714"/>
            <a:ext cx="31688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2473" y="2532145"/>
            <a:ext cx="31629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90337" y="3150917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3285" y="3150693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Supervised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1029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36109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57693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9128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discrepancy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200712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0337" y="3150917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2599" y="3150693"/>
            <a:ext cx="122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Unsupervised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7588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self-organised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169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purpose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23279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4471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6629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data/signals/patterns,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83505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categories.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204939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Self-organising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26524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networks,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24795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0336" y="3150919"/>
            <a:ext cx="895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446" y="3150695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Hebb’s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5757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neuropsychologist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Donald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1949.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1568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5699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excite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repeatedly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participates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74199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activation,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166" y="2052487"/>
            <a:ext cx="51232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strengthened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94496" y="2224560"/>
            <a:ext cx="3290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0339" y="3150915"/>
            <a:ext cx="8950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6474" y="3150691"/>
            <a:ext cx="118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714500" y="20574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3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5" y="14"/>
                </a:lnTo>
                <a:lnTo>
                  <a:pt x="7" y="14"/>
                </a:lnTo>
                <a:lnTo>
                  <a:pt x="8" y="14"/>
                </a:lnTo>
                <a:lnTo>
                  <a:pt x="9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3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425700" y="2425700"/>
            <a:ext cx="190500" cy="177800"/>
          </a:xfrm>
          <a:custGeom>
            <a:avLst/>
            <a:gdLst/>
            <a:ahLst/>
            <a:cxnLst/>
            <a:rect l="l" t="t" r="r" b="b"/>
            <a:pathLst>
              <a:path w="15" h="14">
                <a:moveTo>
                  <a:pt x="15" y="7"/>
                </a:moveTo>
                <a:lnTo>
                  <a:pt x="14" y="5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3" y="1"/>
                </a:lnTo>
                <a:lnTo>
                  <a:pt x="2" y="2"/>
                </a:lnTo>
                <a:lnTo>
                  <a:pt x="2" y="3"/>
                </a:lnTo>
                <a:lnTo>
                  <a:pt x="1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1"/>
                </a:lnTo>
                <a:lnTo>
                  <a:pt x="2" y="12"/>
                </a:lnTo>
                <a:lnTo>
                  <a:pt x="3" y="12"/>
                </a:lnTo>
                <a:lnTo>
                  <a:pt x="5" y="13"/>
                </a:lnTo>
                <a:lnTo>
                  <a:pt x="6" y="14"/>
                </a:lnTo>
                <a:lnTo>
                  <a:pt x="7" y="14"/>
                </a:lnTo>
                <a:lnTo>
                  <a:pt x="9" y="14"/>
                </a:lnTo>
                <a:lnTo>
                  <a:pt x="10" y="13"/>
                </a:lnTo>
                <a:lnTo>
                  <a:pt x="11" y="12"/>
                </a:lnTo>
                <a:lnTo>
                  <a:pt x="12" y="12"/>
                </a:lnTo>
                <a:lnTo>
                  <a:pt x="13" y="11"/>
                </a:lnTo>
                <a:lnTo>
                  <a:pt x="14" y="9"/>
                </a:lnTo>
                <a:lnTo>
                  <a:pt x="14" y="8"/>
                </a:lnTo>
                <a:lnTo>
                  <a:pt x="15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149600" y="24257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1"/>
                </a:lnTo>
                <a:lnTo>
                  <a:pt x="2" y="12"/>
                </a:lnTo>
                <a:lnTo>
                  <a:pt x="3" y="12"/>
                </a:lnTo>
                <a:lnTo>
                  <a:pt x="4" y="13"/>
                </a:lnTo>
                <a:lnTo>
                  <a:pt x="6" y="14"/>
                </a:lnTo>
                <a:lnTo>
                  <a:pt x="7" y="14"/>
                </a:lnTo>
                <a:lnTo>
                  <a:pt x="9" y="14"/>
                </a:lnTo>
                <a:lnTo>
                  <a:pt x="10" y="13"/>
                </a:lnTo>
                <a:lnTo>
                  <a:pt x="11" y="12"/>
                </a:lnTo>
                <a:lnTo>
                  <a:pt x="12" y="12"/>
                </a:lnTo>
                <a:lnTo>
                  <a:pt x="13" y="11"/>
                </a:lnTo>
                <a:lnTo>
                  <a:pt x="14" y="9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873500" y="170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3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3"/>
                </a:lnTo>
                <a:lnTo>
                  <a:pt x="5" y="14"/>
                </a:lnTo>
                <a:lnTo>
                  <a:pt x="7" y="14"/>
                </a:lnTo>
                <a:lnTo>
                  <a:pt x="8" y="14"/>
                </a:lnTo>
                <a:lnTo>
                  <a:pt x="10" y="13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3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88707" y="1789696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663700" y="176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488707" y="2149701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6637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488707" y="2509705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663700" y="248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488707" y="2869710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663700" y="2844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892536" y="1789696"/>
            <a:ext cx="509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387600" y="176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882761" y="1831074"/>
            <a:ext cx="531863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387600" y="207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65433" y="1855126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413000" y="240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851328" y="1866684"/>
            <a:ext cx="603325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425700" y="274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1882761" y="1842390"/>
            <a:ext cx="531863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3876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892536" y="2149701"/>
            <a:ext cx="509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3876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882761" y="2191078"/>
            <a:ext cx="518284" cy="259144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62200" y="2413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6" y="4"/>
                </a:moveTo>
                <a:lnTo>
                  <a:pt x="2" y="0"/>
                </a:lnTo>
                <a:lnTo>
                  <a:pt x="3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865433" y="2215130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413000" y="275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865433" y="1873019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4130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1882761" y="2202394"/>
            <a:ext cx="531863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87600" y="219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892536" y="2509705"/>
            <a:ext cx="509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387600" y="248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882761" y="2551083"/>
            <a:ext cx="531863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87600" y="279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1851328" y="1887738"/>
            <a:ext cx="603325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425700" y="186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865433" y="2233024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13000" y="220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882761" y="2562399"/>
            <a:ext cx="531863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387600" y="255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892536" y="2869710"/>
            <a:ext cx="509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387600" y="2844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12544" y="1789696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3111500" y="176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602769" y="1831074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111500" y="207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585442" y="1855126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136900" y="240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2571338" y="1866684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149600" y="274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2602769" y="1842390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1115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612544" y="2149701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1115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602769" y="2191078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111500" y="243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2585442" y="2215130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136900" y="275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2585442" y="1873019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1369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2602769" y="2202394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111500" y="219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612544" y="2509705"/>
            <a:ext cx="494458" cy="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3086100" y="2476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0" y="0"/>
                </a:lnTo>
                <a:lnTo>
                  <a:pt x="2" y="3"/>
                </a:lnTo>
                <a:lnTo>
                  <a:pt x="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602769" y="2551083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111500" y="279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 flipV="1">
            <a:off x="2571338" y="1887738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3149600" y="186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2585442" y="2233024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136900" y="220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602769" y="2562399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3111500" y="255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2612544" y="2869710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3111500" y="2844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3332553" y="1789696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3822700" y="176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3322778" y="1831074"/>
            <a:ext cx="531865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38354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3305451" y="1855126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3848100" y="240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3291346" y="1866684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3873500" y="274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3322778" y="1842390"/>
            <a:ext cx="531865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38354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3332553" y="2149701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38227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3322778" y="2191078"/>
            <a:ext cx="531865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Freeform 124"/>
          <p:cNvSpPr/>
          <p:nvPr/>
        </p:nvSpPr>
        <p:spPr>
          <a:xfrm>
            <a:off x="3835400" y="243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3305451" y="2215130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Freeform 126"/>
          <p:cNvSpPr/>
          <p:nvPr/>
        </p:nvSpPr>
        <p:spPr>
          <a:xfrm>
            <a:off x="3848100" y="275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 flipV="1">
            <a:off x="3305451" y="1883756"/>
            <a:ext cx="560520" cy="56052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3822700" y="1854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0"/>
                </a:moveTo>
                <a:lnTo>
                  <a:pt x="0" y="2"/>
                </a:lnTo>
                <a:lnTo>
                  <a:pt x="3" y="2"/>
                </a:lnTo>
                <a:lnTo>
                  <a:pt x="4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2778" y="2202394"/>
            <a:ext cx="531865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38354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3332553" y="2509705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3822700" y="248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3322778" y="2551083"/>
            <a:ext cx="531865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3835400" y="279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3291346" y="1887738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3873500" y="186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 flipV="1">
            <a:off x="3305451" y="2233024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 138"/>
          <p:cNvSpPr/>
          <p:nvPr/>
        </p:nvSpPr>
        <p:spPr>
          <a:xfrm>
            <a:off x="3848100" y="2209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3322778" y="2562399"/>
            <a:ext cx="531865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Freeform 140"/>
          <p:cNvSpPr/>
          <p:nvPr/>
        </p:nvSpPr>
        <p:spPr>
          <a:xfrm>
            <a:off x="38354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3332553" y="2869710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822700" y="284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4052562" y="1789696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Freeform 144"/>
          <p:cNvSpPr/>
          <p:nvPr/>
        </p:nvSpPr>
        <p:spPr>
          <a:xfrm>
            <a:off x="4229100" y="176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4052562" y="2149701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42291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4052562" y="2509705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4229100" y="248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052562" y="2869710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4229100" y="2844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Hebb’s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law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3" y="6012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1319" y="859361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synchronously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7094" y="103143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increased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4712" y="1289549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asynchronously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37094" y="146162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decreased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503078" y="2475513"/>
            <a:ext cx="32823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18381" y="2468135"/>
            <a:ext cx="2567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79465" y="2063436"/>
            <a:ext cx="4505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75459" y="2032264"/>
            <a:ext cx="1409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90335" y="3150917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663588" y="3150693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714500" y="1092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3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9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3"/>
                </a:lnTo>
                <a:lnTo>
                  <a:pt x="5" y="14"/>
                </a:lnTo>
                <a:lnTo>
                  <a:pt x="7" y="14"/>
                </a:lnTo>
                <a:lnTo>
                  <a:pt x="8" y="14"/>
                </a:lnTo>
                <a:lnTo>
                  <a:pt x="9" y="13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3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425700" y="1447800"/>
            <a:ext cx="190500" cy="177800"/>
          </a:xfrm>
          <a:custGeom>
            <a:avLst/>
            <a:gdLst/>
            <a:ahLst/>
            <a:cxnLst/>
            <a:rect l="l" t="t" r="r" b="b"/>
            <a:pathLst>
              <a:path w="15" h="14">
                <a:moveTo>
                  <a:pt x="15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9" y="0"/>
                </a:lnTo>
                <a:lnTo>
                  <a:pt x="7" y="0"/>
                </a:lnTo>
                <a:lnTo>
                  <a:pt x="6" y="0"/>
                </a:lnTo>
                <a:lnTo>
                  <a:pt x="5" y="1"/>
                </a:lnTo>
                <a:lnTo>
                  <a:pt x="3" y="1"/>
                </a:lnTo>
                <a:lnTo>
                  <a:pt x="2" y="2"/>
                </a:lnTo>
                <a:lnTo>
                  <a:pt x="2" y="3"/>
                </a:lnTo>
                <a:lnTo>
                  <a:pt x="1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1" y="10"/>
                </a:lnTo>
                <a:lnTo>
                  <a:pt x="2" y="11"/>
                </a:lnTo>
                <a:lnTo>
                  <a:pt x="2" y="12"/>
                </a:lnTo>
                <a:lnTo>
                  <a:pt x="3" y="13"/>
                </a:lnTo>
                <a:lnTo>
                  <a:pt x="5" y="14"/>
                </a:lnTo>
                <a:lnTo>
                  <a:pt x="6" y="14"/>
                </a:lnTo>
                <a:lnTo>
                  <a:pt x="7" y="14"/>
                </a:lnTo>
                <a:lnTo>
                  <a:pt x="9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5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149600" y="1447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9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1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9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873500" y="7239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3" y="5"/>
                </a:lnTo>
                <a:lnTo>
                  <a:pt x="13" y="3"/>
                </a:lnTo>
                <a:lnTo>
                  <a:pt x="12" y="2"/>
                </a:lnTo>
                <a:lnTo>
                  <a:pt x="11" y="2"/>
                </a:lnTo>
                <a:lnTo>
                  <a:pt x="10" y="1"/>
                </a:lnTo>
                <a:lnTo>
                  <a:pt x="8" y="1"/>
                </a:lnTo>
                <a:lnTo>
                  <a:pt x="7" y="0"/>
                </a:lnTo>
                <a:lnTo>
                  <a:pt x="5" y="1"/>
                </a:lnTo>
                <a:lnTo>
                  <a:pt x="4" y="1"/>
                </a:lnTo>
                <a:lnTo>
                  <a:pt x="3" y="2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5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3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88709" y="818553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663700" y="80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488709" y="1178557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6637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488709" y="1538561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6637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488709" y="1898566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6637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892537" y="818553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387600" y="80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882762" y="85993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387600" y="110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65435" y="883982"/>
            <a:ext cx="571256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4130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851330" y="895540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4257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1882762" y="871246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3876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892537" y="1178557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3876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882762" y="1219934"/>
            <a:ext cx="518284" cy="259145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62200" y="1435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5"/>
                </a:moveTo>
                <a:lnTo>
                  <a:pt x="2" y="0"/>
                </a:lnTo>
                <a:lnTo>
                  <a:pt x="3" y="3"/>
                </a:lnTo>
                <a:lnTo>
                  <a:pt x="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865435" y="1243986"/>
            <a:ext cx="571256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4130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865435" y="901875"/>
            <a:ext cx="571256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4130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1882762" y="123125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876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892537" y="1538561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3876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882762" y="1579939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876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1851330" y="916594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4257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865435" y="1261880"/>
            <a:ext cx="571256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13000" y="124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882762" y="1591255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3876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892537" y="1898566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3876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12546" y="818553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3111500" y="80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602771" y="85993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111500" y="110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585444" y="883982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1369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2571339" y="895540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1496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2602771" y="871246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1115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612546" y="1178557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1115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602771" y="1219934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1115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2585444" y="1243986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1369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2585444" y="901875"/>
            <a:ext cx="571257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136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2602771" y="123125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1115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612546" y="1538561"/>
            <a:ext cx="494457" cy="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3086100" y="15113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0" y="0"/>
                </a:lnTo>
                <a:lnTo>
                  <a:pt x="2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602771" y="1579939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1115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 flipV="1">
            <a:off x="2571339" y="916594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31496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2585444" y="1261880"/>
            <a:ext cx="571257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136900" y="124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602771" y="1591255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31115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2612546" y="1898566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31115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3332555" y="818553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3822700" y="80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3322780" y="85993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3835400" y="110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3305453" y="883982"/>
            <a:ext cx="571256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38481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3291348" y="895540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38735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3322780" y="871246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3835400" y="86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3332555" y="1178557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3822700" y="115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3322780" y="1219934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Freeform 124"/>
          <p:cNvSpPr/>
          <p:nvPr/>
        </p:nvSpPr>
        <p:spPr>
          <a:xfrm>
            <a:off x="3835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3305453" y="1243986"/>
            <a:ext cx="571256" cy="5712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Freeform 126"/>
          <p:cNvSpPr/>
          <p:nvPr/>
        </p:nvSpPr>
        <p:spPr>
          <a:xfrm>
            <a:off x="38481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 flipV="1">
            <a:off x="3305453" y="912612"/>
            <a:ext cx="560520" cy="560520"/>
          </a:xfrm>
          <a:prstGeom prst="line">
            <a:avLst/>
          </a:prstGeom>
          <a:ln w="1518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3822700" y="889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0"/>
                </a:moveTo>
                <a:lnTo>
                  <a:pt x="0" y="1"/>
                </a:lnTo>
                <a:lnTo>
                  <a:pt x="3" y="2"/>
                </a:lnTo>
                <a:lnTo>
                  <a:pt x="4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2780" y="1231250"/>
            <a:ext cx="531864" cy="2659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3835400" y="121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3332555" y="1538561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3822700" y="152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3322780" y="1579939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3835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3291348" y="916594"/>
            <a:ext cx="603324" cy="904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38735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 flipV="1">
            <a:off x="3305453" y="1261880"/>
            <a:ext cx="571256" cy="5712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 138"/>
          <p:cNvSpPr/>
          <p:nvPr/>
        </p:nvSpPr>
        <p:spPr>
          <a:xfrm>
            <a:off x="3848100" y="124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3322780" y="1591255"/>
            <a:ext cx="531864" cy="2659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Freeform 140"/>
          <p:cNvSpPr/>
          <p:nvPr/>
        </p:nvSpPr>
        <p:spPr>
          <a:xfrm>
            <a:off x="38354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3332555" y="1898566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8227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4052564" y="818553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Freeform 144"/>
          <p:cNvSpPr/>
          <p:nvPr/>
        </p:nvSpPr>
        <p:spPr>
          <a:xfrm>
            <a:off x="4229100" y="80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4052564" y="1178557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42291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4052564" y="1538561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42291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052564" y="1898566"/>
            <a:ext cx="193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42291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Hebb’s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law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03080" y="1504369"/>
            <a:ext cx="32823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18382" y="1496991"/>
            <a:ext cx="25670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79467" y="1092292"/>
            <a:ext cx="45059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375461" y="1061119"/>
            <a:ext cx="1409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59991" y="2138595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Activity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466756" y="2312989"/>
            <a:ext cx="33186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59992" y="2564984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890335" y="3150929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62445" y="3150705"/>
            <a:ext cx="122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Forgetting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factor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2254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3838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weights.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5272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saturation.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1084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non-linear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forgetting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1839" y="1966376"/>
            <a:ext cx="34635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ϕy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626" y="2277113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ϕ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forgetting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0337" y="3150916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1699" y="3150692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295670" y="2025980"/>
            <a:ext cx="89142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Generalised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activity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product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2100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forgetting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2930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generalised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activity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product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0764" y="1604871"/>
            <a:ext cx="35746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ϕy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λx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29237" y="1858610"/>
            <a:ext cx="11561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λ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98972" y="2047369"/>
            <a:ext cx="486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0335" y="3150918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4774" y="3150694"/>
            <a:ext cx="1306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3716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2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663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663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3716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2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1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320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1"/>
                </a:lnTo>
                <a:lnTo>
                  <a:pt x="16" y="2"/>
                </a:lnTo>
                <a:lnTo>
                  <a:pt x="12" y="5"/>
                </a:lnTo>
                <a:lnTo>
                  <a:pt x="8" y="8"/>
                </a:lnTo>
                <a:lnTo>
                  <a:pt x="4" y="12"/>
                </a:lnTo>
                <a:lnTo>
                  <a:pt x="2" y="17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6637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6637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320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5" y="5"/>
                </a:lnTo>
                <a:lnTo>
                  <a:pt x="19" y="8"/>
                </a:lnTo>
                <a:lnTo>
                  <a:pt x="22" y="12"/>
                </a:lnTo>
                <a:lnTo>
                  <a:pt x="25" y="17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666150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320406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Hebbian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17947" y="147415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17947" y="1762969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23500" y="1753341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908" y="1471122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7881" y="1107690"/>
            <a:ext cx="510751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thresholds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j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ran-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0566" y="1222764"/>
            <a:ext cx="512482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ϕ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4552" y="2067843"/>
            <a:ext cx="53108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Compute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03504" y="2069421"/>
            <a:ext cx="408189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2601" y="2004507"/>
            <a:ext cx="385279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1155" y="2174759"/>
            <a:ext cx="3864240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62312" y="2068201"/>
            <a:ext cx="372308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94628" y="201134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generalised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94628" y="21264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558" y="2241846"/>
            <a:ext cx="212783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ϕy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λx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94628" y="24752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98688" y="2476867"/>
            <a:ext cx="168670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94628" y="99307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2796" y="1108153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85787" y="1223226"/>
            <a:ext cx="239960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reach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steady-state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25409" y="1467594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00093" y="1758150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6728" y="1757604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96728" y="1467594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0337" y="3150918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40209" y="3150694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4274" y="936870"/>
            <a:ext cx="180001" cy="180001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4274" y="1296874"/>
            <a:ext cx="180001" cy="180001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274" y="1656879"/>
            <a:ext cx="180001" cy="180001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4274" y="2016883"/>
            <a:ext cx="180001" cy="180001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64274" y="2376888"/>
            <a:ext cx="180001" cy="180001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12620" y="1026871"/>
            <a:ext cx="1238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825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712620" y="1386875"/>
            <a:ext cx="1238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8255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12620" y="1746880"/>
            <a:ext cx="1238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825500" y="1727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712620" y="2106884"/>
            <a:ext cx="1238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825500" y="2082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12620" y="2466889"/>
            <a:ext cx="1238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825500" y="245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46806" y="1026871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367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46806" y="1073128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4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46748" y="1119402"/>
            <a:ext cx="544212" cy="5441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5621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15909" y="1119402"/>
            <a:ext cx="593014" cy="8894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1587500" y="1981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00468" y="1119402"/>
            <a:ext cx="621121" cy="124209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600200" y="2336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046806" y="1079565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1549400" y="106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46806" y="1386875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5367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46806" y="1433132"/>
            <a:ext cx="522089" cy="2610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1549400" y="1663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46748" y="1479407"/>
            <a:ext cx="544212" cy="5441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621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15909" y="1479407"/>
            <a:ext cx="593014" cy="8894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87500" y="234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1046748" y="1110192"/>
            <a:ext cx="544212" cy="5441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1562100" y="109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1046806" y="1439569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15494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46806" y="1746880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15367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46806" y="1793137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15494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46748" y="1839411"/>
            <a:ext cx="544212" cy="5441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15621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1015909" y="1124912"/>
            <a:ext cx="593014" cy="8894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Freeform 81"/>
          <p:cNvSpPr/>
          <p:nvPr/>
        </p:nvSpPr>
        <p:spPr>
          <a:xfrm>
            <a:off x="1587500" y="110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046748" y="1470197"/>
            <a:ext cx="544212" cy="5441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5621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1046806" y="1799574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15494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046806" y="2106884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15367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046806" y="2153141"/>
            <a:ext cx="522089" cy="2610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15494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1000468" y="1132259"/>
            <a:ext cx="621121" cy="124209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600200" y="110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3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1015909" y="1484916"/>
            <a:ext cx="593014" cy="8894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5875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1046748" y="1830201"/>
            <a:ext cx="544212" cy="5441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15621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1046806" y="2159578"/>
            <a:ext cx="522089" cy="261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549400" y="214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1046806" y="2466889"/>
            <a:ext cx="509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536700" y="245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766815" y="1026871"/>
            <a:ext cx="1294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Freeform 101"/>
          <p:cNvSpPr/>
          <p:nvPr/>
        </p:nvSpPr>
        <p:spPr>
          <a:xfrm>
            <a:off x="18796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766815" y="1386875"/>
            <a:ext cx="1294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8796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1766815" y="1746880"/>
            <a:ext cx="1294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1879600" y="1727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766815" y="2106884"/>
            <a:ext cx="1294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Freeform 107"/>
          <p:cNvSpPr/>
          <p:nvPr/>
        </p:nvSpPr>
        <p:spPr>
          <a:xfrm>
            <a:off x="1879600" y="2082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1766815" y="2466889"/>
            <a:ext cx="1294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1879600" y="245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4623" y="938037"/>
            <a:ext cx="52607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4623" y="1298031"/>
            <a:ext cx="52607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24623" y="1658038"/>
            <a:ext cx="52607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4623" y="2018032"/>
            <a:ext cx="52607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4623" y="2378039"/>
            <a:ext cx="52607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632" y="963246"/>
            <a:ext cx="48657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9632" y="1323240"/>
            <a:ext cx="48657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19632" y="1683235"/>
            <a:ext cx="48657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19632" y="2043242"/>
            <a:ext cx="48657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9632" y="2403236"/>
            <a:ext cx="48657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39633" y="963246"/>
            <a:ext cx="41457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39633" y="1323240"/>
            <a:ext cx="41457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39633" y="1683235"/>
            <a:ext cx="41457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39633" y="2043242"/>
            <a:ext cx="41457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39633" y="2403236"/>
            <a:ext cx="41457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70252" y="934951"/>
            <a:ext cx="3815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70252" y="1294958"/>
            <a:ext cx="3815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70252" y="1654952"/>
            <a:ext cx="3815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70252" y="2014959"/>
            <a:ext cx="3815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970252" y="2374953"/>
            <a:ext cx="3815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57271" y="654689"/>
            <a:ext cx="33281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53562" y="1240740"/>
            <a:ext cx="31318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38131" y="866914"/>
            <a:ext cx="28472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38131" y="1044548"/>
            <a:ext cx="28472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09835" y="897866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9835" y="1068668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09835" y="1239483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009835" y="1410285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009835" y="1581100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63607" y="866914"/>
            <a:ext cx="27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63607" y="1044548"/>
            <a:ext cx="27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648645" y="1240740"/>
            <a:ext cx="21367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933227" y="866914"/>
            <a:ext cx="18521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33227" y="1044548"/>
            <a:ext cx="18521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004918" y="897866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004918" y="1068668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004918" y="1239483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004918" y="1410285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004918" y="1581100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58690" y="866914"/>
            <a:ext cx="17267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058690" y="1044548"/>
            <a:ext cx="17267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43741" y="1240740"/>
            <a:ext cx="11416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28310" y="866914"/>
            <a:ext cx="8570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928310" y="1044548"/>
            <a:ext cx="8570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00014" y="897866"/>
            <a:ext cx="7853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00014" y="1068668"/>
            <a:ext cx="7853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0014" y="1239483"/>
            <a:ext cx="7853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000014" y="1410285"/>
            <a:ext cx="7853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00014" y="1581100"/>
            <a:ext cx="7853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53786" y="866914"/>
            <a:ext cx="731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053786" y="1044548"/>
            <a:ext cx="731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653562" y="2368081"/>
            <a:ext cx="31318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938131" y="1994254"/>
            <a:ext cx="28472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938131" y="2171889"/>
            <a:ext cx="28472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009835" y="2025207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009835" y="2196009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009835" y="2366824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09835" y="2537626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09835" y="2708441"/>
            <a:ext cx="27755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063607" y="1994254"/>
            <a:ext cx="27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063607" y="2171889"/>
            <a:ext cx="27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48645" y="2368081"/>
            <a:ext cx="21367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33226" y="1994254"/>
            <a:ext cx="1852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33226" y="2171889"/>
            <a:ext cx="1852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004918" y="2025206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004918" y="2196008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004918" y="2366823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004918" y="2537626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004918" y="2708441"/>
            <a:ext cx="178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58690" y="1994254"/>
            <a:ext cx="17267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058690" y="2171889"/>
            <a:ext cx="17267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890337" y="3150917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09425" y="1353257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425" y="1571071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9425" y="1788884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425" y="2006698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425" y="2224511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17670" y="1407710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787400" y="1397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717670" y="1625524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7874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17670" y="1843337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7874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717670" y="2061151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7874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17670" y="2278964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7874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919862" y="1407710"/>
            <a:ext cx="294569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1938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919862" y="1435697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2192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919827" y="1463695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231900" y="1778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901169" y="1463695"/>
            <a:ext cx="358791" cy="538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1244600" y="1981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91827" y="1463695"/>
            <a:ext cx="375796" cy="75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257300" y="2197100"/>
            <a:ext cx="12700" cy="38100"/>
          </a:xfrm>
          <a:custGeom>
            <a:avLst/>
            <a:gdLst/>
            <a:ahLst/>
            <a:cxnLst/>
            <a:rect l="l" t="t" r="r" b="b"/>
            <a:pathLst>
              <a:path w="1" h="3">
                <a:moveTo>
                  <a:pt x="1" y="3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19862" y="1439592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1219200" y="143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919862" y="1625524"/>
            <a:ext cx="294569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193800" y="1600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919862" y="1653511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1219200" y="1790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19827" y="1681508"/>
            <a:ext cx="329265" cy="329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231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901169" y="1681508"/>
            <a:ext cx="358791" cy="5381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2446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919827" y="1458123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12319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919862" y="1657405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12192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919862" y="1843337"/>
            <a:ext cx="294569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1193800" y="181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919862" y="1871324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1219200" y="2019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19827" y="1899322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12319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901169" y="1467028"/>
            <a:ext cx="358791" cy="5381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Freeform 81"/>
          <p:cNvSpPr/>
          <p:nvPr/>
        </p:nvSpPr>
        <p:spPr>
          <a:xfrm>
            <a:off x="1244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919827" y="1675936"/>
            <a:ext cx="329265" cy="329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231900" y="166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919862" y="1875219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12192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919862" y="2061151"/>
            <a:ext cx="294569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1193800" y="203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919862" y="2089138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1219200" y="223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891827" y="1471474"/>
            <a:ext cx="375796" cy="75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257300" y="1460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901169" y="1684842"/>
            <a:ext cx="358791" cy="538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244600" y="1676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919827" y="1893749"/>
            <a:ext cx="329265" cy="329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1231900" y="1879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919862" y="2093032"/>
            <a:ext cx="315880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2192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919862" y="2278964"/>
            <a:ext cx="294569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193800" y="226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355489" y="1407710"/>
            <a:ext cx="7831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Freeform 101"/>
          <p:cNvSpPr/>
          <p:nvPr/>
        </p:nvSpPr>
        <p:spPr>
          <a:xfrm>
            <a:off x="1422400" y="1397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355489" y="1625524"/>
            <a:ext cx="7831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4224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1355489" y="1843337"/>
            <a:ext cx="7831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14224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355489" y="2061151"/>
            <a:ext cx="7831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Freeform 107"/>
          <p:cNvSpPr/>
          <p:nvPr/>
        </p:nvSpPr>
        <p:spPr>
          <a:xfrm>
            <a:off x="14224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1355489" y="2278964"/>
            <a:ext cx="7831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14224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726995" y="728573"/>
            <a:ext cx="402316" cy="24039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9993" y="60441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934" y="1353956"/>
            <a:ext cx="5181461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3934" y="1571763"/>
            <a:ext cx="5181461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03934" y="1789578"/>
            <a:ext cx="5181461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934" y="2007385"/>
            <a:ext cx="5181461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3934" y="2225200"/>
            <a:ext cx="5181461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2926" y="1369208"/>
            <a:ext cx="4942469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2926" y="1587015"/>
            <a:ext cx="4942469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42926" y="1804830"/>
            <a:ext cx="4942469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2926" y="2022637"/>
            <a:ext cx="4942469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2926" y="2240452"/>
            <a:ext cx="4942469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278548" y="1369208"/>
            <a:ext cx="4506847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78548" y="1587015"/>
            <a:ext cx="4506847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78548" y="1804830"/>
            <a:ext cx="4506847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78548" y="2022637"/>
            <a:ext cx="4506847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78548" y="2240452"/>
            <a:ext cx="4506847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78582" y="1352096"/>
            <a:ext cx="4306813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78582" y="1569903"/>
            <a:ext cx="4306813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478582" y="1787711"/>
            <a:ext cx="4306813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78582" y="2005526"/>
            <a:ext cx="4306813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78582" y="2223333"/>
            <a:ext cx="4306813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432202" y="1365802"/>
            <a:ext cx="33531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2915" y="853809"/>
            <a:ext cx="29824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04070" y="733603"/>
            <a:ext cx="27813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51263" y="793712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80229" y="793712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009094" y="793712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38060" y="793712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67025" y="793712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901264" y="1024611"/>
            <a:ext cx="2884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901264" y="1195426"/>
            <a:ext cx="2884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901264" y="1366228"/>
            <a:ext cx="2884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901264" y="1537043"/>
            <a:ext cx="2884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1264" y="1707858"/>
            <a:ext cx="2884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05226" y="993659"/>
            <a:ext cx="2580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205226" y="1171307"/>
            <a:ext cx="2580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351263" y="1024611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80229" y="1024611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9094" y="1024611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38060" y="1024611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7025" y="1024611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351263" y="1195426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680229" y="1195426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009094" y="1195426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338060" y="1195426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667025" y="1195426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51263" y="1366228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80229" y="1366228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9094" y="1366228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38060" y="1366228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667025" y="1366228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51263" y="1537043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680229" y="1537043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009094" y="1537043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38060" y="1537043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67025" y="1537043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351263" y="1707858"/>
            <a:ext cx="24341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680229" y="1707858"/>
            <a:ext cx="21051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9094" y="1707858"/>
            <a:ext cx="1776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338060" y="1707858"/>
            <a:ext cx="1447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667025" y="1707858"/>
            <a:ext cx="1118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795228" y="993659"/>
            <a:ext cx="990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795228" y="1171307"/>
            <a:ext cx="990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333941" y="2257811"/>
            <a:ext cx="24514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θ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567900" y="1885669"/>
            <a:ext cx="22174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567900" y="2063316"/>
            <a:ext cx="22174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39591" y="1916621"/>
            <a:ext cx="214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4940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639591" y="2087423"/>
            <a:ext cx="214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2661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39591" y="2258238"/>
            <a:ext cx="214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639591" y="2429040"/>
            <a:ext cx="214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9478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39591" y="2599855"/>
            <a:ext cx="214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0737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938334" y="1885669"/>
            <a:ext cx="1847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38334" y="2063316"/>
            <a:ext cx="1847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497047" y="2739098"/>
            <a:ext cx="22883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472726" y="2859303"/>
            <a:ext cx="23126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ϕ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890339" y="3150930"/>
            <a:ext cx="8950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639372" y="3150706"/>
            <a:ext cx="1460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1442" y="1347980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1442" y="1565794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1442" y="1783607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1442" y="2001421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1442" y="2219234"/>
            <a:ext cx="108906" cy="108906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49687" y="1402433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6096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549687" y="1620247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6096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49687" y="1838061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6096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49687" y="2055874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6096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49687" y="2273687"/>
            <a:ext cx="749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6096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51880" y="1402433"/>
            <a:ext cx="294568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0287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51880" y="1430420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0541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751844" y="1458418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066800" y="1778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33186" y="1458418"/>
            <a:ext cx="358791" cy="538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1079500" y="1981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723844" y="1458418"/>
            <a:ext cx="375797" cy="75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0795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751880" y="1434315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1054100" y="142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751880" y="1620247"/>
            <a:ext cx="294568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028700" y="160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751880" y="1648234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1054100" y="1790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751844" y="1676231"/>
            <a:ext cx="329265" cy="329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0668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733186" y="1676231"/>
            <a:ext cx="351148" cy="526675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054100" y="217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751844" y="1452846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10668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751880" y="1652129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1054100" y="16510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751880" y="1838061"/>
            <a:ext cx="294568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1028700" y="181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51880" y="1866047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1054100" y="2006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751844" y="1894045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10668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733186" y="1461751"/>
            <a:ext cx="358791" cy="5381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Freeform 81"/>
          <p:cNvSpPr/>
          <p:nvPr/>
        </p:nvSpPr>
        <p:spPr>
          <a:xfrm>
            <a:off x="10795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751844" y="1670659"/>
            <a:ext cx="329265" cy="329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066800" y="166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751880" y="1869942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1054100" y="1866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751880" y="2055874"/>
            <a:ext cx="294568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1028700" y="203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751880" y="2083861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10541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723844" y="1466197"/>
            <a:ext cx="375797" cy="75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079500" y="1447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733186" y="1691029"/>
            <a:ext cx="351148" cy="526674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054100" y="1663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751844" y="1888473"/>
            <a:ext cx="329265" cy="32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1066800" y="1879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751880" y="2087755"/>
            <a:ext cx="315879" cy="157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0541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751880" y="2273687"/>
            <a:ext cx="294568" cy="0"/>
          </a:xfrm>
          <a:prstGeom prst="line">
            <a:avLst/>
          </a:prstGeom>
          <a:ln w="122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028700" y="224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187507" y="1402433"/>
            <a:ext cx="7831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Freeform 101"/>
          <p:cNvSpPr/>
          <p:nvPr/>
        </p:nvSpPr>
        <p:spPr>
          <a:xfrm>
            <a:off x="12573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187507" y="1620247"/>
            <a:ext cx="7831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257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1187507" y="1838061"/>
            <a:ext cx="7831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1257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187507" y="2055874"/>
            <a:ext cx="7831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Freeform 107"/>
          <p:cNvSpPr/>
          <p:nvPr/>
        </p:nvSpPr>
        <p:spPr>
          <a:xfrm>
            <a:off x="12573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1187507" y="2273687"/>
            <a:ext cx="7831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12573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263431" y="832181"/>
            <a:ext cx="402316" cy="24039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9993" y="6805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(After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1270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(254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epochs))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35951" y="1348679"/>
            <a:ext cx="5349444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5951" y="1566494"/>
            <a:ext cx="5349444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51" y="1784301"/>
            <a:ext cx="5349444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35951" y="2002116"/>
            <a:ext cx="5349444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35951" y="2219923"/>
            <a:ext cx="5349444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x</a:t>
            </a:r>
            <a:r>
              <a:rPr sz="482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4943" y="1363931"/>
            <a:ext cx="5110452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4943" y="1581746"/>
            <a:ext cx="5110452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74943" y="1799553"/>
            <a:ext cx="5110452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4943" y="2017368"/>
            <a:ext cx="5110452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74943" y="2235176"/>
            <a:ext cx="5110452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10557" y="1363931"/>
            <a:ext cx="4674838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10557" y="1581746"/>
            <a:ext cx="4674838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10557" y="1799553"/>
            <a:ext cx="4674838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0557" y="2017368"/>
            <a:ext cx="4674838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10557" y="2235176"/>
            <a:ext cx="4674838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10600" y="1346819"/>
            <a:ext cx="4474796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310600" y="1564626"/>
            <a:ext cx="4474796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310600" y="1782441"/>
            <a:ext cx="4474796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10600" y="2000249"/>
            <a:ext cx="4474796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10600" y="2218064"/>
            <a:ext cx="4474796" cy="1299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Cambria Math"/>
              </a:rPr>
              <a:t>y</a:t>
            </a:r>
            <a:r>
              <a:rPr sz="482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1557" y="1469410"/>
            <a:ext cx="3883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339339" y="957417"/>
            <a:ext cx="34460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40494" y="837211"/>
            <a:ext cx="32449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30676" y="897308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11472" y="897308"/>
            <a:ext cx="22739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992167" y="897308"/>
            <a:ext cx="17932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72964" y="897308"/>
            <a:ext cx="13124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3760" y="897308"/>
            <a:ext cx="8316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37701" y="1128219"/>
            <a:ext cx="3347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437701" y="1299034"/>
            <a:ext cx="3347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37701" y="1469836"/>
            <a:ext cx="3347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37701" y="1640651"/>
            <a:ext cx="3347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37701" y="1811453"/>
            <a:ext cx="3347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08731" y="1097267"/>
            <a:ext cx="2976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08731" y="1274914"/>
            <a:ext cx="2976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030676" y="1128219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511472" y="1128219"/>
            <a:ext cx="22739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92167" y="1128219"/>
            <a:ext cx="17932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472964" y="1128219"/>
            <a:ext cx="13124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953760" y="1128219"/>
            <a:ext cx="8316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030676" y="1299034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88996" y="1299034"/>
            <a:ext cx="2396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92200" y="1299034"/>
            <a:ext cx="17931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472895" y="1299034"/>
            <a:ext cx="13125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831214" y="1299034"/>
            <a:ext cx="954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030677" y="1469836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511473" y="1469836"/>
            <a:ext cx="22739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69691" y="1469836"/>
            <a:ext cx="19157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9764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72996" y="1469836"/>
            <a:ext cx="1312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953691" y="1469836"/>
            <a:ext cx="8317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030677" y="1640651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511473" y="1640651"/>
            <a:ext cx="22739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992168" y="1640651"/>
            <a:ext cx="17932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50487" y="1640651"/>
            <a:ext cx="14349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9764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953793" y="1640651"/>
            <a:ext cx="8316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30677" y="1811453"/>
            <a:ext cx="27547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8996" y="1811453"/>
            <a:ext cx="2396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992200" y="1811453"/>
            <a:ext cx="17931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472895" y="1811453"/>
            <a:ext cx="13125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831214" y="1811453"/>
            <a:ext cx="954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57888" y="1097267"/>
            <a:ext cx="6275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157888" y="1274914"/>
            <a:ext cx="6275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49942" y="2361407"/>
            <a:ext cx="25354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θ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483901" y="1989277"/>
            <a:ext cx="23014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483901" y="2166911"/>
            <a:ext cx="23014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55605" y="2020229"/>
            <a:ext cx="22297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4940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555605" y="2191031"/>
            <a:ext cx="22297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2661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555605" y="2361846"/>
            <a:ext cx="22297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555605" y="2532648"/>
            <a:ext cx="22297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9478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555605" y="2703463"/>
            <a:ext cx="22297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0737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854348" y="1989277"/>
            <a:ext cx="19310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54348" y="2166911"/>
            <a:ext cx="19310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90335" y="3150918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38683" y="3150694"/>
            <a:ext cx="1467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134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547" y="1743455"/>
            <a:ext cx="50918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297" y="1369616"/>
            <a:ext cx="48520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3297" y="1547264"/>
            <a:ext cx="48520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4989" y="1400568"/>
            <a:ext cx="4780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4989" y="1571370"/>
            <a:ext cx="4780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4989" y="1742185"/>
            <a:ext cx="4780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4989" y="1912988"/>
            <a:ext cx="4780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89" y="2083803"/>
            <a:ext cx="4780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8760" y="1369616"/>
            <a:ext cx="47266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8760" y="1547263"/>
            <a:ext cx="47266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38210" y="1003300"/>
            <a:ext cx="38471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step(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 </a:t>
            </a:r>
            <a:r>
              <a:rPr sz="597" b="0">
                <a:solidFill>
                  <a:srgbClr val="000000"/>
                </a:solidFill>
                <a:latin typeface="Cambria Math"/>
              </a:rPr>
              <a:t>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4326" y="1584350"/>
            <a:ext cx="37310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7566" y="1205951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566" y="1297049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7566" y="1327427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566" y="1357793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7566" y="1388158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566" y="1418524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7566" y="1448890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566" y="1479256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566" y="1509622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566" y="1539987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566" y="1722182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7566" y="1752547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7566" y="1782913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77566" y="1813279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7566" y="1843644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566" y="1874023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77566" y="1904388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566" y="1934754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7566" y="1965120"/>
            <a:ext cx="3407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73159" y="1210511"/>
            <a:ext cx="33122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73159" y="1388159"/>
            <a:ext cx="33122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44863" y="1241463"/>
            <a:ext cx="3240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47613" y="1241463"/>
            <a:ext cx="29377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72839" y="1241463"/>
            <a:ext cx="25125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98065" y="1241463"/>
            <a:ext cx="2087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23292" y="1241463"/>
            <a:ext cx="16621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44863" y="1412265"/>
            <a:ext cx="3240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25136" y="1412265"/>
            <a:ext cx="30602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72801" y="1412265"/>
            <a:ext cx="2512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98027" y="1412265"/>
            <a:ext cx="20873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00777" y="1412265"/>
            <a:ext cx="17846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44863" y="1583080"/>
            <a:ext cx="3240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47613" y="1583080"/>
            <a:ext cx="29377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50362" y="1583080"/>
            <a:ext cx="2635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9764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98073" y="1583080"/>
            <a:ext cx="20873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23299" y="1583080"/>
            <a:ext cx="16620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44863" y="1753883"/>
            <a:ext cx="3240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47613" y="1753883"/>
            <a:ext cx="29377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72839" y="1753883"/>
            <a:ext cx="25125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75589" y="1753883"/>
            <a:ext cx="22098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9764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23344" y="1753883"/>
            <a:ext cx="16620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44862" y="1924698"/>
            <a:ext cx="3240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25136" y="1924698"/>
            <a:ext cx="30602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72800" y="1924698"/>
            <a:ext cx="2512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98026" y="1924698"/>
            <a:ext cx="20873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00776" y="1924698"/>
            <a:ext cx="1784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9999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99723" y="1210511"/>
            <a:ext cx="1485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99723" y="1388159"/>
            <a:ext cx="1485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71414" y="1210511"/>
            <a:ext cx="14139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71414" y="1388158"/>
            <a:ext cx="14139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43119" y="1241463"/>
            <a:ext cx="13422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43119" y="1412265"/>
            <a:ext cx="13422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43119" y="1583080"/>
            <a:ext cx="13422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43119" y="1753882"/>
            <a:ext cx="13422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443119" y="1924697"/>
            <a:ext cx="13422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96891" y="1210511"/>
            <a:ext cx="12885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496891" y="1388158"/>
            <a:ext cx="12885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92484" y="1583038"/>
            <a:ext cx="11929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0040" y="1210511"/>
            <a:ext cx="10853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00040" y="1388158"/>
            <a:ext cx="10853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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71731" y="1241462"/>
            <a:ext cx="1013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4940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71731" y="1412265"/>
            <a:ext cx="1013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2661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71730" y="1583080"/>
            <a:ext cx="10136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771730" y="1753882"/>
            <a:ext cx="10136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9478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71730" y="1924697"/>
            <a:ext cx="1013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0737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70484" y="1210510"/>
            <a:ext cx="7149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070484" y="1388158"/>
            <a:ext cx="7149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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142176" y="1205951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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42176" y="1297048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42176" y="1327414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42176" y="1357780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142176" y="1388145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42176" y="1418524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142176" y="1448890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142176" y="1479255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42176" y="1509621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142176" y="1539987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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42176" y="1722181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42176" y="1752547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42176" y="1782912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42176" y="1813278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42176" y="1843644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42176" y="1874010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142176" y="1904375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142176" y="1934741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142176" y="1965119"/>
            <a:ext cx="6432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54323" y="2362479"/>
            <a:ext cx="37310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67848" y="2140468"/>
            <a:ext cx="36175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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67848" y="2318116"/>
            <a:ext cx="36175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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239540" y="2120811"/>
            <a:ext cx="354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9540" y="2241003"/>
            <a:ext cx="354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39540" y="2361209"/>
            <a:ext cx="354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39540" y="2481402"/>
            <a:ext cx="354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39540" y="2601607"/>
            <a:ext cx="354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93311" y="2140468"/>
            <a:ext cx="3492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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93311" y="2318116"/>
            <a:ext cx="3492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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90335" y="3150915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638531" y="3150691"/>
            <a:ext cx="1468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Competitive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067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simultaneously.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32566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8377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‘competition’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winner-takes-all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7996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201396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Example: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self-organising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feature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maps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1989.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0338" y="3150918"/>
            <a:ext cx="8950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42559" y="3150694"/>
            <a:ext cx="1428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Self-organising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feature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maps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17181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cerebral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cortex,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38765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activities,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associated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6020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cortex.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86011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Cortex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self-organising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0335" y="3150916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9674" y="3150692"/>
            <a:ext cx="1457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94420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16958" y="1642540"/>
            <a:ext cx="4968" cy="9939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26274" y="1639559"/>
            <a:ext cx="337822" cy="9984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3275" y="1632939"/>
            <a:ext cx="677423" cy="100857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7743" y="1625885"/>
            <a:ext cx="1024406" cy="10193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1552199" y="1749654"/>
            <a:ext cx="159391" cy="8873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22343" y="1749542"/>
            <a:ext cx="169277" cy="8874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260" y="1743312"/>
            <a:ext cx="503293" cy="8969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36938" y="1735379"/>
            <a:ext cx="846751" cy="909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1383666" y="1854312"/>
            <a:ext cx="321934" cy="78439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16995" y="1858544"/>
            <a:ext cx="4861" cy="7779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728313" y="1854082"/>
            <a:ext cx="331881" cy="7847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735798" y="1845310"/>
            <a:ext cx="670070" cy="7981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1214839" y="1956174"/>
            <a:ext cx="484922" cy="6857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1554926" y="1965099"/>
            <a:ext cx="155240" cy="6721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723844" y="1964921"/>
            <a:ext cx="164903" cy="6724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4087" y="1955863"/>
            <a:ext cx="495055" cy="686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1747080" y="1636775"/>
            <a:ext cx="491347" cy="10027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090961" y="1641860"/>
            <a:ext cx="155889" cy="9949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256557" y="1641680"/>
            <a:ext cx="175825" cy="99526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64836" y="1636371"/>
            <a:ext cx="511702" cy="10033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1575524" y="1739680"/>
            <a:ext cx="658491" cy="9024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1921323" y="1747214"/>
            <a:ext cx="320113" cy="891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51748" y="1750539"/>
            <a:ext cx="9839" cy="8859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61945" y="1746831"/>
            <a:ext cx="340126" cy="8916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1402745" y="1841409"/>
            <a:ext cx="827497" cy="804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1751733" y="1850221"/>
            <a:ext cx="484264" cy="7906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093077" y="1857492"/>
            <a:ext cx="152668" cy="7795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257787" y="1857215"/>
            <a:ext cx="172241" cy="7799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1228358" y="1942654"/>
            <a:ext cx="998951" cy="7063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1580882" y="1951247"/>
            <a:ext cx="650335" cy="693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1925914" y="1961338"/>
            <a:ext cx="313124" cy="6778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251842" y="1966542"/>
            <a:ext cx="9566" cy="6699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663700" y="15367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6"/>
                </a:lnTo>
                <a:lnTo>
                  <a:pt x="2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032000" y="1536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1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7" y="7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2387600" y="15367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2743200" y="15367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6"/>
                </a:lnTo>
                <a:lnTo>
                  <a:pt x="2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485900" y="16383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9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4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854200" y="16383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7" y="2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209800" y="16383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565400" y="16383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9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4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08100" y="17526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663700" y="17526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6"/>
                </a:lnTo>
                <a:lnTo>
                  <a:pt x="2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032000" y="1752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1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7" y="7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387600" y="17526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1303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6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485900" y="18542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9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4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8542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7" y="2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2098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891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2225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716811" y="2720861"/>
            <a:ext cx="0" cy="1251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1701800" y="269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2251420" y="2720861"/>
            <a:ext cx="0" cy="1251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2235200" y="269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492545" y="1642540"/>
            <a:ext cx="4968" cy="9939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501861" y="1639559"/>
            <a:ext cx="337822" cy="9984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508862" y="1632939"/>
            <a:ext cx="677423" cy="100857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513330" y="1625885"/>
            <a:ext cx="1024406" cy="10193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3327786" y="1749654"/>
            <a:ext cx="159391" cy="8873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497929" y="1749542"/>
            <a:ext cx="169278" cy="8874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506847" y="1743312"/>
            <a:ext cx="503293" cy="8969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512525" y="1735379"/>
            <a:ext cx="846751" cy="909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3159252" y="1854312"/>
            <a:ext cx="321935" cy="78439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492582" y="1858544"/>
            <a:ext cx="4861" cy="7779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503900" y="1854082"/>
            <a:ext cx="331880" cy="7847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511385" y="1845310"/>
            <a:ext cx="670070" cy="7981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990426" y="1956174"/>
            <a:ext cx="484922" cy="6857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3330513" y="1965099"/>
            <a:ext cx="155240" cy="6721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499430" y="1964921"/>
            <a:ext cx="164904" cy="6724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509674" y="1955863"/>
            <a:ext cx="495055" cy="686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3522667" y="1636775"/>
            <a:ext cx="491347" cy="10027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3866548" y="1641860"/>
            <a:ext cx="155889" cy="9949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032144" y="1641680"/>
            <a:ext cx="175825" cy="99526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040423" y="1636371"/>
            <a:ext cx="511702" cy="10033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3351111" y="1739680"/>
            <a:ext cx="658491" cy="9024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3696910" y="1747214"/>
            <a:ext cx="320113" cy="891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027335" y="1750539"/>
            <a:ext cx="9838" cy="8859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037532" y="1746831"/>
            <a:ext cx="340126" cy="8916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3178332" y="1841409"/>
            <a:ext cx="827497" cy="804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 flipV="1">
            <a:off x="3527319" y="1850221"/>
            <a:ext cx="484265" cy="7906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 flipV="1">
            <a:off x="3868664" y="1857492"/>
            <a:ext cx="152668" cy="7795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4033374" y="1857215"/>
            <a:ext cx="172241" cy="7799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3003945" y="1942654"/>
            <a:ext cx="998951" cy="7063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 flipV="1">
            <a:off x="3356469" y="1951247"/>
            <a:ext cx="650334" cy="693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 flipV="1">
            <a:off x="3701501" y="1961338"/>
            <a:ext cx="313124" cy="6778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027428" y="1966542"/>
            <a:ext cx="9567" cy="6699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3441700" y="15367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3810000" y="1536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5" y="8"/>
                </a:lnTo>
                <a:lnTo>
                  <a:pt x="6" y="7"/>
                </a:lnTo>
                <a:lnTo>
                  <a:pt x="7" y="7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4165600" y="1536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521200" y="15367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3263900" y="16383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3619500" y="16383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9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9"/>
                </a:lnTo>
                <a:lnTo>
                  <a:pt x="5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8" y="7"/>
                </a:lnTo>
                <a:lnTo>
                  <a:pt x="8" y="7"/>
                </a:lnTo>
                <a:lnTo>
                  <a:pt x="9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3987800" y="16383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7" y="2"/>
                </a:lnTo>
                <a:lnTo>
                  <a:pt x="7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4343400" y="16383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3086100" y="1752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3441700" y="17526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9" y="4"/>
                </a:moveTo>
                <a:lnTo>
                  <a:pt x="9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3810000" y="1752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5" y="8"/>
                </a:lnTo>
                <a:lnTo>
                  <a:pt x="6" y="7"/>
                </a:lnTo>
                <a:lnTo>
                  <a:pt x="7" y="7"/>
                </a:lnTo>
                <a:lnTo>
                  <a:pt x="7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4165600" y="1752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8" y="4"/>
                </a:moveTo>
                <a:lnTo>
                  <a:pt x="8" y="3"/>
                </a:lnTo>
                <a:lnTo>
                  <a:pt x="8" y="2"/>
                </a:lnTo>
                <a:lnTo>
                  <a:pt x="8" y="2"/>
                </a:lnTo>
                <a:lnTo>
                  <a:pt x="7" y="1"/>
                </a:lnTo>
                <a:lnTo>
                  <a:pt x="6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5" y="8"/>
                </a:lnTo>
                <a:lnTo>
                  <a:pt x="6" y="8"/>
                </a:lnTo>
                <a:lnTo>
                  <a:pt x="6" y="7"/>
                </a:lnTo>
                <a:lnTo>
                  <a:pt x="7" y="7"/>
                </a:lnTo>
                <a:lnTo>
                  <a:pt x="8" y="6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9083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7" y="2"/>
                </a:lnTo>
                <a:lnTo>
                  <a:pt x="7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32639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8" y="2"/>
                </a:lnTo>
                <a:lnTo>
                  <a:pt x="7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7"/>
                </a:lnTo>
                <a:lnTo>
                  <a:pt x="2" y="8"/>
                </a:lnTo>
                <a:lnTo>
                  <a:pt x="3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3619500" y="18542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9" y="4"/>
                </a:moveTo>
                <a:lnTo>
                  <a:pt x="9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2" y="7"/>
                </a:lnTo>
                <a:lnTo>
                  <a:pt x="2" y="8"/>
                </a:lnTo>
                <a:lnTo>
                  <a:pt x="3" y="8"/>
                </a:lnTo>
                <a:lnTo>
                  <a:pt x="4" y="9"/>
                </a:lnTo>
                <a:lnTo>
                  <a:pt x="5" y="9"/>
                </a:lnTo>
                <a:lnTo>
                  <a:pt x="5" y="9"/>
                </a:lnTo>
                <a:lnTo>
                  <a:pt x="6" y="8"/>
                </a:lnTo>
                <a:lnTo>
                  <a:pt x="7" y="8"/>
                </a:lnTo>
                <a:lnTo>
                  <a:pt x="8" y="7"/>
                </a:lnTo>
                <a:lnTo>
                  <a:pt x="8" y="7"/>
                </a:lnTo>
                <a:lnTo>
                  <a:pt x="9" y="6"/>
                </a:lnTo>
                <a:lnTo>
                  <a:pt x="9" y="5"/>
                </a:lnTo>
                <a:lnTo>
                  <a:pt x="9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3987800" y="18542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8" y="4"/>
                </a:moveTo>
                <a:lnTo>
                  <a:pt x="8" y="4"/>
                </a:lnTo>
                <a:lnTo>
                  <a:pt x="8" y="3"/>
                </a:lnTo>
                <a:lnTo>
                  <a:pt x="7" y="2"/>
                </a:lnTo>
                <a:lnTo>
                  <a:pt x="7" y="1"/>
                </a:lnTo>
                <a:lnTo>
                  <a:pt x="6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8"/>
                </a:lnTo>
                <a:lnTo>
                  <a:pt x="2" y="8"/>
                </a:lnTo>
                <a:lnTo>
                  <a:pt x="3" y="9"/>
                </a:lnTo>
                <a:lnTo>
                  <a:pt x="4" y="9"/>
                </a:lnTo>
                <a:lnTo>
                  <a:pt x="5" y="9"/>
                </a:lnTo>
                <a:lnTo>
                  <a:pt x="6" y="8"/>
                </a:lnTo>
                <a:lnTo>
                  <a:pt x="6" y="8"/>
                </a:lnTo>
                <a:lnTo>
                  <a:pt x="7" y="7"/>
                </a:lnTo>
                <a:lnTo>
                  <a:pt x="7" y="7"/>
                </a:lnTo>
                <a:lnTo>
                  <a:pt x="8" y="6"/>
                </a:lnTo>
                <a:lnTo>
                  <a:pt x="8" y="5"/>
                </a:lnTo>
                <a:lnTo>
                  <a:pt x="8" y="4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34671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E5E6E5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40005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492398" y="2720861"/>
            <a:ext cx="0" cy="1251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reeform 141"/>
          <p:cNvSpPr/>
          <p:nvPr/>
        </p:nvSpPr>
        <p:spPr>
          <a:xfrm>
            <a:off x="3467100" y="269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3" name="Connector 142"/>
          <p:cNvCxnSpPr/>
          <p:nvPr/>
        </p:nvCxnSpPr>
        <p:spPr>
          <a:xfrm>
            <a:off x="4027007" y="2720861"/>
            <a:ext cx="0" cy="1251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Freeform 143"/>
          <p:cNvSpPr/>
          <p:nvPr/>
        </p:nvSpPr>
        <p:spPr>
          <a:xfrm>
            <a:off x="4000500" y="269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Self-organising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feature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map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0057" y="44797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topographic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map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(Kohonen,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37095" y="643564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1990).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183" y="89103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spatial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topographic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14183" y="1042858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particular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feature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pattern.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0056" y="12476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feature-mapping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94992" y="2874241"/>
            <a:ext cx="4090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08529" y="2874241"/>
            <a:ext cx="35768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449522" y="2874241"/>
            <a:ext cx="2335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05185" y="2874241"/>
            <a:ext cx="17802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87383" y="3179155"/>
            <a:ext cx="36980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winner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winner’s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890337" y="3150916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982065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1219935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145779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25187" y="1851583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25187" y="2211588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329710" y="1897760"/>
            <a:ext cx="1676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4765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329710" y="2257765"/>
            <a:ext cx="1676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476500" y="223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2620073" y="1740347"/>
            <a:ext cx="580938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3187700" y="1727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620073" y="1909932"/>
            <a:ext cx="580938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31877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620073" y="1934274"/>
            <a:ext cx="596788" cy="4476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1877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620073" y="1773644"/>
            <a:ext cx="596788" cy="4476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187700" y="1752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620073" y="2100351"/>
            <a:ext cx="580938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187700" y="2082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620073" y="2269936"/>
            <a:ext cx="580938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1877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3359213" y="1717758"/>
            <a:ext cx="3341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6830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359213" y="2077762"/>
            <a:ext cx="3341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6830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359213" y="2437767"/>
            <a:ext cx="3341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6830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225800" y="1968500"/>
            <a:ext cx="25400" cy="50800"/>
          </a:xfrm>
          <a:custGeom>
            <a:avLst/>
            <a:gdLst/>
            <a:ahLst/>
            <a:cxnLst/>
            <a:rect l="l" t="t" r="r" b="b"/>
            <a:pathLst>
              <a:path w="2" h="4">
                <a:moveTo>
                  <a:pt x="2" y="4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225800" y="2336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327400" y="2133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3274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365500" y="238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33528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Kohonen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6" y="6376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183" y="928889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neurons,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183" y="1166747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forward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neurons),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183" y="1404618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lateral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(between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neurons).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1714" y="1808926"/>
            <a:ext cx="3643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41714" y="2168920"/>
            <a:ext cx="3643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67339" y="1625843"/>
            <a:ext cx="20180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39" y="1985837"/>
            <a:ext cx="20180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67339" y="2345844"/>
            <a:ext cx="20180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0056" y="26309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Lateral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0339" y="3150917"/>
            <a:ext cx="8950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17122" y="3150693"/>
            <a:ext cx="168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17924" y="1722818"/>
            <a:ext cx="82010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-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Kohonen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5187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matches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1677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38206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minimum-distance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Euclidean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99068" y="1899426"/>
            <a:ext cx="4086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4310" y="2018602"/>
            <a:ext cx="36510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97518" y="1897631"/>
            <a:ext cx="34878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||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||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8463" y="2018602"/>
            <a:ext cx="2576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71671" y="1716927"/>
            <a:ext cx="24137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71671" y="1794511"/>
            <a:ext cx="24137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71671" y="1877646"/>
            <a:ext cx="24137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671" y="1960767"/>
            <a:ext cx="24137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85348" y="1755420"/>
            <a:ext cx="22000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17924" y="1867435"/>
            <a:ext cx="22674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30967" y="2094815"/>
            <a:ext cx="2254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18038" y="1888580"/>
            <a:ext cx="20673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[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]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0337" y="3150916"/>
            <a:ext cx="895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40208" y="3150692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Kohonen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74142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9954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lateral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21538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winner’s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4297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64557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winner’s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827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745" y="2234357"/>
            <a:ext cx="4549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56598" y="2121427"/>
            <a:ext cx="41287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0870" y="2154306"/>
            <a:ext cx="403452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80180" y="2153873"/>
            <a:ext cx="330521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j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winner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winner’s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neighbour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0870" y="2322799"/>
            <a:ext cx="403452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80180" y="2320891"/>
            <a:ext cx="330521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otherwise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44" y="2573837"/>
            <a:ext cx="511335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parameter,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0336" y="3150919"/>
            <a:ext cx="895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5628" y="3150695"/>
            <a:ext cx="1597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Kohonen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3726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58845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towards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335" y="3150918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637" y="3150694"/>
            <a:ext cx="1607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09700" y="939800"/>
            <a:ext cx="1473200" cy="266700"/>
          </a:xfrm>
          <a:custGeom>
            <a:avLst/>
            <a:gdLst/>
            <a:ahLst/>
            <a:cxnLst/>
            <a:rect l="l" t="t" r="r" b="b"/>
            <a:pathLst>
              <a:path w="116" h="21">
                <a:moveTo>
                  <a:pt x="113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113" y="21"/>
                </a:lnTo>
                <a:lnTo>
                  <a:pt x="113" y="21"/>
                </a:lnTo>
                <a:lnTo>
                  <a:pt x="114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5" y="19"/>
                </a:lnTo>
                <a:lnTo>
                  <a:pt x="116" y="18"/>
                </a:lnTo>
                <a:lnTo>
                  <a:pt x="116" y="18"/>
                </a:lnTo>
                <a:lnTo>
                  <a:pt x="116" y="3"/>
                </a:lnTo>
                <a:lnTo>
                  <a:pt x="116" y="2"/>
                </a:lnTo>
                <a:lnTo>
                  <a:pt x="115" y="2"/>
                </a:lnTo>
                <a:lnTo>
                  <a:pt x="115" y="1"/>
                </a:lnTo>
                <a:lnTo>
                  <a:pt x="115" y="1"/>
                </a:lnTo>
                <a:lnTo>
                  <a:pt x="114" y="1"/>
                </a:lnTo>
                <a:lnTo>
                  <a:pt x="114" y="0"/>
                </a:lnTo>
                <a:lnTo>
                  <a:pt x="113" y="0"/>
                </a:lnTo>
                <a:lnTo>
                  <a:pt x="113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09700" y="1206500"/>
            <a:ext cx="1473200" cy="304800"/>
          </a:xfrm>
          <a:custGeom>
            <a:avLst/>
            <a:gdLst/>
            <a:ahLst/>
            <a:cxnLst/>
            <a:rect l="l" t="t" r="r" b="b"/>
            <a:pathLst>
              <a:path w="116" h="24">
                <a:moveTo>
                  <a:pt x="113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21"/>
                </a:lnTo>
                <a:lnTo>
                  <a:pt x="0" y="22"/>
                </a:lnTo>
                <a:lnTo>
                  <a:pt x="0" y="22"/>
                </a:lnTo>
                <a:lnTo>
                  <a:pt x="0" y="23"/>
                </a:lnTo>
                <a:lnTo>
                  <a:pt x="1" y="23"/>
                </a:lnTo>
                <a:lnTo>
                  <a:pt x="1" y="23"/>
                </a:lnTo>
                <a:lnTo>
                  <a:pt x="2" y="24"/>
                </a:lnTo>
                <a:lnTo>
                  <a:pt x="2" y="24"/>
                </a:lnTo>
                <a:lnTo>
                  <a:pt x="3" y="24"/>
                </a:lnTo>
                <a:lnTo>
                  <a:pt x="113" y="24"/>
                </a:lnTo>
                <a:lnTo>
                  <a:pt x="113" y="24"/>
                </a:lnTo>
                <a:lnTo>
                  <a:pt x="114" y="24"/>
                </a:lnTo>
                <a:lnTo>
                  <a:pt x="114" y="23"/>
                </a:lnTo>
                <a:lnTo>
                  <a:pt x="115" y="23"/>
                </a:lnTo>
                <a:lnTo>
                  <a:pt x="115" y="23"/>
                </a:lnTo>
                <a:lnTo>
                  <a:pt x="115" y="22"/>
                </a:lnTo>
                <a:lnTo>
                  <a:pt x="116" y="22"/>
                </a:lnTo>
                <a:lnTo>
                  <a:pt x="116" y="21"/>
                </a:lnTo>
                <a:lnTo>
                  <a:pt x="116" y="3"/>
                </a:lnTo>
                <a:lnTo>
                  <a:pt x="116" y="2"/>
                </a:lnTo>
                <a:lnTo>
                  <a:pt x="115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4" y="0"/>
                </a:lnTo>
                <a:lnTo>
                  <a:pt x="113" y="0"/>
                </a:lnTo>
                <a:lnTo>
                  <a:pt x="113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206500"/>
            <a:ext cx="1473200" cy="266700"/>
          </a:xfrm>
          <a:custGeom>
            <a:avLst/>
            <a:gdLst/>
            <a:ahLst/>
            <a:cxnLst/>
            <a:rect l="l" t="t" r="r" b="b"/>
            <a:pathLst>
              <a:path w="116" h="21">
                <a:moveTo>
                  <a:pt x="113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113" y="21"/>
                </a:lnTo>
                <a:lnTo>
                  <a:pt x="113" y="21"/>
                </a:lnTo>
                <a:lnTo>
                  <a:pt x="114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5" y="19"/>
                </a:lnTo>
                <a:lnTo>
                  <a:pt x="116" y="18"/>
                </a:lnTo>
                <a:lnTo>
                  <a:pt x="116" y="18"/>
                </a:lnTo>
                <a:lnTo>
                  <a:pt x="116" y="3"/>
                </a:lnTo>
                <a:lnTo>
                  <a:pt x="116" y="2"/>
                </a:lnTo>
                <a:lnTo>
                  <a:pt x="115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4" y="0"/>
                </a:lnTo>
                <a:lnTo>
                  <a:pt x="113" y="0"/>
                </a:lnTo>
                <a:lnTo>
                  <a:pt x="113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939800"/>
            <a:ext cx="1473200" cy="266700"/>
          </a:xfrm>
          <a:custGeom>
            <a:avLst/>
            <a:gdLst/>
            <a:ahLst/>
            <a:cxnLst/>
            <a:rect l="l" t="t" r="r" b="b"/>
            <a:pathLst>
              <a:path w="116" h="21">
                <a:moveTo>
                  <a:pt x="113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113" y="21"/>
                </a:lnTo>
                <a:lnTo>
                  <a:pt x="113" y="21"/>
                </a:lnTo>
                <a:lnTo>
                  <a:pt x="114" y="20"/>
                </a:lnTo>
                <a:lnTo>
                  <a:pt x="114" y="20"/>
                </a:lnTo>
                <a:lnTo>
                  <a:pt x="115" y="20"/>
                </a:lnTo>
                <a:lnTo>
                  <a:pt x="115" y="19"/>
                </a:lnTo>
                <a:lnTo>
                  <a:pt x="115" y="19"/>
                </a:lnTo>
                <a:lnTo>
                  <a:pt x="116" y="18"/>
                </a:lnTo>
                <a:lnTo>
                  <a:pt x="116" y="18"/>
                </a:lnTo>
                <a:lnTo>
                  <a:pt x="116" y="3"/>
                </a:lnTo>
                <a:lnTo>
                  <a:pt x="116" y="2"/>
                </a:lnTo>
                <a:lnTo>
                  <a:pt x="115" y="2"/>
                </a:lnTo>
                <a:lnTo>
                  <a:pt x="115" y="1"/>
                </a:lnTo>
                <a:lnTo>
                  <a:pt x="115" y="1"/>
                </a:lnTo>
                <a:lnTo>
                  <a:pt x="114" y="1"/>
                </a:lnTo>
                <a:lnTo>
                  <a:pt x="114" y="0"/>
                </a:lnTo>
                <a:lnTo>
                  <a:pt x="113" y="0"/>
                </a:lnTo>
                <a:lnTo>
                  <a:pt x="113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964254" y="1854907"/>
            <a:ext cx="519718" cy="0"/>
          </a:xfrm>
          <a:prstGeom prst="line">
            <a:avLst/>
          </a:prstGeom>
          <a:ln w="364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565400" y="8890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0" y="25"/>
                </a:moveTo>
                <a:lnTo>
                  <a:pt x="25" y="25"/>
                </a:lnTo>
                <a:lnTo>
                  <a:pt x="25" y="0"/>
                </a:lnTo>
                <a:lnTo>
                  <a:pt x="20" y="0"/>
                </a:lnTo>
                <a:lnTo>
                  <a:pt x="15" y="2"/>
                </a:lnTo>
                <a:lnTo>
                  <a:pt x="11" y="4"/>
                </a:lnTo>
                <a:lnTo>
                  <a:pt x="7" y="7"/>
                </a:lnTo>
                <a:lnTo>
                  <a:pt x="4" y="11"/>
                </a:lnTo>
                <a:lnTo>
                  <a:pt x="2" y="15"/>
                </a:lnTo>
                <a:lnTo>
                  <a:pt x="0" y="20"/>
                </a:lnTo>
                <a:lnTo>
                  <a:pt x="0" y="25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65400" y="1206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0" y="0"/>
                </a:moveTo>
                <a:lnTo>
                  <a:pt x="25" y="0"/>
                </a:lnTo>
                <a:lnTo>
                  <a:pt x="25" y="25"/>
                </a:lnTo>
                <a:lnTo>
                  <a:pt x="20" y="24"/>
                </a:lnTo>
                <a:lnTo>
                  <a:pt x="15" y="23"/>
                </a:lnTo>
                <a:lnTo>
                  <a:pt x="11" y="21"/>
                </a:lnTo>
                <a:lnTo>
                  <a:pt x="7" y="17"/>
                </a:lnTo>
                <a:lnTo>
                  <a:pt x="4" y="14"/>
                </a:lnTo>
                <a:lnTo>
                  <a:pt x="2" y="10"/>
                </a:lnTo>
                <a:lnTo>
                  <a:pt x="0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206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4"/>
                </a:lnTo>
                <a:lnTo>
                  <a:pt x="9" y="23"/>
                </a:lnTo>
                <a:lnTo>
                  <a:pt x="14" y="21"/>
                </a:lnTo>
                <a:lnTo>
                  <a:pt x="17" y="17"/>
                </a:lnTo>
                <a:lnTo>
                  <a:pt x="20" y="14"/>
                </a:lnTo>
                <a:lnTo>
                  <a:pt x="23" y="10"/>
                </a:lnTo>
                <a:lnTo>
                  <a:pt x="24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82900" y="8890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25"/>
                </a:moveTo>
                <a:lnTo>
                  <a:pt x="0" y="25"/>
                </a:lnTo>
                <a:lnTo>
                  <a:pt x="0" y="0"/>
                </a:lnTo>
                <a:lnTo>
                  <a:pt x="5" y="0"/>
                </a:lnTo>
                <a:lnTo>
                  <a:pt x="9" y="2"/>
                </a:lnTo>
                <a:lnTo>
                  <a:pt x="14" y="4"/>
                </a:lnTo>
                <a:lnTo>
                  <a:pt x="17" y="7"/>
                </a:lnTo>
                <a:lnTo>
                  <a:pt x="20" y="11"/>
                </a:lnTo>
                <a:lnTo>
                  <a:pt x="23" y="15"/>
                </a:lnTo>
                <a:lnTo>
                  <a:pt x="24" y="20"/>
                </a:lnTo>
                <a:lnTo>
                  <a:pt x="25" y="25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563071" y="1204058"/>
            <a:ext cx="633840" cy="0"/>
          </a:xfrm>
          <a:prstGeom prst="line">
            <a:avLst/>
          </a:prstGeom>
          <a:ln w="383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79991" y="887138"/>
            <a:ext cx="0" cy="633840"/>
          </a:xfrm>
          <a:prstGeom prst="line">
            <a:avLst/>
          </a:prstGeom>
          <a:ln w="383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4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Kohonen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13075" y="1028062"/>
            <a:ext cx="427232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13075" y="1239830"/>
            <a:ext cx="427232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Activation</a:t>
            </a:r>
            <a:r>
              <a:rPr sz="826" b="1">
                <a:solidFill>
                  <a:srgbClr val="FFFFFF"/>
                </a:solidFill>
                <a:latin typeface="Josefin Sans"/>
              </a:rPr>
              <a:t> </a:t>
            </a:r>
            <a:r>
              <a:rPr sz="826" b="1">
                <a:solidFill>
                  <a:srgbClr val="FFFFFF"/>
                </a:solidFill>
                <a:latin typeface="Josefin Sans"/>
              </a:rPr>
              <a:t>and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3075" y="1370238"/>
            <a:ext cx="427232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similarity</a:t>
            </a:r>
            <a:r>
              <a:rPr sz="826" b="1">
                <a:solidFill>
                  <a:srgbClr val="FFFFFF"/>
                </a:solidFill>
                <a:latin typeface="Josefin Sans"/>
              </a:rPr>
              <a:t> </a:t>
            </a:r>
            <a:r>
              <a:rPr sz="826" b="1">
                <a:solidFill>
                  <a:srgbClr val="FFFFFF"/>
                </a:solidFill>
                <a:latin typeface="Josefin Sans"/>
              </a:rPr>
              <a:t>matching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14824" y="1281198"/>
            <a:ext cx="1970571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6875" y="1025281"/>
            <a:ext cx="194852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7794" y="692581"/>
            <a:ext cx="4787601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to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be-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0715" y="798061"/>
            <a:ext cx="4924680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tween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0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1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to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α</a:t>
            </a:r>
            <a:r>
              <a:rPr sz="679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0608" y="1564438"/>
            <a:ext cx="5264787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X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winner-takes-all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j</a:t>
            </a:r>
            <a:r>
              <a:rPr sz="453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4080" y="1754608"/>
            <a:ext cx="4751315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Example: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minimum-distance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Euclidean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criterion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256" y="1934412"/>
            <a:ext cx="5058139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j</a:t>
            </a:r>
            <a:r>
              <a:rPr sz="453" b="0">
                <a:solidFill>
                  <a:srgbClr val="000000"/>
                </a:solidFill>
                <a:latin typeface="Cambria Math"/>
              </a:rPr>
              <a:t>X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= min</a:t>
            </a:r>
            <a:r>
              <a:rPr sz="453" b="0">
                <a:solidFill>
                  <a:srgbClr val="000000"/>
                </a:solidFill>
                <a:latin typeface="Cambria Math"/>
              </a:rPr>
              <a:t>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||</a:t>
            </a:r>
            <a:r>
              <a:rPr sz="679" b="0">
                <a:solidFill>
                  <a:srgbClr val="000000"/>
                </a:solidFill>
                <a:latin typeface="Cambria Math"/>
              </a:rPr>
              <a:t>X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||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= min</a:t>
            </a:r>
            <a:r>
              <a:rPr sz="45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5551" y="1851081"/>
            <a:ext cx="3909844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4745" y="1876027"/>
            <a:ext cx="3810650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3" b="0">
                <a:solidFill>
                  <a:srgbClr val="000000"/>
                </a:solidFill>
                <a:latin typeface="Cambria Math"/>
              </a:rPr>
              <a:t>n</a:t>
            </a:r>
            <a:r>
              <a:rPr sz="679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4254" y="2032086"/>
            <a:ext cx="3821141" cy="8917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3" b="0">
                <a:solidFill>
                  <a:srgbClr val="000000"/>
                </a:solidFill>
                <a:latin typeface="Cambria Math"/>
              </a:rPr>
              <a:t>i</a:t>
            </a:r>
            <a:r>
              <a:rPr sz="45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8858" y="1933238"/>
            <a:ext cx="3706537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[</a:t>
            </a:r>
            <a:r>
              <a:rPr sz="679" b="0">
                <a:solidFill>
                  <a:srgbClr val="000000"/>
                </a:solidFill>
                <a:latin typeface="Cambria Math"/>
              </a:rPr>
              <a:t>x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]</a:t>
            </a:r>
            <a:r>
              <a:rPr sz="453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84990" y="1520471"/>
            <a:ext cx="2800406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correction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4602" y="1734359"/>
            <a:ext cx="2300794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03543" y="1619244"/>
            <a:ext cx="1981852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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543" y="1696918"/>
            <a:ext cx="1981852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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03543" y="1852255"/>
            <a:ext cx="1981852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82390" y="1654518"/>
            <a:ext cx="1903005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α</a:t>
            </a:r>
            <a:r>
              <a:rPr sz="679" b="0">
                <a:solidFill>
                  <a:srgbClr val="000000"/>
                </a:solidFill>
                <a:latin typeface="Cambria Math"/>
              </a:rPr>
              <a:t>(</a:t>
            </a:r>
            <a:r>
              <a:rPr sz="679" b="0">
                <a:solidFill>
                  <a:srgbClr val="000000"/>
                </a:solidFill>
                <a:latin typeface="Cambria Math"/>
              </a:rPr>
              <a:t>x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)</a:t>
            </a:r>
            <a:r>
              <a:rPr sz="679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44729" y="1654518"/>
            <a:ext cx="1340666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∈</a:t>
            </a:r>
            <a:r>
              <a:rPr sz="679" b="0">
                <a:solidFill>
                  <a:srgbClr val="000000"/>
                </a:solidFill>
                <a:latin typeface="Cambria Math"/>
              </a:rPr>
              <a:t>Λ</a:t>
            </a:r>
            <a:r>
              <a:rPr sz="45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82391" y="1820570"/>
            <a:ext cx="1903004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0</a:t>
            </a:r>
            <a:r>
              <a:rPr sz="679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4700" y="1819123"/>
            <a:ext cx="1340695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otherwise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84990" y="2058939"/>
            <a:ext cx="2800406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02003" y="2060385"/>
            <a:ext cx="1683392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=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79" b="0">
                <a:solidFill>
                  <a:srgbClr val="000000"/>
                </a:solidFill>
                <a:latin typeface="Cambria Math"/>
              </a:rPr>
              <a:t> </a:t>
            </a:r>
            <a:r>
              <a:rPr sz="679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79" b="0">
                <a:solidFill>
                  <a:srgbClr val="000000"/>
                </a:solidFill>
                <a:latin typeface="Cambria Math"/>
              </a:rPr>
              <a:t>w</a:t>
            </a:r>
            <a:r>
              <a:rPr sz="45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84990" y="587101"/>
            <a:ext cx="2800406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13502" y="692581"/>
            <a:ext cx="2071893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79" b="1">
                <a:solidFill>
                  <a:srgbClr val="000000"/>
                </a:solidFill>
                <a:latin typeface="Josefin Sans"/>
              </a:rPr>
              <a:t> </a:t>
            </a:r>
            <a:r>
              <a:rPr sz="679" b="1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55849" y="798061"/>
            <a:ext cx="2429546" cy="1337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9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no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noticeable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occur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in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feature</a:t>
            </a:r>
            <a:r>
              <a:rPr sz="679" b="0">
                <a:solidFill>
                  <a:srgbClr val="000000"/>
                </a:solidFill>
                <a:latin typeface="Josefin Sans"/>
              </a:rPr>
              <a:t> </a:t>
            </a:r>
            <a:r>
              <a:rPr sz="679" b="0">
                <a:solidFill>
                  <a:srgbClr val="000000"/>
                </a:solidFill>
                <a:latin typeface="Josefin Sans"/>
              </a:rPr>
              <a:t>map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38216" y="1022056"/>
            <a:ext cx="304718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15010" y="1288388"/>
            <a:ext cx="3070385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86905" y="1287888"/>
            <a:ext cx="279849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86905" y="1022056"/>
            <a:ext cx="2798490" cy="1627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6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0350" y="3150917"/>
            <a:ext cx="8950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25934" y="3150693"/>
            <a:ext cx="1594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38629" y="754355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8629" y="1114359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43152" y="800532"/>
            <a:ext cx="167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800100" y="774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43152" y="1160536"/>
            <a:ext cx="167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800100" y="114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933514" y="643118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498600" y="62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33514" y="812703"/>
            <a:ext cx="580939" cy="1452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498600" y="939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33514" y="837046"/>
            <a:ext cx="596789" cy="4476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5113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933514" y="676415"/>
            <a:ext cx="596789" cy="4476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11300" y="66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933514" y="1003123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498600" y="99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33514" y="1172708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4986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672654" y="620530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993900" y="59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672654" y="980534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19939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672654" y="1340539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9939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536700" y="876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536700" y="123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6383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638300" y="673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6764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663700" y="62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869197" y="1784541"/>
            <a:ext cx="6605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66268" y="2306156"/>
            <a:ext cx="12461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63369" y="2306156"/>
            <a:ext cx="14318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66268" y="2543519"/>
            <a:ext cx="12461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63369" y="2543519"/>
            <a:ext cx="14318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566268" y="2780882"/>
            <a:ext cx="12461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63369" y="2780882"/>
            <a:ext cx="143186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5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880009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5168" y="711685"/>
            <a:ext cx="5330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5168" y="1071692"/>
            <a:ext cx="5330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80793" y="528614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80793" y="888609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80793" y="1248603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39899" y="480951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39899" y="742867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01532" y="664101"/>
            <a:ext cx="27838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63304" y="811828"/>
            <a:ext cx="272209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71356" y="664101"/>
            <a:ext cx="25140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39899" y="1012357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39899" y="1274273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59177" y="1195507"/>
            <a:ext cx="27262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20949" y="1343234"/>
            <a:ext cx="26644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29013" y="1195507"/>
            <a:ext cx="24563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63900" y="1274273"/>
            <a:ext cx="2121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3177" y="1195507"/>
            <a:ext cx="18022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44950" y="1343234"/>
            <a:ext cx="17404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53014" y="1195507"/>
            <a:ext cx="15323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87900" y="1274273"/>
            <a:ext cx="11974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07191" y="1195507"/>
            <a:ext cx="8782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68951" y="1343234"/>
            <a:ext cx="8164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77015" y="1195507"/>
            <a:ext cx="60838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9090" y="1558822"/>
            <a:ext cx="52963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winning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minimum-distance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Euclidean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criterion.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07374" y="1913536"/>
            <a:ext cx="32780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55672" y="1779752"/>
            <a:ext cx="30297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55672" y="1835924"/>
            <a:ext cx="30297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u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55672" y="1896656"/>
            <a:ext cx="30297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u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55672" y="1957400"/>
            <a:ext cx="30297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17660" y="1806795"/>
            <a:ext cx="28677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69197" y="1889430"/>
            <a:ext cx="29161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871267" y="2056160"/>
            <a:ext cx="29141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024544" y="1904496"/>
            <a:ext cx="27608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[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]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07264" y="2352093"/>
            <a:ext cx="4578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58712" y="2301367"/>
            <a:ext cx="43266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66268" y="2323264"/>
            <a:ext cx="42191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55826" y="2301367"/>
            <a:ext cx="2829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63369" y="2323264"/>
            <a:ext cx="272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27)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81)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07264" y="2589457"/>
            <a:ext cx="4578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58712" y="2538731"/>
            <a:ext cx="43266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66268" y="2560628"/>
            <a:ext cx="42191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55826" y="2538731"/>
            <a:ext cx="2829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63369" y="2560628"/>
            <a:ext cx="272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42)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70)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07264" y="2826819"/>
            <a:ext cx="45781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58712" y="2776093"/>
            <a:ext cx="43266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66268" y="2798003"/>
            <a:ext cx="42191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55826" y="2776093"/>
            <a:ext cx="2829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q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063369" y="2798003"/>
            <a:ext cx="272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43)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 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21)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0343" y="3150920"/>
            <a:ext cx="8950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4111" y="3150696"/>
            <a:ext cx="1612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38629" y="737983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8629" y="1097988"/>
            <a:ext cx="92354" cy="923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43152" y="784161"/>
            <a:ext cx="167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800100" y="76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43152" y="1144165"/>
            <a:ext cx="1676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800100" y="111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933514" y="626747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498600" y="60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33514" y="796332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4986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33514" y="820675"/>
            <a:ext cx="596789" cy="4476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511300" y="124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933514" y="660044"/>
            <a:ext cx="596789" cy="4476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11300" y="64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933514" y="986751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498600" y="965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1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33514" y="1156337"/>
            <a:ext cx="580939" cy="14524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4986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672654" y="604159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993900" y="58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672654" y="964163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1993900" y="93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672654" y="1324168"/>
            <a:ext cx="3341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9939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536700" y="86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536700" y="121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6383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638300" y="660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6764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663700" y="60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5168" y="695314"/>
            <a:ext cx="5330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5168" y="1055321"/>
            <a:ext cx="5330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80793" y="512243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0793" y="872238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80793" y="1232232"/>
            <a:ext cx="37046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39899" y="464580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39899" y="726496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01532" y="647730"/>
            <a:ext cx="27838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63304" y="795457"/>
            <a:ext cx="272209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71356" y="647730"/>
            <a:ext cx="25140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39899" y="995986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39899" y="1257902"/>
            <a:ext cx="3045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59177" y="1179136"/>
            <a:ext cx="27262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20949" y="1326863"/>
            <a:ext cx="26644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29013" y="1179136"/>
            <a:ext cx="24563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63900" y="1257902"/>
            <a:ext cx="21214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83177" y="1179136"/>
            <a:ext cx="18022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44950" y="1326863"/>
            <a:ext cx="17404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53014" y="1179136"/>
            <a:ext cx="15323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87900" y="1257902"/>
            <a:ext cx="11974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07191" y="1179136"/>
            <a:ext cx="8782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68951" y="1326863"/>
            <a:ext cx="8164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77015" y="1179136"/>
            <a:ext cx="60838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090" y="1542451"/>
            <a:ext cx="52963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winner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its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updated.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49030" y="1838449"/>
            <a:ext cx="32363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51876" y="2237001"/>
            <a:ext cx="39335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43) 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51876" y="2395166"/>
            <a:ext cx="39335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21) 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34274" y="2731135"/>
            <a:ext cx="39511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97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04693" y="2660965"/>
            <a:ext cx="2980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61450" y="2789974"/>
            <a:ext cx="29239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52648" y="2660965"/>
            <a:ext cx="27327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33319" y="2731135"/>
            <a:ext cx="26520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40862" y="2588921"/>
            <a:ext cx="2544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009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97618" y="2788662"/>
            <a:ext cx="24877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26244" y="2660965"/>
            <a:ext cx="21591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12883" y="2731135"/>
            <a:ext cx="20725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826408" y="2660965"/>
            <a:ext cx="19589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83164" y="2789974"/>
            <a:ext cx="19022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28135" y="2660965"/>
            <a:ext cx="16572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0340" y="3150916"/>
            <a:ext cx="895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3955" y="3150692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11" y="1165377"/>
            <a:ext cx="1259984" cy="131133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80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columns).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7037" y="1535130"/>
            <a:ext cx="2318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(a)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67037" y="1705933"/>
            <a:ext cx="2318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(b)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037" y="1876748"/>
            <a:ext cx="2318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(c)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7037" y="2047563"/>
            <a:ext cx="2318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(d)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10,000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0339" y="3150916"/>
            <a:ext cx="8950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013" y="828923"/>
            <a:ext cx="2016016" cy="20160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6794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870" y="1311607"/>
            <a:ext cx="45505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94470" y="1174308"/>
            <a:ext cx="41909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75293" y="1200038"/>
            <a:ext cx="4110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75293" y="1422732"/>
            <a:ext cx="4110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2318" y="1174308"/>
            <a:ext cx="39330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0984" y="1769633"/>
            <a:ext cx="4604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40597" y="1632333"/>
            <a:ext cx="42447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75293" y="1658064"/>
            <a:ext cx="4110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21407" y="1878950"/>
            <a:ext cx="41639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06205" y="1632333"/>
            <a:ext cx="3879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0984" y="2227646"/>
            <a:ext cx="4604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40597" y="2090359"/>
            <a:ext cx="42447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1407" y="2114294"/>
            <a:ext cx="41639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1407" y="2336975"/>
            <a:ext cx="41639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06205" y="2090359"/>
            <a:ext cx="3879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0335" y="3150917"/>
            <a:ext cx="895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5094" y="3150693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Summary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8440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Unsupervised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49876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Hebbian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9" y="1756878"/>
            <a:ext cx="53253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Kohonen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0340" y="3150917"/>
            <a:ext cx="895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956" y="3150693"/>
            <a:ext cx="1614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0338" y="3150918"/>
            <a:ext cx="8950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6143" y="3150694"/>
            <a:ext cx="169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07 Unsupervised Learning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6 trains and evaluates a scikit-learn MLP on the Wine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7 visualizes neural-network hyperplanes on standardized Iris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8 adds Keras CNN/LSTM examples and Isaac Sim vision demonstrations.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Unsupervised Learning - handout</dc:title>
  <dc:subject>Editable objects converted from 07 Unsupervised Learning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