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4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4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4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4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4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4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4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4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4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4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4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4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4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4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4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4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4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4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4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4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4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4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4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4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4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4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4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4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4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4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4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059" y="0"/>
            <a:ext cx="9713881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 Unsupervised Learning - handout</dc:title>
  <dc:subject>Converted from 07 Unsupervised Learning - handout.pdf; 31 pages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