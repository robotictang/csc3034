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5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5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5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5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5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5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5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5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9-5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9059" y="0"/>
            <a:ext cx="9713881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05 Swarm Intelligence - handout</dc:title>
  <dc:subject>Converted from 05 Swarm Intelligence - handout.pdf; 59 pages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